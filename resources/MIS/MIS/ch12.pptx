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401" r:id="rId2"/>
    <p:sldId id="416" r:id="rId3"/>
    <p:sldId id="417" r:id="rId4"/>
    <p:sldId id="436" r:id="rId5"/>
    <p:sldId id="418" r:id="rId6"/>
    <p:sldId id="462" r:id="rId7"/>
    <p:sldId id="437" r:id="rId8"/>
    <p:sldId id="979" r:id="rId9"/>
    <p:sldId id="980" r:id="rId10"/>
    <p:sldId id="463" r:id="rId11"/>
    <p:sldId id="926" r:id="rId12"/>
    <p:sldId id="927" r:id="rId13"/>
    <p:sldId id="928" r:id="rId14"/>
    <p:sldId id="929" r:id="rId15"/>
    <p:sldId id="930" r:id="rId16"/>
    <p:sldId id="931" r:id="rId17"/>
    <p:sldId id="464" r:id="rId18"/>
    <p:sldId id="981" r:id="rId19"/>
    <p:sldId id="465" r:id="rId20"/>
    <p:sldId id="932" r:id="rId21"/>
    <p:sldId id="936" r:id="rId22"/>
    <p:sldId id="937" r:id="rId23"/>
    <p:sldId id="934" r:id="rId24"/>
    <p:sldId id="938" r:id="rId25"/>
    <p:sldId id="939" r:id="rId26"/>
    <p:sldId id="940" r:id="rId27"/>
    <p:sldId id="935" r:id="rId28"/>
    <p:sldId id="438" r:id="rId29"/>
    <p:sldId id="439"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FF"/>
    <a:srgbClr val="9900FF"/>
    <a:srgbClr val="6600FF"/>
    <a:srgbClr val="6600CC"/>
    <a:srgbClr val="FF9900"/>
    <a:srgbClr val="000099"/>
    <a:srgbClr val="0000CC"/>
    <a:srgbClr val="00CCFF"/>
    <a:srgbClr val="CC3399"/>
    <a:srgbClr val="CC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6" autoAdjust="0"/>
    <p:restoredTop sz="81345" autoAdjust="0"/>
  </p:normalViewPr>
  <p:slideViewPr>
    <p:cSldViewPr>
      <p:cViewPr varScale="1">
        <p:scale>
          <a:sx n="63" d="100"/>
          <a:sy n="63" d="100"/>
        </p:scale>
        <p:origin x="-1206" y="-102"/>
      </p:cViewPr>
      <p:guideLst>
        <p:guide orient="horz" pos="2160"/>
        <p:guide pos="2880"/>
      </p:guideLst>
    </p:cSldViewPr>
  </p:slideViewPr>
  <p:outlineViewPr>
    <p:cViewPr>
      <p:scale>
        <a:sx n="33" d="100"/>
        <a:sy n="33" d="100"/>
      </p:scale>
      <p:origin x="0" y="141348"/>
    </p:cViewPr>
  </p:outlineViewPr>
  <p:notesTextViewPr>
    <p:cViewPr>
      <p:scale>
        <a:sx n="1" d="1"/>
        <a:sy n="1" d="1"/>
      </p:scale>
      <p:origin x="0" y="0"/>
    </p:cViewPr>
  </p:notesTextViewPr>
  <p:sorterViewPr>
    <p:cViewPr>
      <p:scale>
        <a:sx n="100" d="100"/>
        <a:sy n="100" d="100"/>
      </p:scale>
      <p:origin x="0" y="7200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8EB6D6B-9C86-499A-A636-38829A5F60B2}" type="datetimeFigureOut">
              <a:rPr lang="en-US" smtClean="0"/>
              <a:t>10/27/2014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F41C25-7A1F-47FB-B705-003A328B9163}" type="slidenum">
              <a:rPr lang="en-US" smtClean="0"/>
              <a:t>‹#›</a:t>
            </a:fld>
            <a:endParaRPr lang="en-US"/>
          </a:p>
        </p:txBody>
      </p:sp>
    </p:spTree>
    <p:extLst>
      <p:ext uri="{BB962C8B-B14F-4D97-AF65-F5344CB8AC3E}">
        <p14:creationId xmlns:p14="http://schemas.microsoft.com/office/powerpoint/2010/main" val="4252309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www.sugarcrm.com/" TargetMode="External"/><Relationship Id="rId2" Type="http://schemas.openxmlformats.org/officeDocument/2006/relationships/slide" Target="../slides/slide23.xml"/><Relationship Id="rId1" Type="http://schemas.openxmlformats.org/officeDocument/2006/relationships/notesMaster" Target="../notesMasters/notesMaster1.xml"/><Relationship Id="rId5" Type="http://schemas.openxmlformats.org/officeDocument/2006/relationships/hyperlink" Target="http://www.vtiger.com/" TargetMode="External"/><Relationship Id="rId4" Type="http://schemas.openxmlformats.org/officeDocument/2006/relationships/hyperlink" Target="http://www.concursive.com/" TargetMode="Externa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www.sugarcrm.com/" TargetMode="External"/><Relationship Id="rId2" Type="http://schemas.openxmlformats.org/officeDocument/2006/relationships/slide" Target="../slides/slide26.xml"/><Relationship Id="rId1" Type="http://schemas.openxmlformats.org/officeDocument/2006/relationships/notesMaster" Target="../notesMasters/notesMaster1.xml"/><Relationship Id="rId5" Type="http://schemas.openxmlformats.org/officeDocument/2006/relationships/hyperlink" Target="http://www.vtiger.com/" TargetMode="External"/><Relationship Id="rId4" Type="http://schemas.openxmlformats.org/officeDocument/2006/relationships/hyperlink" Target="http://www.concursive.com/" TargetMode="Externa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Customer Touch Points: </a:t>
            </a:r>
            <a:r>
              <a:rPr lang="en-US" dirty="0" smtClean="0"/>
              <a:t>the numerous and diverse interactions organizations have with their customers including traditional customer touch points such as telephone contact, direct mailings, and actual physical interactions with customers during their visits to a store and the additional touch points that occur through organizational CRM systems such as e-mail, Web sites, and communications via smartphones.</a:t>
            </a:r>
          </a:p>
          <a:p>
            <a:r>
              <a:rPr lang="en-US" b="1" dirty="0" smtClean="0"/>
              <a:t>Data Consolidation: </a:t>
            </a:r>
            <a:r>
              <a:rPr lang="en-US" dirty="0" smtClean="0"/>
              <a:t>the organization’s CRM systems must manage customer data effectively with modern interconnected systems built around a data warehouse to make all customer-related data available to every unit of the business.</a:t>
            </a:r>
          </a:p>
          <a:p>
            <a:r>
              <a:rPr lang="en-US" b="1" dirty="0" smtClean="0"/>
              <a:t>360° Data View Customer: </a:t>
            </a:r>
            <a:r>
              <a:rPr lang="en-US" dirty="0" smtClean="0"/>
              <a:t>complete data set on each customer that allows a company can enhance its relationship with its customers and ultimately make more productive and profitable decisions.</a:t>
            </a:r>
          </a:p>
          <a:p>
            <a:r>
              <a:rPr lang="en-US" dirty="0" smtClean="0"/>
              <a:t>-----------------</a:t>
            </a:r>
          </a:p>
          <a:p>
            <a:pPr marL="171450" indent="-171450">
              <a:buFont typeface="Arial" panose="020B0604020202020204" pitchFamily="34" charset="0"/>
              <a:buChar char="•"/>
            </a:pPr>
            <a:r>
              <a:rPr lang="en-US" dirty="0" smtClean="0"/>
              <a:t>Data consolidation and the 360° view of the customer enable the organization’s functional areas to readily share information about customers which leads to collaborative CRM. </a:t>
            </a:r>
          </a:p>
          <a:p>
            <a:r>
              <a:rPr lang="en-US" b="1" dirty="0" smtClean="0"/>
              <a:t>Collaborative CRM Systems: </a:t>
            </a:r>
            <a:r>
              <a:rPr lang="en-US" dirty="0" smtClean="0"/>
              <a:t>provide effective and efficient interactive communication in all aspects of marketing, sales, and customer support with the customer throughout the entire organization.</a:t>
            </a:r>
          </a:p>
        </p:txBody>
      </p:sp>
      <p:sp>
        <p:nvSpPr>
          <p:cNvPr id="4" name="Slide Number Placeholder 3"/>
          <p:cNvSpPr>
            <a:spLocks noGrp="1"/>
          </p:cNvSpPr>
          <p:nvPr>
            <p:ph type="sldNum" sz="quarter" idx="10"/>
          </p:nvPr>
        </p:nvSpPr>
        <p:spPr/>
        <p:txBody>
          <a:bodyPr/>
          <a:lstStyle/>
          <a:p>
            <a:fld id="{2CF41C25-7A1F-47FB-B705-003A328B9163}" type="slidenum">
              <a:rPr lang="en-US" smtClean="0"/>
              <a:t>6</a:t>
            </a:fld>
            <a:endParaRPr lang="en-US"/>
          </a:p>
        </p:txBody>
      </p:sp>
    </p:spTree>
    <p:extLst>
      <p:ext uri="{BB962C8B-B14F-4D97-AF65-F5344CB8AC3E}">
        <p14:creationId xmlns:p14="http://schemas.microsoft.com/office/powerpoint/2010/main" val="22104364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Operational CRM: </a:t>
            </a:r>
            <a:r>
              <a:rPr lang="en-US" dirty="0" smtClean="0"/>
              <a:t>systems that support front-office business processes.</a:t>
            </a:r>
          </a:p>
          <a:p>
            <a:r>
              <a:rPr lang="en-US" b="1" dirty="0" smtClean="0"/>
              <a:t>Front-Office Processes: </a:t>
            </a:r>
            <a:r>
              <a:rPr lang="en-US" dirty="0" smtClean="0"/>
              <a:t>those processes that directly interact with customers (i.e., sales, marketing, and service).</a:t>
            </a: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smtClean="0"/>
              <a:t>Customer-Facing Applications: </a:t>
            </a:r>
            <a:r>
              <a:rPr lang="en-US" dirty="0" smtClean="0"/>
              <a:t>allow an organization’s sales, field service, and customer interaction center representatives interact directly with customers through customer service and support, sales force automation, marketing, and campaign management.</a:t>
            </a: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smtClean="0"/>
              <a:t>Customer-Touching Applications: </a:t>
            </a:r>
            <a:r>
              <a:rPr lang="en-US" dirty="0" smtClean="0"/>
              <a:t>(or electronic CRM e-CRM) customer self-help applications/technologies.</a:t>
            </a:r>
          </a:p>
          <a:p>
            <a:r>
              <a:rPr lang="en-US" dirty="0" smtClean="0"/>
              <a:t>-----------------</a:t>
            </a:r>
          </a:p>
          <a:p>
            <a:r>
              <a:rPr lang="en-US" b="1" dirty="0" smtClean="0"/>
              <a:t>Two Major Components of Operational CRM:</a:t>
            </a:r>
          </a:p>
          <a:p>
            <a:pPr marL="171450" indent="-171450">
              <a:buFont typeface="Arial" panose="020B0604020202020204" pitchFamily="34" charset="0"/>
              <a:buChar char="•"/>
            </a:pPr>
            <a:r>
              <a:rPr lang="en-US" dirty="0" smtClean="0"/>
              <a:t>Customer-Facing Applications</a:t>
            </a:r>
          </a:p>
          <a:p>
            <a:pPr marL="171450" indent="-171450">
              <a:buFont typeface="Arial" panose="020B0604020202020204" pitchFamily="34" charset="0"/>
              <a:buChar char="•"/>
            </a:pPr>
            <a:r>
              <a:rPr lang="en-US" dirty="0" smtClean="0"/>
              <a:t>Customer-Touching Applications</a:t>
            </a:r>
          </a:p>
          <a:p>
            <a:pPr marL="0" indent="0">
              <a:buFont typeface="Arial" panose="020B0604020202020204" pitchFamily="34" charset="0"/>
              <a:buNone/>
            </a:pPr>
            <a:r>
              <a:rPr lang="en-US" dirty="0" smtClean="0"/>
              <a:t>-------------------</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10</a:t>
            </a:fld>
            <a:endParaRPr lang="en-US"/>
          </a:p>
        </p:txBody>
      </p:sp>
    </p:spTree>
    <p:extLst>
      <p:ext uri="{BB962C8B-B14F-4D97-AF65-F5344CB8AC3E}">
        <p14:creationId xmlns:p14="http://schemas.microsoft.com/office/powerpoint/2010/main" val="11083932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Customer-Facing Applications: </a:t>
            </a:r>
            <a:r>
              <a:rPr lang="en-US" dirty="0" smtClean="0"/>
              <a:t>allow an organization’s sales, field service, and customer interaction center representatives interact directly with customers through customer service and support, sales force automation, marketing, and campaign management.</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Sales Force Automation (SFA): </a:t>
            </a:r>
            <a:r>
              <a:rPr lang="en-US" dirty="0" smtClean="0"/>
              <a:t>the component of an operational CRM system that automatically records all of the components in a sales transaction process.</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Marketing: </a:t>
            </a:r>
            <a:r>
              <a:rPr lang="en-US" dirty="0" smtClean="0"/>
              <a:t>CRM Marketing applications use data mining to sift through volumes of customer data</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Campaign Management: </a:t>
            </a:r>
            <a:r>
              <a:rPr lang="en-US" dirty="0" smtClean="0"/>
              <a:t>applications that help organizations plan campaigns that send the right messages to the right people through the right channels (e.g., avoid targeting people who have opted out of receiving marketing communications).</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11</a:t>
            </a:fld>
            <a:endParaRPr lang="en-US"/>
          </a:p>
        </p:txBody>
      </p:sp>
    </p:spTree>
    <p:extLst>
      <p:ext uri="{BB962C8B-B14F-4D97-AF65-F5344CB8AC3E}">
        <p14:creationId xmlns:p14="http://schemas.microsoft.com/office/powerpoint/2010/main" val="14715664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Customer-Facing Applications: </a:t>
            </a:r>
            <a:r>
              <a:rPr lang="en-US" dirty="0" smtClean="0"/>
              <a:t>allow an organization’s sales, field service, and customer interaction center representatives interact directly with customers through customer service and support, sales force automation, marketing, and campaign management.</a:t>
            </a:r>
          </a:p>
          <a:p>
            <a:r>
              <a:rPr lang="en-US" dirty="0" smtClean="0"/>
              <a:t>--------------</a:t>
            </a:r>
          </a:p>
          <a:p>
            <a:r>
              <a:rPr lang="en-US" b="1" dirty="0" smtClean="0"/>
              <a:t>Customer Service and Support: </a:t>
            </a:r>
            <a:r>
              <a:rPr lang="en-US" dirty="0" smtClean="0"/>
              <a:t>systems that automate service requests, complaints, product returns, and requests for information.</a:t>
            </a:r>
          </a:p>
          <a:p>
            <a:r>
              <a:rPr lang="en-US" b="1" dirty="0" smtClean="0"/>
              <a:t>Customer Interaction Centers (CIC): </a:t>
            </a:r>
            <a:r>
              <a:rPr lang="en-US" dirty="0" smtClean="0"/>
              <a:t>where organizational representatives use multiple channels such as the Web, telephone, fax, and face-to-face interactions to communicate with customers.</a:t>
            </a:r>
          </a:p>
          <a:p>
            <a:r>
              <a:rPr lang="en-US" b="1" dirty="0" smtClean="0"/>
              <a:t>Call Center: </a:t>
            </a:r>
            <a:r>
              <a:rPr lang="en-US" dirty="0" smtClean="0"/>
              <a:t>a centralized office set up to receive and transmit a large volume of requests by telephone.</a:t>
            </a:r>
          </a:p>
          <a:p>
            <a:r>
              <a:rPr lang="en-US" b="1" dirty="0" err="1" smtClean="0"/>
              <a:t>Oubound</a:t>
            </a:r>
            <a:r>
              <a:rPr lang="en-US" b="1" dirty="0" smtClean="0"/>
              <a:t> Telesales: </a:t>
            </a:r>
            <a:r>
              <a:rPr lang="en-US" dirty="0" smtClean="0"/>
              <a:t>the CIC generates a call list for the sales team, whose members contact sales prospects.</a:t>
            </a:r>
          </a:p>
          <a:p>
            <a:r>
              <a:rPr lang="en-US" b="1" dirty="0" smtClean="0"/>
              <a:t>Inbound </a:t>
            </a:r>
            <a:r>
              <a:rPr lang="en-US" b="1" dirty="0" err="1" smtClean="0"/>
              <a:t>Teleservice</a:t>
            </a:r>
            <a:r>
              <a:rPr lang="en-US" b="1" dirty="0" smtClean="0"/>
              <a:t>: </a:t>
            </a:r>
            <a:r>
              <a:rPr lang="en-US" dirty="0" smtClean="0"/>
              <a:t>customers communicate directly with the CIC to initiate a sales order, inquire about products and services before placing an order, and obtain information about a transaction they have already made.</a:t>
            </a:r>
          </a:p>
          <a:p>
            <a:r>
              <a:rPr lang="en-US" b="1" dirty="0" smtClean="0"/>
              <a:t>Information Help Desk: </a:t>
            </a:r>
            <a:r>
              <a:rPr lang="en-US" dirty="0" smtClean="0"/>
              <a:t>assists customers with their questions concerning products or services, and it also processes customer complaints.</a:t>
            </a:r>
          </a:p>
          <a:p>
            <a:r>
              <a:rPr lang="en-US" b="1" dirty="0" smtClean="0"/>
              <a:t>Live Chat: </a:t>
            </a:r>
            <a:r>
              <a:rPr lang="en-US" dirty="0" smtClean="0"/>
              <a:t>allows customers to connect to a company representative and conduct an instant messaging session enabling the participants to share documents and photos.</a:t>
            </a:r>
          </a:p>
        </p:txBody>
      </p:sp>
      <p:sp>
        <p:nvSpPr>
          <p:cNvPr id="4" name="Slide Number Placeholder 3"/>
          <p:cNvSpPr>
            <a:spLocks noGrp="1"/>
          </p:cNvSpPr>
          <p:nvPr>
            <p:ph type="sldNum" sz="quarter" idx="10"/>
          </p:nvPr>
        </p:nvSpPr>
        <p:spPr/>
        <p:txBody>
          <a:bodyPr/>
          <a:lstStyle/>
          <a:p>
            <a:fld id="{2CF41C25-7A1F-47FB-B705-003A328B9163}" type="slidenum">
              <a:rPr lang="en-US" smtClean="0"/>
              <a:t>12</a:t>
            </a:fld>
            <a:endParaRPr lang="en-US"/>
          </a:p>
        </p:txBody>
      </p:sp>
    </p:spTree>
    <p:extLst>
      <p:ext uri="{BB962C8B-B14F-4D97-AF65-F5344CB8AC3E}">
        <p14:creationId xmlns:p14="http://schemas.microsoft.com/office/powerpoint/2010/main" val="22016101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Customer-Facing Applications: </a:t>
            </a:r>
            <a:r>
              <a:rPr lang="en-US" dirty="0" smtClean="0"/>
              <a:t>allow an organization’s sales, field service, and customer interaction center representatives interact directly with customers through customer service and support, sales force automation, marketing, and campaign management.</a:t>
            </a:r>
          </a:p>
          <a:p>
            <a:r>
              <a:rPr lang="en-US" dirty="0" smtClean="0"/>
              <a:t>--------------</a:t>
            </a:r>
          </a:p>
          <a:p>
            <a:r>
              <a:rPr lang="en-US" b="1" dirty="0" smtClean="0"/>
              <a:t>Sales Force Automation (SFA): </a:t>
            </a:r>
            <a:r>
              <a:rPr lang="en-US" dirty="0" smtClean="0"/>
              <a:t>the component of an operational CRM system that automatically records all of the components in a sales transaction process.</a:t>
            </a:r>
          </a:p>
          <a:p>
            <a:r>
              <a:rPr lang="en-US" b="1" dirty="0" smtClean="0"/>
              <a:t>Contact Management System: </a:t>
            </a:r>
            <a:r>
              <a:rPr lang="en-US" dirty="0" smtClean="0"/>
              <a:t>tracks all communications between the company and the customer, the purpose of each communication, and any necessary follow-up which eliminates duplicated contacts and redundancy, which in turn reduces the risk of irritating customers.</a:t>
            </a:r>
          </a:p>
          <a:p>
            <a:r>
              <a:rPr lang="en-US" b="1" dirty="0" smtClean="0"/>
              <a:t>Sales Lead Tracking System: </a:t>
            </a:r>
            <a:r>
              <a:rPr lang="en-US" dirty="0" smtClean="0"/>
              <a:t>lists potential customers or customers who have purchased related products; that is, products similar to those that the salesperson is trying to sell to the customer.</a:t>
            </a:r>
          </a:p>
          <a:p>
            <a:r>
              <a:rPr lang="en-US" b="1" dirty="0" smtClean="0"/>
              <a:t>Sales Forecasting System: </a:t>
            </a:r>
            <a:r>
              <a:rPr lang="en-US" dirty="0" smtClean="0"/>
              <a:t>a mathematical technique for estimating future sales.</a:t>
            </a:r>
          </a:p>
          <a:p>
            <a:r>
              <a:rPr lang="en-US" b="1" dirty="0" smtClean="0"/>
              <a:t>Product Knowledge System: </a:t>
            </a:r>
            <a:r>
              <a:rPr lang="en-US" dirty="0" smtClean="0"/>
              <a:t>a comprehensive source of information regarding products and services.</a:t>
            </a:r>
          </a:p>
          <a:p>
            <a:r>
              <a:rPr lang="en-US" b="1" dirty="0" smtClean="0"/>
              <a:t>Configurator: </a:t>
            </a:r>
            <a:r>
              <a:rPr lang="en-US" dirty="0" smtClean="0"/>
              <a:t>an online product-building feature that enables customers to model the product to meet their specific needs.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13</a:t>
            </a:fld>
            <a:endParaRPr lang="en-US"/>
          </a:p>
        </p:txBody>
      </p:sp>
    </p:spTree>
    <p:extLst>
      <p:ext uri="{BB962C8B-B14F-4D97-AF65-F5344CB8AC3E}">
        <p14:creationId xmlns:p14="http://schemas.microsoft.com/office/powerpoint/2010/main" val="3689239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Customer-Facing Applications: </a:t>
            </a:r>
            <a:r>
              <a:rPr lang="en-US" dirty="0" smtClean="0"/>
              <a:t>allow an organization’s sales, field service, and customer interaction center representatives interact directly with customers through customer service and support, sales force automation, marketing, and campaign management.</a:t>
            </a:r>
          </a:p>
          <a:p>
            <a:r>
              <a:rPr lang="en-US" dirty="0" smtClean="0"/>
              <a:t>--------------</a:t>
            </a:r>
          </a:p>
          <a:p>
            <a:r>
              <a:rPr lang="en-US" b="1" dirty="0" smtClean="0"/>
              <a:t>Marketing: </a:t>
            </a:r>
            <a:r>
              <a:rPr lang="en-US" dirty="0" smtClean="0"/>
              <a:t>CRM Marketing applications use data mining to sift through volumes of customer data</a:t>
            </a:r>
          </a:p>
          <a:p>
            <a:r>
              <a:rPr lang="en-US" b="1" dirty="0" smtClean="0"/>
              <a:t>Data Mining: </a:t>
            </a:r>
            <a:r>
              <a:rPr lang="en-US" dirty="0" smtClean="0"/>
              <a:t>develops a purchasing profile or snapshot of a consumer’s buying habits that may lead to additional sales through cross-selling, upselling, and bundling.</a:t>
            </a:r>
          </a:p>
          <a:p>
            <a:r>
              <a:rPr lang="en-US" b="1" dirty="0" smtClean="0"/>
              <a:t>Cross-Selling: </a:t>
            </a:r>
            <a:r>
              <a:rPr lang="en-US" dirty="0" smtClean="0"/>
              <a:t>the marketing of additional related products to customers based on a previous purchase.</a:t>
            </a:r>
          </a:p>
          <a:p>
            <a:r>
              <a:rPr lang="en-US" b="1" dirty="0" smtClean="0"/>
              <a:t>Upselling: </a:t>
            </a:r>
            <a:r>
              <a:rPr lang="en-US" dirty="0" smtClean="0"/>
              <a:t>a strategy in which the salesperson provides customers with the opportunity to purchase related products or services of greater value in place of, or along with, the consumer’s initial product or service selection.</a:t>
            </a:r>
          </a:p>
          <a:p>
            <a:r>
              <a:rPr lang="en-US" b="1" dirty="0" smtClean="0"/>
              <a:t>Bundling: </a:t>
            </a:r>
            <a:r>
              <a:rPr lang="en-US" dirty="0" smtClean="0"/>
              <a:t>is a form of cross-selling in which a business sells a group of products or services together at a lower price than their combined individual prices.</a:t>
            </a:r>
          </a:p>
        </p:txBody>
      </p:sp>
      <p:sp>
        <p:nvSpPr>
          <p:cNvPr id="4" name="Slide Number Placeholder 3"/>
          <p:cNvSpPr>
            <a:spLocks noGrp="1"/>
          </p:cNvSpPr>
          <p:nvPr>
            <p:ph type="sldNum" sz="quarter" idx="10"/>
          </p:nvPr>
        </p:nvSpPr>
        <p:spPr/>
        <p:txBody>
          <a:bodyPr/>
          <a:lstStyle/>
          <a:p>
            <a:fld id="{2CF41C25-7A1F-47FB-B705-003A328B9163}" type="slidenum">
              <a:rPr lang="en-US" smtClean="0"/>
              <a:t>14</a:t>
            </a:fld>
            <a:endParaRPr lang="en-US"/>
          </a:p>
        </p:txBody>
      </p:sp>
    </p:spTree>
    <p:extLst>
      <p:ext uri="{BB962C8B-B14F-4D97-AF65-F5344CB8AC3E}">
        <p14:creationId xmlns:p14="http://schemas.microsoft.com/office/powerpoint/2010/main" val="12440209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Customer-Facing Applications: </a:t>
            </a:r>
            <a:r>
              <a:rPr lang="en-US" dirty="0" smtClean="0"/>
              <a:t>allow an organization’s sales, field service, and customer interaction center representatives interact directly with customers through customer service and support, sales force automation, marketing, and campaign management.</a:t>
            </a:r>
          </a:p>
          <a:p>
            <a:r>
              <a:rPr lang="en-US" dirty="0" smtClean="0"/>
              <a:t>--------------</a:t>
            </a:r>
          </a:p>
          <a:p>
            <a:r>
              <a:rPr lang="en-US" b="1" dirty="0" smtClean="0"/>
              <a:t>Campaign Management: </a:t>
            </a:r>
            <a:r>
              <a:rPr lang="en-US" dirty="0" smtClean="0"/>
              <a:t>applications that help organizations plan campaigns that send the right messages to the right people through the right channels (e.g., avoid targeting people who have opted out of receiving marketing communications).</a:t>
            </a:r>
          </a:p>
        </p:txBody>
      </p:sp>
      <p:sp>
        <p:nvSpPr>
          <p:cNvPr id="4" name="Slide Number Placeholder 3"/>
          <p:cNvSpPr>
            <a:spLocks noGrp="1"/>
          </p:cNvSpPr>
          <p:nvPr>
            <p:ph type="sldNum" sz="quarter" idx="10"/>
          </p:nvPr>
        </p:nvSpPr>
        <p:spPr/>
        <p:txBody>
          <a:bodyPr/>
          <a:lstStyle/>
          <a:p>
            <a:fld id="{2CF41C25-7A1F-47FB-B705-003A328B9163}" type="slidenum">
              <a:rPr lang="en-US" smtClean="0"/>
              <a:t>15</a:t>
            </a:fld>
            <a:endParaRPr lang="en-US"/>
          </a:p>
        </p:txBody>
      </p:sp>
    </p:spTree>
    <p:extLst>
      <p:ext uri="{BB962C8B-B14F-4D97-AF65-F5344CB8AC3E}">
        <p14:creationId xmlns:p14="http://schemas.microsoft.com/office/powerpoint/2010/main" val="36643997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Customer-Touching Applications: </a:t>
            </a:r>
            <a:r>
              <a:rPr lang="en-US" dirty="0" smtClean="0"/>
              <a:t>(or electronic CRM e-CRM) customer self-help applications/technologies.</a:t>
            </a:r>
          </a:p>
          <a:p>
            <a:r>
              <a:rPr lang="en-US" dirty="0" smtClean="0"/>
              <a:t>-----------------</a:t>
            </a:r>
          </a:p>
          <a:p>
            <a:r>
              <a:rPr lang="en-US" b="1" dirty="0" smtClean="0"/>
              <a:t>Search and Comparison Capabilities: </a:t>
            </a:r>
            <a:r>
              <a:rPr lang="en-US" dirty="0" smtClean="0"/>
              <a:t>search and comparison capabilities offered to customers by online stores, online malls, and independent comparison Web sites.</a:t>
            </a:r>
          </a:p>
          <a:p>
            <a:r>
              <a:rPr lang="en-US" b="1" dirty="0" smtClean="0"/>
              <a:t>Technical and Other Information and Services:  </a:t>
            </a:r>
            <a:r>
              <a:rPr lang="en-US" dirty="0" smtClean="0"/>
              <a:t>personalized experiences offered by organizations to induce customers to make purchases or to remain loyal (e.g., allowing customers to download product manuals; providing detailed technical information, maintenance information, and replacement parts to customers).</a:t>
            </a:r>
          </a:p>
          <a:p>
            <a:r>
              <a:rPr lang="en-US" b="1" dirty="0" smtClean="0"/>
              <a:t>Customized Products and Services: </a:t>
            </a:r>
            <a:r>
              <a:rPr lang="en-US" dirty="0" smtClean="0"/>
              <a:t>offering customers the ability to </a:t>
            </a:r>
            <a:r>
              <a:rPr lang="en-US" dirty="0" err="1" smtClean="0"/>
              <a:t>custimize</a:t>
            </a:r>
            <a:r>
              <a:rPr lang="en-US" dirty="0" smtClean="0"/>
              <a:t> products, view account balances, check shipping status of an order, etc.</a:t>
            </a:r>
          </a:p>
          <a:p>
            <a:r>
              <a:rPr lang="en-US" b="1" dirty="0" smtClean="0"/>
              <a:t>Mass Customization: </a:t>
            </a:r>
            <a:r>
              <a:rPr lang="en-US" dirty="0" smtClean="0"/>
              <a:t>a process in which customers can configure their own products (e.g., customized computer systems from Dell).</a:t>
            </a:r>
          </a:p>
          <a:p>
            <a:r>
              <a:rPr lang="en-US" b="1" dirty="0" smtClean="0"/>
              <a:t>Personalized Web Pages: </a:t>
            </a:r>
            <a:r>
              <a:rPr lang="en-US" dirty="0" smtClean="0"/>
              <a:t>organizations permit their customers to create personalized Web pages used to record purchases and preferences, as well as problems and requests.</a:t>
            </a:r>
          </a:p>
          <a:p>
            <a:r>
              <a:rPr lang="en-US" b="1" dirty="0" smtClean="0"/>
              <a:t>Frequently Asked Questions (FAQs): </a:t>
            </a:r>
            <a:r>
              <a:rPr lang="en-US" dirty="0" smtClean="0"/>
              <a:t>a simple tool for answering repetitive customer queries and when customers find the information they need by using FAQs the need to communicate with an actual person is eliminated.</a:t>
            </a:r>
          </a:p>
          <a:p>
            <a:r>
              <a:rPr lang="en-US" b="1" dirty="0" smtClean="0"/>
              <a:t>E-mail and Automated Response: </a:t>
            </a:r>
            <a:r>
              <a:rPr lang="en-US" dirty="0" smtClean="0"/>
              <a:t>the most popular tool for customer service, inexpensive, fast, and companies use e-mail not only to answer customer inquiries but also to disseminate information, send alerts and product information, and conduct correspondence on any topic.</a:t>
            </a:r>
          </a:p>
          <a:p>
            <a:r>
              <a:rPr lang="en-US" b="1" dirty="0" smtClean="0"/>
              <a:t>Loyalty Programs: </a:t>
            </a:r>
            <a:r>
              <a:rPr lang="en-US" dirty="0" smtClean="0"/>
              <a:t>programs that recognize customers who repeatedly use a vendor’s</a:t>
            </a:r>
          </a:p>
          <a:p>
            <a:r>
              <a:rPr lang="en-US" dirty="0" smtClean="0"/>
              <a:t>products or services.</a:t>
            </a:r>
          </a:p>
        </p:txBody>
      </p:sp>
      <p:sp>
        <p:nvSpPr>
          <p:cNvPr id="4" name="Slide Number Placeholder 3"/>
          <p:cNvSpPr>
            <a:spLocks noGrp="1"/>
          </p:cNvSpPr>
          <p:nvPr>
            <p:ph type="sldNum" sz="quarter" idx="10"/>
          </p:nvPr>
        </p:nvSpPr>
        <p:spPr/>
        <p:txBody>
          <a:bodyPr/>
          <a:lstStyle/>
          <a:p>
            <a:fld id="{2CF41C25-7A1F-47FB-B705-003A328B9163}" type="slidenum">
              <a:rPr lang="en-US" smtClean="0"/>
              <a:t>16</a:t>
            </a:fld>
            <a:endParaRPr lang="en-US"/>
          </a:p>
        </p:txBody>
      </p:sp>
    </p:spTree>
    <p:extLst>
      <p:ext uri="{BB962C8B-B14F-4D97-AF65-F5344CB8AC3E}">
        <p14:creationId xmlns:p14="http://schemas.microsoft.com/office/powerpoint/2010/main" val="10230837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Analytical CRM: provide business intelligence by analyzing customer behavior and perceptions providing information concerning customer requests and transactions, as well as customer responses to the organization’s marketing, sales, and service initiatives. These systems also create statistical models of customer behavior and the value of customer relationships over time, as well as forecasts about acquiring, retaining, and losing customers.</a:t>
            </a:r>
          </a:p>
          <a:p>
            <a:endParaRPr lang="en-US" dirty="0" smtClean="0"/>
          </a:p>
          <a:p>
            <a:r>
              <a:rPr lang="en-US" b="1" dirty="0" smtClean="0"/>
              <a:t>Analytical CRM Systems Analyze Customer Data for:</a:t>
            </a:r>
          </a:p>
          <a:p>
            <a:pPr marL="171450" indent="-171450">
              <a:buFont typeface="Arial" panose="020B0604020202020204" pitchFamily="34" charset="0"/>
              <a:buChar char="•"/>
            </a:pPr>
            <a:r>
              <a:rPr lang="en-US" dirty="0" smtClean="0"/>
              <a:t>Designing and executing targeted marketing campaigns</a:t>
            </a:r>
          </a:p>
          <a:p>
            <a:pPr marL="171450" indent="-171450">
              <a:buFont typeface="Arial" panose="020B0604020202020204" pitchFamily="34" charset="0"/>
              <a:buChar char="•"/>
            </a:pPr>
            <a:r>
              <a:rPr lang="en-US" dirty="0" smtClean="0"/>
              <a:t>Increasing customer acquisition, cross-selling, and upselling</a:t>
            </a:r>
          </a:p>
          <a:p>
            <a:pPr marL="171450" indent="-171450">
              <a:buFont typeface="Arial" panose="020B0604020202020204" pitchFamily="34" charset="0"/>
              <a:buChar char="•"/>
            </a:pPr>
            <a:r>
              <a:rPr lang="en-US" dirty="0" smtClean="0"/>
              <a:t>Providing input into decisions relating to products and services (e.g., pricing and product development)</a:t>
            </a:r>
          </a:p>
          <a:p>
            <a:pPr marL="171450" indent="-171450">
              <a:buFont typeface="Arial" panose="020B0604020202020204" pitchFamily="34" charset="0"/>
              <a:buChar char="•"/>
            </a:pPr>
            <a:r>
              <a:rPr lang="en-US" dirty="0" smtClean="0"/>
              <a:t>Providing financial forecasting and customer profitability analysis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17</a:t>
            </a:fld>
            <a:endParaRPr lang="en-US"/>
          </a:p>
        </p:txBody>
      </p:sp>
    </p:spTree>
    <p:extLst>
      <p:ext uri="{BB962C8B-B14F-4D97-AF65-F5344CB8AC3E}">
        <p14:creationId xmlns:p14="http://schemas.microsoft.com/office/powerpoint/2010/main" val="21392234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On-Demand CRM Systems: </a:t>
            </a:r>
            <a:r>
              <a:rPr lang="en-US" dirty="0" smtClean="0"/>
              <a:t>systems hosted by an external vendor in the vendor’s data center which spares the organization the costs associated with purchasing the system, maintenance, and employees need to know only how to access and utilize it. Also known as utility computing or soft ware-as-a-service (SaaS).</a:t>
            </a:r>
          </a:p>
          <a:p>
            <a:r>
              <a:rPr lang="en-US" b="1" dirty="0" smtClean="0"/>
              <a:t>Mobile CRM Systems: </a:t>
            </a:r>
            <a:r>
              <a:rPr lang="en-US" dirty="0" smtClean="0"/>
              <a:t>an interactive system that enables an organization to conduct communications related to sales, marketing, and customer service activities through a mobile medium for the purpose of building and maintaining relationships with its customers.</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Open-Source CRM Systems: </a:t>
            </a:r>
            <a:r>
              <a:rPr lang="en-US" dirty="0" smtClean="0"/>
              <a:t>the source code for open-source software is available at no cost.</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Social CRM: </a:t>
            </a:r>
            <a:r>
              <a:rPr lang="en-US" dirty="0" smtClean="0"/>
              <a:t>the use of social media technology and services to enable organizations to engage their customers in a collaborative conversation in order to provide mutually beneficial value in a trusted and transparent manner. </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19</a:t>
            </a:fld>
            <a:endParaRPr lang="en-US"/>
          </a:p>
        </p:txBody>
      </p:sp>
    </p:spTree>
    <p:extLst>
      <p:ext uri="{BB962C8B-B14F-4D97-AF65-F5344CB8AC3E}">
        <p14:creationId xmlns:p14="http://schemas.microsoft.com/office/powerpoint/2010/main" val="25285069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On-Premise CRM Systems: </a:t>
            </a:r>
            <a:r>
              <a:rPr lang="en-US" dirty="0" smtClean="0"/>
              <a:t>systems are purchased from a vendor and then installed them on site.</a:t>
            </a:r>
          </a:p>
          <a:p>
            <a:r>
              <a:rPr lang="en-US" b="1" dirty="0" smtClean="0"/>
              <a:t>On-Demand CRM Systems: </a:t>
            </a:r>
            <a:r>
              <a:rPr lang="en-US" dirty="0" smtClean="0"/>
              <a:t>systems hosted by an external vendor in the vendor’s data center which spares the organization the costs associated with purchasing the system, maintenance, and employees need to know only how to access and utilize it. Also known as utility computing or soft ware-as-a-service (SaaS).</a:t>
            </a:r>
          </a:p>
          <a:p>
            <a:endParaRPr lang="en-US" dirty="0" smtClean="0"/>
          </a:p>
          <a:p>
            <a:r>
              <a:rPr lang="en-US" b="1" dirty="0" smtClean="0"/>
              <a:t>Potential Problems with On-Demand CRM:</a:t>
            </a:r>
          </a:p>
          <a:p>
            <a:pPr marL="171450" indent="-171450">
              <a:buFont typeface="Arial" panose="020B0604020202020204" pitchFamily="34" charset="0"/>
              <a:buChar char="•"/>
            </a:pPr>
            <a:r>
              <a:rPr lang="en-US" dirty="0" smtClean="0"/>
              <a:t>Unreliable vendors</a:t>
            </a:r>
          </a:p>
          <a:p>
            <a:pPr marL="171450" indent="-171450">
              <a:buFont typeface="Arial" panose="020B0604020202020204" pitchFamily="34" charset="0"/>
              <a:buChar char="•"/>
            </a:pPr>
            <a:r>
              <a:rPr lang="en-US" dirty="0" smtClean="0"/>
              <a:t>Hosted software difficult to modify</a:t>
            </a:r>
          </a:p>
          <a:p>
            <a:pPr marL="171450" indent="-171450">
              <a:buFont typeface="Arial" panose="020B0604020202020204" pitchFamily="34" charset="0"/>
              <a:buChar char="•"/>
            </a:pPr>
            <a:r>
              <a:rPr lang="en-US" dirty="0" smtClean="0"/>
              <a:t>Upgrades only available through the vendor</a:t>
            </a:r>
          </a:p>
          <a:p>
            <a:pPr marL="171450" indent="-171450">
              <a:buFont typeface="Arial" panose="020B0604020202020204" pitchFamily="34" charset="0"/>
              <a:buChar char="•"/>
            </a:pPr>
            <a:r>
              <a:rPr lang="en-US" dirty="0" smtClean="0"/>
              <a:t>Difficult to integrate with organization’s existing software</a:t>
            </a:r>
          </a:p>
          <a:p>
            <a:pPr marL="171450" indent="-171450">
              <a:buFont typeface="Arial" panose="020B0604020202020204" pitchFamily="34" charset="0"/>
              <a:buChar char="•"/>
            </a:pPr>
            <a:r>
              <a:rPr lang="en-US" dirty="0" smtClean="0"/>
              <a:t>Information security and privacy risks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20</a:t>
            </a:fld>
            <a:endParaRPr lang="en-US"/>
          </a:p>
        </p:txBody>
      </p:sp>
    </p:spTree>
    <p:extLst>
      <p:ext uri="{BB962C8B-B14F-4D97-AF65-F5344CB8AC3E}">
        <p14:creationId xmlns:p14="http://schemas.microsoft.com/office/powerpoint/2010/main" val="5845323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On-Premise CRM Systems: </a:t>
            </a:r>
            <a:r>
              <a:rPr lang="en-US" dirty="0" smtClean="0"/>
              <a:t>systems are purchased from a vendor and then installed them on site.</a:t>
            </a:r>
          </a:p>
          <a:p>
            <a:r>
              <a:rPr lang="en-US" b="1" dirty="0" smtClean="0"/>
              <a:t>On-Demand CRM Systems: </a:t>
            </a:r>
            <a:r>
              <a:rPr lang="en-US" dirty="0" smtClean="0"/>
              <a:t>systems hosted by an external vendor in the vendor’s data center which spares the organization the costs associated with purchasing the system, maintenance, and employees need to know only how to access and utilize it. Also known as utility computing or soft ware-as-a-service (SaaS).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21</a:t>
            </a:fld>
            <a:endParaRPr lang="en-US"/>
          </a:p>
        </p:txBody>
      </p:sp>
    </p:spTree>
    <p:extLst>
      <p:ext uri="{BB962C8B-B14F-4D97-AF65-F5344CB8AC3E}">
        <p14:creationId xmlns:p14="http://schemas.microsoft.com/office/powerpoint/2010/main" val="12126789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On-Premise CRM Systems: </a:t>
            </a:r>
            <a:r>
              <a:rPr lang="en-US" dirty="0" smtClean="0"/>
              <a:t>systems are purchased from a vendor and then installed them on site.</a:t>
            </a:r>
          </a:p>
          <a:p>
            <a:r>
              <a:rPr lang="en-US" b="1" dirty="0" smtClean="0"/>
              <a:t>On-Demand CRM Systems: </a:t>
            </a:r>
            <a:r>
              <a:rPr lang="en-US" dirty="0" smtClean="0"/>
              <a:t>systems hosted by an external vendor in the vendor’s data center which spares the organization the costs associated with purchasing the system, maintenance, and employees need to know only how to access and utilize it. Also known as utility computing or soft ware-as-a-service (SaaS).</a:t>
            </a:r>
          </a:p>
          <a:p>
            <a:endParaRPr lang="en-US" dirty="0" smtClean="0"/>
          </a:p>
          <a:p>
            <a:r>
              <a:rPr lang="en-US" b="1" dirty="0" smtClean="0"/>
              <a:t>Potential Problems with On-Demand CRM:</a:t>
            </a:r>
          </a:p>
          <a:p>
            <a:pPr marL="171450" indent="-171450">
              <a:buFont typeface="Arial" panose="020B0604020202020204" pitchFamily="34" charset="0"/>
              <a:buChar char="•"/>
            </a:pPr>
            <a:r>
              <a:rPr lang="en-US" dirty="0" smtClean="0"/>
              <a:t>Unreliable vendors</a:t>
            </a:r>
          </a:p>
          <a:p>
            <a:pPr marL="171450" indent="-171450">
              <a:buFont typeface="Arial" panose="020B0604020202020204" pitchFamily="34" charset="0"/>
              <a:buChar char="•"/>
            </a:pPr>
            <a:r>
              <a:rPr lang="en-US" dirty="0" smtClean="0"/>
              <a:t>Hosted software difficult to modify</a:t>
            </a:r>
          </a:p>
          <a:p>
            <a:pPr marL="171450" indent="-171450">
              <a:buFont typeface="Arial" panose="020B0604020202020204" pitchFamily="34" charset="0"/>
              <a:buChar char="•"/>
            </a:pPr>
            <a:r>
              <a:rPr lang="en-US" dirty="0" smtClean="0"/>
              <a:t>Upgrades only available through the vendor</a:t>
            </a:r>
          </a:p>
          <a:p>
            <a:pPr marL="171450" indent="-171450">
              <a:buFont typeface="Arial" panose="020B0604020202020204" pitchFamily="34" charset="0"/>
              <a:buChar char="•"/>
            </a:pPr>
            <a:r>
              <a:rPr lang="en-US" dirty="0" smtClean="0"/>
              <a:t>Difficult to integrate with organization’s existing software</a:t>
            </a:r>
          </a:p>
          <a:p>
            <a:pPr marL="171450" indent="-171450">
              <a:buFont typeface="Arial" panose="020B0604020202020204" pitchFamily="34" charset="0"/>
              <a:buChar char="•"/>
            </a:pPr>
            <a:r>
              <a:rPr lang="en-US" dirty="0" smtClean="0"/>
              <a:t>Information security and privacy risks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22</a:t>
            </a:fld>
            <a:endParaRPr lang="en-US"/>
          </a:p>
        </p:txBody>
      </p:sp>
    </p:spTree>
    <p:extLst>
      <p:ext uri="{BB962C8B-B14F-4D97-AF65-F5344CB8AC3E}">
        <p14:creationId xmlns:p14="http://schemas.microsoft.com/office/powerpoint/2010/main" val="3332965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Open-Source CRM Systems: </a:t>
            </a:r>
            <a:r>
              <a:rPr lang="en-US" dirty="0" smtClean="0"/>
              <a:t>the source code for open-source software is available at no cost.</a:t>
            </a:r>
          </a:p>
          <a:p>
            <a:endParaRPr lang="en-US" dirty="0" smtClean="0"/>
          </a:p>
          <a:p>
            <a:r>
              <a:rPr lang="en-US" b="1" dirty="0" smtClean="0"/>
              <a:t>Benefits of Open-Source CRM:</a:t>
            </a:r>
          </a:p>
          <a:p>
            <a:pPr marL="171450" indent="-171450">
              <a:buFont typeface="Arial" panose="020B0604020202020204" pitchFamily="34" charset="0"/>
              <a:buChar char="•"/>
            </a:pPr>
            <a:r>
              <a:rPr lang="en-US" dirty="0" smtClean="0"/>
              <a:t>source code is available to developers and users</a:t>
            </a:r>
          </a:p>
          <a:p>
            <a:pPr marL="171450" indent="-171450">
              <a:buFont typeface="Arial" panose="020B0604020202020204" pitchFamily="34" charset="0"/>
              <a:buChar char="•"/>
            </a:pPr>
            <a:r>
              <a:rPr lang="en-US" dirty="0" smtClean="0"/>
              <a:t>Provide the same features or functions as other CRM</a:t>
            </a:r>
          </a:p>
          <a:p>
            <a:pPr marL="171450" indent="-171450">
              <a:buFont typeface="Arial" panose="020B0604020202020204" pitchFamily="34" charset="0"/>
              <a:buChar char="•"/>
            </a:pPr>
            <a:r>
              <a:rPr lang="en-US" dirty="0" smtClean="0"/>
              <a:t>Implemented either </a:t>
            </a:r>
            <a:r>
              <a:rPr lang="en-US" dirty="0" err="1" smtClean="0"/>
              <a:t>on-premise</a:t>
            </a:r>
            <a:r>
              <a:rPr lang="en-US" dirty="0" smtClean="0"/>
              <a:t> or on-demand</a:t>
            </a:r>
          </a:p>
          <a:p>
            <a:pPr marL="171450" indent="-171450">
              <a:buFont typeface="Arial" panose="020B0604020202020204" pitchFamily="34" charset="0"/>
              <a:buChar char="•"/>
            </a:pPr>
            <a:r>
              <a:rPr lang="en-US" dirty="0" smtClean="0"/>
              <a:t>Favorable pricing</a:t>
            </a:r>
          </a:p>
          <a:p>
            <a:pPr marL="171450" indent="-171450">
              <a:buFont typeface="Arial" panose="020B0604020202020204" pitchFamily="34" charset="0"/>
              <a:buChar char="•"/>
            </a:pPr>
            <a:r>
              <a:rPr lang="en-US" dirty="0" smtClean="0"/>
              <a:t>Wide variety of applications</a:t>
            </a:r>
          </a:p>
          <a:p>
            <a:pPr marL="171450" indent="-171450">
              <a:buFont typeface="Arial" panose="020B0604020202020204" pitchFamily="34" charset="0"/>
              <a:buChar char="•"/>
            </a:pPr>
            <a:r>
              <a:rPr lang="en-US" dirty="0" smtClean="0"/>
              <a:t>Easy to customize</a:t>
            </a:r>
          </a:p>
          <a:p>
            <a:pPr marL="171450" indent="-171450">
              <a:buFont typeface="Arial" panose="020B0604020202020204" pitchFamily="34" charset="0"/>
              <a:buChar char="•"/>
            </a:pPr>
            <a:r>
              <a:rPr lang="en-US" dirty="0" smtClean="0"/>
              <a:t>Updates and bug (software error) fixes rapidly distributed</a:t>
            </a:r>
          </a:p>
          <a:p>
            <a:pPr marL="171450" indent="-171450">
              <a:buFont typeface="Arial" panose="020B0604020202020204" pitchFamily="34" charset="0"/>
              <a:buChar char="•"/>
            </a:pPr>
            <a:r>
              <a:rPr lang="en-US" dirty="0" smtClean="0"/>
              <a:t>Extensive support information available for free</a:t>
            </a:r>
          </a:p>
          <a:p>
            <a:endParaRPr lang="en-US" dirty="0" smtClean="0"/>
          </a:p>
          <a:p>
            <a:r>
              <a:rPr lang="en-US" b="1" dirty="0" smtClean="0"/>
              <a:t>Open-Source CRM Disadvantages:</a:t>
            </a:r>
          </a:p>
          <a:p>
            <a:pPr marL="171450" indent="-171450">
              <a:buFont typeface="Arial" panose="020B0604020202020204" pitchFamily="34" charset="0"/>
              <a:buChar char="•"/>
            </a:pPr>
            <a:r>
              <a:rPr lang="en-US" dirty="0" smtClean="0"/>
              <a:t>Risk related to quality control</a:t>
            </a:r>
          </a:p>
          <a:p>
            <a:pPr marL="171450" indent="-171450">
              <a:buFont typeface="Arial" panose="020B0604020202020204" pitchFamily="34" charset="0"/>
              <a:buChar char="•"/>
            </a:pPr>
            <a:r>
              <a:rPr lang="en-US" dirty="0" smtClean="0"/>
              <a:t>Company IT platform must match development platform of open-source CRM system</a:t>
            </a:r>
          </a:p>
          <a:p>
            <a:pPr marL="171450" indent="-171450">
              <a:buFont typeface="Arial" panose="020B0604020202020204" pitchFamily="34" charset="0"/>
              <a:buChar char="•"/>
            </a:pPr>
            <a:endParaRPr lang="en-US" dirty="0" smtClean="0"/>
          </a:p>
          <a:p>
            <a:r>
              <a:rPr lang="en-US" b="1" dirty="0" smtClean="0"/>
              <a:t>Examples:</a:t>
            </a:r>
          </a:p>
          <a:p>
            <a:pPr marL="171450" lvl="0" indent="-171450">
              <a:buFont typeface="Arial" panose="020B0604020202020204" pitchFamily="34" charset="0"/>
              <a:buChar char="•"/>
            </a:pPr>
            <a:r>
              <a:rPr lang="en-US" dirty="0" err="1" smtClean="0"/>
              <a:t>SugarCRM</a:t>
            </a:r>
            <a:r>
              <a:rPr lang="en-US" dirty="0" smtClean="0"/>
              <a:t> (</a:t>
            </a:r>
            <a:r>
              <a:rPr lang="en-US" dirty="0" smtClean="0">
                <a:hlinkClick r:id="rId3"/>
              </a:rPr>
              <a:t>www.sugarcrm.com</a:t>
            </a:r>
            <a:r>
              <a:rPr lang="en-US" dirty="0" smtClean="0"/>
              <a:t>)</a:t>
            </a:r>
          </a:p>
          <a:p>
            <a:pPr marL="171450" lvl="0" indent="-171450">
              <a:buFont typeface="Arial" panose="020B0604020202020204" pitchFamily="34" charset="0"/>
              <a:buChar char="•"/>
            </a:pPr>
            <a:r>
              <a:rPr lang="en-US" dirty="0" err="1" smtClean="0"/>
              <a:t>Concursive</a:t>
            </a:r>
            <a:r>
              <a:rPr lang="en-US" dirty="0" smtClean="0"/>
              <a:t> (</a:t>
            </a:r>
            <a:r>
              <a:rPr lang="en-US" dirty="0" smtClean="0">
                <a:hlinkClick r:id="rId4"/>
              </a:rPr>
              <a:t>www.concursive.com</a:t>
            </a:r>
            <a:r>
              <a:rPr lang="en-US" dirty="0" smtClean="0"/>
              <a:t>) </a:t>
            </a:r>
          </a:p>
          <a:p>
            <a:pPr marL="171450" lvl="0" indent="-171450">
              <a:buFont typeface="Arial" panose="020B0604020202020204" pitchFamily="34" charset="0"/>
              <a:buChar char="•"/>
            </a:pPr>
            <a:r>
              <a:rPr lang="en-US" dirty="0" err="1" smtClean="0"/>
              <a:t>Vtiger</a:t>
            </a:r>
            <a:r>
              <a:rPr lang="en-US" dirty="0" smtClean="0"/>
              <a:t> (</a:t>
            </a:r>
            <a:r>
              <a:rPr lang="en-US" dirty="0" smtClean="0">
                <a:hlinkClick r:id="rId5"/>
              </a:rPr>
              <a:t>www.vtiger.com</a:t>
            </a:r>
            <a:r>
              <a:rPr lang="en-US" dirty="0" smtClean="0"/>
              <a:t>)</a:t>
            </a:r>
          </a:p>
        </p:txBody>
      </p:sp>
      <p:sp>
        <p:nvSpPr>
          <p:cNvPr id="4" name="Slide Number Placeholder 3"/>
          <p:cNvSpPr>
            <a:spLocks noGrp="1"/>
          </p:cNvSpPr>
          <p:nvPr>
            <p:ph type="sldNum" sz="quarter" idx="10"/>
          </p:nvPr>
        </p:nvSpPr>
        <p:spPr/>
        <p:txBody>
          <a:bodyPr/>
          <a:lstStyle/>
          <a:p>
            <a:fld id="{2CF41C25-7A1F-47FB-B705-003A328B9163}" type="slidenum">
              <a:rPr lang="en-US" smtClean="0"/>
              <a:t>23</a:t>
            </a:fld>
            <a:endParaRPr lang="en-US"/>
          </a:p>
        </p:txBody>
      </p:sp>
    </p:spTree>
    <p:extLst>
      <p:ext uri="{BB962C8B-B14F-4D97-AF65-F5344CB8AC3E}">
        <p14:creationId xmlns:p14="http://schemas.microsoft.com/office/powerpoint/2010/main" val="16512968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Open-Source CRM Systems: </a:t>
            </a:r>
            <a:r>
              <a:rPr lang="en-US" dirty="0" smtClean="0"/>
              <a:t>the source code for open-source software is available at no cost.</a:t>
            </a:r>
          </a:p>
          <a:p>
            <a:endParaRPr lang="en-US" dirty="0" smtClean="0"/>
          </a:p>
          <a:p>
            <a:r>
              <a:rPr lang="en-US" b="1" dirty="0" smtClean="0"/>
              <a:t>Benefits of Open-Source CRM:</a:t>
            </a:r>
          </a:p>
          <a:p>
            <a:pPr marL="171450" indent="-171450">
              <a:buFont typeface="Arial" panose="020B0604020202020204" pitchFamily="34" charset="0"/>
              <a:buChar char="•"/>
            </a:pPr>
            <a:r>
              <a:rPr lang="en-US" dirty="0" smtClean="0"/>
              <a:t>source code is available to developers and users</a:t>
            </a:r>
          </a:p>
          <a:p>
            <a:pPr marL="171450" indent="-171450">
              <a:buFont typeface="Arial" panose="020B0604020202020204" pitchFamily="34" charset="0"/>
              <a:buChar char="•"/>
            </a:pPr>
            <a:r>
              <a:rPr lang="en-US" dirty="0" smtClean="0"/>
              <a:t>Provide the same features or functions as other CRM</a:t>
            </a:r>
          </a:p>
          <a:p>
            <a:pPr marL="171450" indent="-171450">
              <a:buFont typeface="Arial" panose="020B0604020202020204" pitchFamily="34" charset="0"/>
              <a:buChar char="•"/>
            </a:pPr>
            <a:r>
              <a:rPr lang="en-US" dirty="0" smtClean="0"/>
              <a:t>Implemented either </a:t>
            </a:r>
            <a:r>
              <a:rPr lang="en-US" dirty="0" err="1" smtClean="0"/>
              <a:t>on-premise</a:t>
            </a:r>
            <a:r>
              <a:rPr lang="en-US" dirty="0" smtClean="0"/>
              <a:t> or on-demand</a:t>
            </a:r>
          </a:p>
          <a:p>
            <a:pPr marL="171450" indent="-171450">
              <a:buFont typeface="Arial" panose="020B0604020202020204" pitchFamily="34" charset="0"/>
              <a:buChar char="•"/>
            </a:pPr>
            <a:r>
              <a:rPr lang="en-US" dirty="0" smtClean="0"/>
              <a:t>Favorable pricing</a:t>
            </a:r>
          </a:p>
          <a:p>
            <a:pPr marL="171450" indent="-171450">
              <a:buFont typeface="Arial" panose="020B0604020202020204" pitchFamily="34" charset="0"/>
              <a:buChar char="•"/>
            </a:pPr>
            <a:r>
              <a:rPr lang="en-US" dirty="0" smtClean="0"/>
              <a:t>Wide variety of applications</a:t>
            </a:r>
          </a:p>
          <a:p>
            <a:pPr marL="171450" indent="-171450">
              <a:buFont typeface="Arial" panose="020B0604020202020204" pitchFamily="34" charset="0"/>
              <a:buChar char="•"/>
            </a:pPr>
            <a:r>
              <a:rPr lang="en-US" dirty="0" smtClean="0"/>
              <a:t>Easy to customize</a:t>
            </a:r>
          </a:p>
          <a:p>
            <a:pPr marL="171450" indent="-171450">
              <a:buFont typeface="Arial" panose="020B0604020202020204" pitchFamily="34" charset="0"/>
              <a:buChar char="•"/>
            </a:pPr>
            <a:r>
              <a:rPr lang="en-US" dirty="0" smtClean="0"/>
              <a:t>Updates and bug (software error) fixes rapidly distributed</a:t>
            </a:r>
          </a:p>
          <a:p>
            <a:pPr marL="171450" indent="-171450">
              <a:buFont typeface="Arial" panose="020B0604020202020204" pitchFamily="34" charset="0"/>
              <a:buChar char="•"/>
            </a:pPr>
            <a:r>
              <a:rPr lang="en-US" dirty="0" smtClean="0"/>
              <a:t>Extensive support information available for free</a:t>
            </a:r>
          </a:p>
        </p:txBody>
      </p:sp>
      <p:sp>
        <p:nvSpPr>
          <p:cNvPr id="4" name="Slide Number Placeholder 3"/>
          <p:cNvSpPr>
            <a:spLocks noGrp="1"/>
          </p:cNvSpPr>
          <p:nvPr>
            <p:ph type="sldNum" sz="quarter" idx="10"/>
          </p:nvPr>
        </p:nvSpPr>
        <p:spPr/>
        <p:txBody>
          <a:bodyPr/>
          <a:lstStyle/>
          <a:p>
            <a:fld id="{2CF41C25-7A1F-47FB-B705-003A328B9163}" type="slidenum">
              <a:rPr lang="en-US" smtClean="0"/>
              <a:t>24</a:t>
            </a:fld>
            <a:endParaRPr lang="en-US"/>
          </a:p>
        </p:txBody>
      </p:sp>
    </p:spTree>
    <p:extLst>
      <p:ext uri="{BB962C8B-B14F-4D97-AF65-F5344CB8AC3E}">
        <p14:creationId xmlns:p14="http://schemas.microsoft.com/office/powerpoint/2010/main" val="16512968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Open-Source CRM Systems: </a:t>
            </a:r>
            <a:r>
              <a:rPr lang="en-US" dirty="0" smtClean="0"/>
              <a:t>the source code for open-source software is available at no cost.</a:t>
            </a:r>
          </a:p>
          <a:p>
            <a:endParaRPr lang="en-US" dirty="0" smtClean="0"/>
          </a:p>
          <a:p>
            <a:r>
              <a:rPr lang="en-US" b="1" dirty="0" smtClean="0"/>
              <a:t>Open-Source CRM Disadvantages:</a:t>
            </a:r>
          </a:p>
          <a:p>
            <a:pPr marL="171450" indent="-171450">
              <a:buFont typeface="Arial" panose="020B0604020202020204" pitchFamily="34" charset="0"/>
              <a:buChar char="•"/>
            </a:pPr>
            <a:r>
              <a:rPr lang="en-US" dirty="0" smtClean="0"/>
              <a:t>Risk related to quality control</a:t>
            </a:r>
          </a:p>
          <a:p>
            <a:pPr marL="171450" indent="-171450">
              <a:buFont typeface="Arial" panose="020B0604020202020204" pitchFamily="34" charset="0"/>
              <a:buChar char="•"/>
            </a:pPr>
            <a:r>
              <a:rPr lang="en-US" dirty="0" smtClean="0"/>
              <a:t>Company IT platform must match development platform of open-source CRM system</a:t>
            </a:r>
          </a:p>
        </p:txBody>
      </p:sp>
      <p:sp>
        <p:nvSpPr>
          <p:cNvPr id="4" name="Slide Number Placeholder 3"/>
          <p:cNvSpPr>
            <a:spLocks noGrp="1"/>
          </p:cNvSpPr>
          <p:nvPr>
            <p:ph type="sldNum" sz="quarter" idx="10"/>
          </p:nvPr>
        </p:nvSpPr>
        <p:spPr/>
        <p:txBody>
          <a:bodyPr/>
          <a:lstStyle/>
          <a:p>
            <a:fld id="{2CF41C25-7A1F-47FB-B705-003A328B9163}" type="slidenum">
              <a:rPr lang="en-US" smtClean="0"/>
              <a:t>25</a:t>
            </a:fld>
            <a:endParaRPr lang="en-US"/>
          </a:p>
        </p:txBody>
      </p:sp>
    </p:spTree>
    <p:extLst>
      <p:ext uri="{BB962C8B-B14F-4D97-AF65-F5344CB8AC3E}">
        <p14:creationId xmlns:p14="http://schemas.microsoft.com/office/powerpoint/2010/main" val="16512968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Open-Source CRM Systems: </a:t>
            </a:r>
            <a:r>
              <a:rPr lang="en-US" dirty="0" smtClean="0"/>
              <a:t>the source code for open-source software is available at no cost.</a:t>
            </a:r>
          </a:p>
          <a:p>
            <a:endParaRPr lang="en-US" dirty="0" smtClean="0"/>
          </a:p>
          <a:p>
            <a:r>
              <a:rPr lang="en-US" b="1" dirty="0" smtClean="0"/>
              <a:t>Examples:</a:t>
            </a:r>
          </a:p>
          <a:p>
            <a:pPr marL="171450" lvl="0" indent="-171450">
              <a:buFont typeface="Arial" panose="020B0604020202020204" pitchFamily="34" charset="0"/>
              <a:buChar char="•"/>
            </a:pPr>
            <a:r>
              <a:rPr lang="en-US" dirty="0" err="1" smtClean="0"/>
              <a:t>SugarCRM</a:t>
            </a:r>
            <a:r>
              <a:rPr lang="en-US" dirty="0" smtClean="0"/>
              <a:t> (</a:t>
            </a:r>
            <a:r>
              <a:rPr lang="en-US" dirty="0" smtClean="0">
                <a:hlinkClick r:id="rId3"/>
              </a:rPr>
              <a:t>www.sugarcrm.com</a:t>
            </a:r>
            <a:r>
              <a:rPr lang="en-US" dirty="0" smtClean="0"/>
              <a:t>)</a:t>
            </a:r>
          </a:p>
          <a:p>
            <a:pPr marL="171450" lvl="0" indent="-171450">
              <a:buFont typeface="Arial" panose="020B0604020202020204" pitchFamily="34" charset="0"/>
              <a:buChar char="•"/>
            </a:pPr>
            <a:r>
              <a:rPr lang="en-US" dirty="0" err="1" smtClean="0"/>
              <a:t>Concursive</a:t>
            </a:r>
            <a:r>
              <a:rPr lang="en-US" dirty="0" smtClean="0"/>
              <a:t> (</a:t>
            </a:r>
            <a:r>
              <a:rPr lang="en-US" dirty="0" smtClean="0">
                <a:hlinkClick r:id="rId4"/>
              </a:rPr>
              <a:t>www.concursive.com</a:t>
            </a:r>
            <a:r>
              <a:rPr lang="en-US" dirty="0" smtClean="0"/>
              <a:t>) </a:t>
            </a:r>
          </a:p>
          <a:p>
            <a:pPr marL="171450" lvl="0" indent="-171450">
              <a:buFont typeface="Arial" panose="020B0604020202020204" pitchFamily="34" charset="0"/>
              <a:buChar char="•"/>
            </a:pPr>
            <a:r>
              <a:rPr lang="en-US" dirty="0" err="1" smtClean="0"/>
              <a:t>Vtiger</a:t>
            </a:r>
            <a:r>
              <a:rPr lang="en-US" dirty="0" smtClean="0"/>
              <a:t> (</a:t>
            </a:r>
            <a:r>
              <a:rPr lang="en-US" dirty="0" smtClean="0">
                <a:hlinkClick r:id="rId5"/>
              </a:rPr>
              <a:t>www.vtiger.com</a:t>
            </a:r>
            <a:r>
              <a:rPr lang="en-US" dirty="0" smtClean="0"/>
              <a:t>)</a:t>
            </a:r>
          </a:p>
          <a:p>
            <a:endParaRPr lang="en-US" dirty="0" smtClean="0"/>
          </a:p>
          <a:p>
            <a:endParaRPr lang="en-US" dirty="0" smtClean="0"/>
          </a:p>
        </p:txBody>
      </p:sp>
      <p:sp>
        <p:nvSpPr>
          <p:cNvPr id="4" name="Slide Number Placeholder 3"/>
          <p:cNvSpPr>
            <a:spLocks noGrp="1"/>
          </p:cNvSpPr>
          <p:nvPr>
            <p:ph type="sldNum" sz="quarter" idx="10"/>
          </p:nvPr>
        </p:nvSpPr>
        <p:spPr/>
        <p:txBody>
          <a:bodyPr/>
          <a:lstStyle/>
          <a:p>
            <a:fld id="{2CF41C25-7A1F-47FB-B705-003A328B9163}" type="slidenum">
              <a:rPr lang="en-US" smtClean="0"/>
              <a:t>26</a:t>
            </a:fld>
            <a:endParaRPr lang="en-US"/>
          </a:p>
        </p:txBody>
      </p:sp>
    </p:spTree>
    <p:extLst>
      <p:ext uri="{BB962C8B-B14F-4D97-AF65-F5344CB8AC3E}">
        <p14:creationId xmlns:p14="http://schemas.microsoft.com/office/powerpoint/2010/main" val="16512968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Social CRM: </a:t>
            </a:r>
            <a:r>
              <a:rPr lang="en-US" dirty="0" smtClean="0"/>
              <a:t>the use of social media technology and services to enable organizations to engage their customers in a collaborative conversation in order to provide mutually beneficial value in a trusted and transparent manner. </a:t>
            </a:r>
          </a:p>
          <a:p>
            <a:pPr marL="171450" indent="-171450">
              <a:buFont typeface="Arial" panose="020B0604020202020204" pitchFamily="34" charset="0"/>
              <a:buChar char="•"/>
            </a:pPr>
            <a:r>
              <a:rPr lang="en-US" dirty="0" smtClean="0"/>
              <a:t>In social CRM, organizations monitor services such as Facebook, Twitter, and LinkedIn (among many others) for relevant mentions of their products, services, and brand, and they respond accordingly.</a:t>
            </a:r>
          </a:p>
          <a:p>
            <a:pPr marL="171450" indent="-171450">
              <a:buFont typeface="Arial" panose="020B0604020202020204" pitchFamily="34" charset="0"/>
              <a:buChar char="•"/>
            </a:pPr>
            <a:r>
              <a:rPr lang="en-US" dirty="0" smtClean="0"/>
              <a:t>Social media allow customers to obtain faster, better customer service.</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27</a:t>
            </a:fld>
            <a:endParaRPr lang="en-US"/>
          </a:p>
        </p:txBody>
      </p:sp>
    </p:spTree>
    <p:extLst>
      <p:ext uri="{BB962C8B-B14F-4D97-AF65-F5344CB8AC3E}">
        <p14:creationId xmlns:p14="http://schemas.microsoft.com/office/powerpoint/2010/main" val="27856403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Title">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l="813" t="1641" r="1785"/>
          <a:stretch/>
        </p:blipFill>
        <p:spPr>
          <a:xfrm>
            <a:off x="-1" y="0"/>
            <a:ext cx="9144001" cy="4571999"/>
          </a:xfrm>
          <a:prstGeom prst="rect">
            <a:avLst/>
          </a:prstGeom>
        </p:spPr>
      </p:pic>
      <p:sp>
        <p:nvSpPr>
          <p:cNvPr id="8" name="Rectangle 7"/>
          <p:cNvSpPr/>
          <p:nvPr userDrawn="1"/>
        </p:nvSpPr>
        <p:spPr>
          <a:xfrm>
            <a:off x="-4762" y="1478378"/>
            <a:ext cx="9154254" cy="5387145"/>
          </a:xfrm>
          <a:custGeom>
            <a:avLst/>
            <a:gdLst>
              <a:gd name="connsiteX0" fmla="*/ 0 w 9159175"/>
              <a:gd name="connsiteY0" fmla="*/ 0 h 6841524"/>
              <a:gd name="connsiteX1" fmla="*/ 9159175 w 9159175"/>
              <a:gd name="connsiteY1" fmla="*/ 0 h 6841524"/>
              <a:gd name="connsiteX2" fmla="*/ 9159175 w 9159175"/>
              <a:gd name="connsiteY2" fmla="*/ 6841524 h 6841524"/>
              <a:gd name="connsiteX3" fmla="*/ 0 w 9159175"/>
              <a:gd name="connsiteY3" fmla="*/ 6841524 h 6841524"/>
              <a:gd name="connsiteX4" fmla="*/ 0 w 9159175"/>
              <a:gd name="connsiteY4" fmla="*/ 0 h 6841524"/>
              <a:gd name="connsiteX0" fmla="*/ 0 w 9207301"/>
              <a:gd name="connsiteY0" fmla="*/ 3140242 h 6841524"/>
              <a:gd name="connsiteX1" fmla="*/ 9207301 w 9207301"/>
              <a:gd name="connsiteY1" fmla="*/ 0 h 6841524"/>
              <a:gd name="connsiteX2" fmla="*/ 9207301 w 9207301"/>
              <a:gd name="connsiteY2" fmla="*/ 6841524 h 6841524"/>
              <a:gd name="connsiteX3" fmla="*/ 48126 w 9207301"/>
              <a:gd name="connsiteY3" fmla="*/ 6841524 h 6841524"/>
              <a:gd name="connsiteX4" fmla="*/ 0 w 9207301"/>
              <a:gd name="connsiteY4" fmla="*/ 3140242 h 6841524"/>
              <a:gd name="connsiteX0" fmla="*/ 0 w 9219332"/>
              <a:gd name="connsiteY0" fmla="*/ 0 h 3701282"/>
              <a:gd name="connsiteX1" fmla="*/ 9219332 w 9219332"/>
              <a:gd name="connsiteY1" fmla="*/ 782053 h 3701282"/>
              <a:gd name="connsiteX2" fmla="*/ 9207301 w 9219332"/>
              <a:gd name="connsiteY2" fmla="*/ 3701282 h 3701282"/>
              <a:gd name="connsiteX3" fmla="*/ 48126 w 9219332"/>
              <a:gd name="connsiteY3" fmla="*/ 3701282 h 3701282"/>
              <a:gd name="connsiteX4" fmla="*/ 0 w 9219332"/>
              <a:gd name="connsiteY4" fmla="*/ 0 h 3701282"/>
              <a:gd name="connsiteX0" fmla="*/ 0 w 9219332"/>
              <a:gd name="connsiteY0" fmla="*/ 0 h 3701282"/>
              <a:gd name="connsiteX1" fmla="*/ 9219332 w 9219332"/>
              <a:gd name="connsiteY1" fmla="*/ 782053 h 3701282"/>
              <a:gd name="connsiteX2" fmla="*/ 9207301 w 9219332"/>
              <a:gd name="connsiteY2" fmla="*/ 3701282 h 3701282"/>
              <a:gd name="connsiteX3" fmla="*/ 48126 w 9219332"/>
              <a:gd name="connsiteY3" fmla="*/ 3701282 h 3701282"/>
              <a:gd name="connsiteX4" fmla="*/ 0 w 9219332"/>
              <a:gd name="connsiteY4" fmla="*/ 0 h 3701282"/>
              <a:gd name="connsiteX0" fmla="*/ 0 w 9219332"/>
              <a:gd name="connsiteY0" fmla="*/ 140297 h 3841579"/>
              <a:gd name="connsiteX1" fmla="*/ 3985595 w 9219332"/>
              <a:gd name="connsiteY1" fmla="*/ 790002 h 3841579"/>
              <a:gd name="connsiteX2" fmla="*/ 9219332 w 9219332"/>
              <a:gd name="connsiteY2" fmla="*/ 922350 h 3841579"/>
              <a:gd name="connsiteX3" fmla="*/ 9207301 w 9219332"/>
              <a:gd name="connsiteY3" fmla="*/ 3841579 h 3841579"/>
              <a:gd name="connsiteX4" fmla="*/ 48126 w 9219332"/>
              <a:gd name="connsiteY4" fmla="*/ 3841579 h 3841579"/>
              <a:gd name="connsiteX5" fmla="*/ 0 w 9219332"/>
              <a:gd name="connsiteY5" fmla="*/ 140297 h 3841579"/>
              <a:gd name="connsiteX0" fmla="*/ 0 w 9219332"/>
              <a:gd name="connsiteY0" fmla="*/ 1454745 h 5156027"/>
              <a:gd name="connsiteX1" fmla="*/ 2662121 w 9219332"/>
              <a:gd name="connsiteY1" fmla="*/ 10956 h 5156027"/>
              <a:gd name="connsiteX2" fmla="*/ 9219332 w 9219332"/>
              <a:gd name="connsiteY2" fmla="*/ 2236798 h 5156027"/>
              <a:gd name="connsiteX3" fmla="*/ 9207301 w 9219332"/>
              <a:gd name="connsiteY3" fmla="*/ 5156027 h 5156027"/>
              <a:gd name="connsiteX4" fmla="*/ 48126 w 9219332"/>
              <a:gd name="connsiteY4" fmla="*/ 5156027 h 5156027"/>
              <a:gd name="connsiteX5" fmla="*/ 0 w 9219332"/>
              <a:gd name="connsiteY5" fmla="*/ 1454745 h 5156027"/>
              <a:gd name="connsiteX0" fmla="*/ 0 w 9219332"/>
              <a:gd name="connsiteY0" fmla="*/ 1443789 h 5145071"/>
              <a:gd name="connsiteX1" fmla="*/ 2662121 w 9219332"/>
              <a:gd name="connsiteY1" fmla="*/ 0 h 5145071"/>
              <a:gd name="connsiteX2" fmla="*/ 9219332 w 9219332"/>
              <a:gd name="connsiteY2" fmla="*/ 2225842 h 5145071"/>
              <a:gd name="connsiteX3" fmla="*/ 9207301 w 9219332"/>
              <a:gd name="connsiteY3" fmla="*/ 5145071 h 5145071"/>
              <a:gd name="connsiteX4" fmla="*/ 48126 w 9219332"/>
              <a:gd name="connsiteY4" fmla="*/ 5145071 h 5145071"/>
              <a:gd name="connsiteX5" fmla="*/ 0 w 9219332"/>
              <a:gd name="connsiteY5" fmla="*/ 1443789 h 5145071"/>
              <a:gd name="connsiteX0" fmla="*/ 0 w 9219332"/>
              <a:gd name="connsiteY0" fmla="*/ 1449612 h 5150894"/>
              <a:gd name="connsiteX1" fmla="*/ 2662121 w 9219332"/>
              <a:gd name="connsiteY1" fmla="*/ 5823 h 5150894"/>
              <a:gd name="connsiteX2" fmla="*/ 9219332 w 9219332"/>
              <a:gd name="connsiteY2" fmla="*/ 2231665 h 5150894"/>
              <a:gd name="connsiteX3" fmla="*/ 9207301 w 9219332"/>
              <a:gd name="connsiteY3" fmla="*/ 5150894 h 5150894"/>
              <a:gd name="connsiteX4" fmla="*/ 48126 w 9219332"/>
              <a:gd name="connsiteY4" fmla="*/ 5150894 h 5150894"/>
              <a:gd name="connsiteX5" fmla="*/ 0 w 9219332"/>
              <a:gd name="connsiteY5" fmla="*/ 1449612 h 5150894"/>
              <a:gd name="connsiteX0" fmla="*/ 0 w 9219332"/>
              <a:gd name="connsiteY0" fmla="*/ 1473604 h 5174886"/>
              <a:gd name="connsiteX1" fmla="*/ 2613995 w 9219332"/>
              <a:gd name="connsiteY1" fmla="*/ 5752 h 5174886"/>
              <a:gd name="connsiteX2" fmla="*/ 9219332 w 9219332"/>
              <a:gd name="connsiteY2" fmla="*/ 2255657 h 5174886"/>
              <a:gd name="connsiteX3" fmla="*/ 9207301 w 9219332"/>
              <a:gd name="connsiteY3" fmla="*/ 5174886 h 5174886"/>
              <a:gd name="connsiteX4" fmla="*/ 48126 w 9219332"/>
              <a:gd name="connsiteY4" fmla="*/ 5174886 h 5174886"/>
              <a:gd name="connsiteX5" fmla="*/ 0 w 9219332"/>
              <a:gd name="connsiteY5" fmla="*/ 1473604 h 5174886"/>
              <a:gd name="connsiteX0" fmla="*/ 0 w 9219332"/>
              <a:gd name="connsiteY0" fmla="*/ 1473604 h 5174886"/>
              <a:gd name="connsiteX1" fmla="*/ 2613995 w 9219332"/>
              <a:gd name="connsiteY1" fmla="*/ 5752 h 5174886"/>
              <a:gd name="connsiteX2" fmla="*/ 9219332 w 9219332"/>
              <a:gd name="connsiteY2" fmla="*/ 2255657 h 5174886"/>
              <a:gd name="connsiteX3" fmla="*/ 9207301 w 9219332"/>
              <a:gd name="connsiteY3" fmla="*/ 5174886 h 5174886"/>
              <a:gd name="connsiteX4" fmla="*/ 48126 w 9219332"/>
              <a:gd name="connsiteY4" fmla="*/ 5174886 h 5174886"/>
              <a:gd name="connsiteX5" fmla="*/ 0 w 9219332"/>
              <a:gd name="connsiteY5" fmla="*/ 1473604 h 5174886"/>
              <a:gd name="connsiteX0" fmla="*/ 0 w 9219332"/>
              <a:gd name="connsiteY0" fmla="*/ 1483124 h 5184406"/>
              <a:gd name="connsiteX1" fmla="*/ 2613995 w 9219332"/>
              <a:gd name="connsiteY1" fmla="*/ 15272 h 5184406"/>
              <a:gd name="connsiteX2" fmla="*/ 5874553 w 9219332"/>
              <a:gd name="connsiteY2" fmla="*/ 809357 h 5184406"/>
              <a:gd name="connsiteX3" fmla="*/ 9219332 w 9219332"/>
              <a:gd name="connsiteY3" fmla="*/ 2265177 h 5184406"/>
              <a:gd name="connsiteX4" fmla="*/ 9207301 w 9219332"/>
              <a:gd name="connsiteY4" fmla="*/ 5184406 h 5184406"/>
              <a:gd name="connsiteX5" fmla="*/ 48126 w 9219332"/>
              <a:gd name="connsiteY5" fmla="*/ 5184406 h 5184406"/>
              <a:gd name="connsiteX6" fmla="*/ 0 w 9219332"/>
              <a:gd name="connsiteY6" fmla="*/ 1483124 h 5184406"/>
              <a:gd name="connsiteX0" fmla="*/ 0 w 9219332"/>
              <a:gd name="connsiteY0" fmla="*/ 1483124 h 5184406"/>
              <a:gd name="connsiteX1" fmla="*/ 2613995 w 9219332"/>
              <a:gd name="connsiteY1" fmla="*/ 15272 h 5184406"/>
              <a:gd name="connsiteX2" fmla="*/ 5874553 w 9219332"/>
              <a:gd name="connsiteY2" fmla="*/ 809357 h 5184406"/>
              <a:gd name="connsiteX3" fmla="*/ 9219332 w 9219332"/>
              <a:gd name="connsiteY3" fmla="*/ 2265177 h 5184406"/>
              <a:gd name="connsiteX4" fmla="*/ 9207301 w 9219332"/>
              <a:gd name="connsiteY4" fmla="*/ 5184406 h 5184406"/>
              <a:gd name="connsiteX5" fmla="*/ 48126 w 9219332"/>
              <a:gd name="connsiteY5" fmla="*/ 5184406 h 5184406"/>
              <a:gd name="connsiteX6" fmla="*/ 0 w 9219332"/>
              <a:gd name="connsiteY6" fmla="*/ 1483124 h 5184406"/>
              <a:gd name="connsiteX0" fmla="*/ 0 w 9219332"/>
              <a:gd name="connsiteY0" fmla="*/ 1472999 h 5174281"/>
              <a:gd name="connsiteX1" fmla="*/ 2613995 w 9219332"/>
              <a:gd name="connsiteY1" fmla="*/ 5147 h 5174281"/>
              <a:gd name="connsiteX2" fmla="*/ 6223468 w 9219332"/>
              <a:gd name="connsiteY2" fmla="*/ 2026453 h 5174281"/>
              <a:gd name="connsiteX3" fmla="*/ 9219332 w 9219332"/>
              <a:gd name="connsiteY3" fmla="*/ 2255052 h 5174281"/>
              <a:gd name="connsiteX4" fmla="*/ 9207301 w 9219332"/>
              <a:gd name="connsiteY4" fmla="*/ 5174281 h 5174281"/>
              <a:gd name="connsiteX5" fmla="*/ 48126 w 9219332"/>
              <a:gd name="connsiteY5" fmla="*/ 5174281 h 5174281"/>
              <a:gd name="connsiteX6" fmla="*/ 0 w 9219332"/>
              <a:gd name="connsiteY6" fmla="*/ 1472999 h 5174281"/>
              <a:gd name="connsiteX0" fmla="*/ 0 w 9219332"/>
              <a:gd name="connsiteY0" fmla="*/ 1479523 h 5180805"/>
              <a:gd name="connsiteX1" fmla="*/ 2613995 w 9219332"/>
              <a:gd name="connsiteY1" fmla="*/ 11671 h 5180805"/>
              <a:gd name="connsiteX2" fmla="*/ 6223468 w 9219332"/>
              <a:gd name="connsiteY2" fmla="*/ 2032977 h 5180805"/>
              <a:gd name="connsiteX3" fmla="*/ 9219332 w 9219332"/>
              <a:gd name="connsiteY3" fmla="*/ 2261576 h 5180805"/>
              <a:gd name="connsiteX4" fmla="*/ 9207301 w 9219332"/>
              <a:gd name="connsiteY4" fmla="*/ 5180805 h 5180805"/>
              <a:gd name="connsiteX5" fmla="*/ 48126 w 9219332"/>
              <a:gd name="connsiteY5" fmla="*/ 5180805 h 5180805"/>
              <a:gd name="connsiteX6" fmla="*/ 0 w 9219332"/>
              <a:gd name="connsiteY6" fmla="*/ 1479523 h 5180805"/>
              <a:gd name="connsiteX0" fmla="*/ 0 w 9219332"/>
              <a:gd name="connsiteY0" fmla="*/ 1478352 h 5179634"/>
              <a:gd name="connsiteX1" fmla="*/ 2613995 w 9219332"/>
              <a:gd name="connsiteY1" fmla="*/ 10500 h 5179634"/>
              <a:gd name="connsiteX2" fmla="*/ 6223468 w 9219332"/>
              <a:gd name="connsiteY2" fmla="*/ 2031806 h 5179634"/>
              <a:gd name="connsiteX3" fmla="*/ 9219332 w 9219332"/>
              <a:gd name="connsiteY3" fmla="*/ 2260405 h 5179634"/>
              <a:gd name="connsiteX4" fmla="*/ 9207301 w 9219332"/>
              <a:gd name="connsiteY4" fmla="*/ 5179634 h 5179634"/>
              <a:gd name="connsiteX5" fmla="*/ 48126 w 9219332"/>
              <a:gd name="connsiteY5" fmla="*/ 5179634 h 5179634"/>
              <a:gd name="connsiteX6" fmla="*/ 0 w 9219332"/>
              <a:gd name="connsiteY6" fmla="*/ 1478352 h 5179634"/>
              <a:gd name="connsiteX0" fmla="*/ 0 w 9219332"/>
              <a:gd name="connsiteY0" fmla="*/ 1478352 h 5179634"/>
              <a:gd name="connsiteX1" fmla="*/ 2613995 w 9219332"/>
              <a:gd name="connsiteY1" fmla="*/ 10500 h 5179634"/>
              <a:gd name="connsiteX2" fmla="*/ 6223468 w 9219332"/>
              <a:gd name="connsiteY2" fmla="*/ 2031806 h 5179634"/>
              <a:gd name="connsiteX3" fmla="*/ 9219332 w 9219332"/>
              <a:gd name="connsiteY3" fmla="*/ 2260405 h 5179634"/>
              <a:gd name="connsiteX4" fmla="*/ 9207301 w 9219332"/>
              <a:gd name="connsiteY4" fmla="*/ 5179634 h 5179634"/>
              <a:gd name="connsiteX5" fmla="*/ 48126 w 9219332"/>
              <a:gd name="connsiteY5" fmla="*/ 5179634 h 5179634"/>
              <a:gd name="connsiteX6" fmla="*/ 0 w 9219332"/>
              <a:gd name="connsiteY6" fmla="*/ 1478352 h 5179634"/>
              <a:gd name="connsiteX0" fmla="*/ 0 w 9219332"/>
              <a:gd name="connsiteY0" fmla="*/ 1475965 h 5177247"/>
              <a:gd name="connsiteX1" fmla="*/ 2613995 w 9219332"/>
              <a:gd name="connsiteY1" fmla="*/ 8113 h 5177247"/>
              <a:gd name="connsiteX2" fmla="*/ 6223468 w 9219332"/>
              <a:gd name="connsiteY2" fmla="*/ 2029419 h 5177247"/>
              <a:gd name="connsiteX3" fmla="*/ 9219332 w 9219332"/>
              <a:gd name="connsiteY3" fmla="*/ 2258018 h 5177247"/>
              <a:gd name="connsiteX4" fmla="*/ 9207301 w 9219332"/>
              <a:gd name="connsiteY4" fmla="*/ 5177247 h 5177247"/>
              <a:gd name="connsiteX5" fmla="*/ 48126 w 9219332"/>
              <a:gd name="connsiteY5" fmla="*/ 5177247 h 5177247"/>
              <a:gd name="connsiteX6" fmla="*/ 0 w 9219332"/>
              <a:gd name="connsiteY6" fmla="*/ 1475965 h 5177247"/>
              <a:gd name="connsiteX0" fmla="*/ 0 w 9219332"/>
              <a:gd name="connsiteY0" fmla="*/ 1472966 h 5174248"/>
              <a:gd name="connsiteX1" fmla="*/ 2613995 w 9219332"/>
              <a:gd name="connsiteY1" fmla="*/ 5114 h 5174248"/>
              <a:gd name="connsiteX2" fmla="*/ 6223468 w 9219332"/>
              <a:gd name="connsiteY2" fmla="*/ 2026420 h 5174248"/>
              <a:gd name="connsiteX3" fmla="*/ 9219332 w 9219332"/>
              <a:gd name="connsiteY3" fmla="*/ 2182829 h 5174248"/>
              <a:gd name="connsiteX4" fmla="*/ 9207301 w 9219332"/>
              <a:gd name="connsiteY4" fmla="*/ 5174248 h 5174248"/>
              <a:gd name="connsiteX5" fmla="*/ 48126 w 9219332"/>
              <a:gd name="connsiteY5" fmla="*/ 5174248 h 5174248"/>
              <a:gd name="connsiteX6" fmla="*/ 0 w 9219332"/>
              <a:gd name="connsiteY6" fmla="*/ 1472966 h 5174248"/>
              <a:gd name="connsiteX0" fmla="*/ 0 w 9219332"/>
              <a:gd name="connsiteY0" fmla="*/ 1472966 h 5174248"/>
              <a:gd name="connsiteX1" fmla="*/ 2613995 w 9219332"/>
              <a:gd name="connsiteY1" fmla="*/ 5114 h 5174248"/>
              <a:gd name="connsiteX2" fmla="*/ 6223468 w 9219332"/>
              <a:gd name="connsiteY2" fmla="*/ 2026420 h 5174248"/>
              <a:gd name="connsiteX3" fmla="*/ 9219332 w 9219332"/>
              <a:gd name="connsiteY3" fmla="*/ 2182829 h 5174248"/>
              <a:gd name="connsiteX4" fmla="*/ 9207301 w 9219332"/>
              <a:gd name="connsiteY4" fmla="*/ 5174248 h 5174248"/>
              <a:gd name="connsiteX5" fmla="*/ 48126 w 9219332"/>
              <a:gd name="connsiteY5" fmla="*/ 5174248 h 5174248"/>
              <a:gd name="connsiteX6" fmla="*/ 0 w 9219332"/>
              <a:gd name="connsiteY6" fmla="*/ 1472966 h 5174248"/>
              <a:gd name="connsiteX0" fmla="*/ 0 w 9219332"/>
              <a:gd name="connsiteY0" fmla="*/ 1473550 h 5174832"/>
              <a:gd name="connsiteX1" fmla="*/ 2613995 w 9219332"/>
              <a:gd name="connsiteY1" fmla="*/ 5698 h 5174832"/>
              <a:gd name="connsiteX2" fmla="*/ 6223468 w 9219332"/>
              <a:gd name="connsiteY2" fmla="*/ 2027004 h 5174832"/>
              <a:gd name="connsiteX3" fmla="*/ 9219332 w 9219332"/>
              <a:gd name="connsiteY3" fmla="*/ 2183413 h 5174832"/>
              <a:gd name="connsiteX4" fmla="*/ 9207301 w 9219332"/>
              <a:gd name="connsiteY4" fmla="*/ 5174832 h 5174832"/>
              <a:gd name="connsiteX5" fmla="*/ 48126 w 9219332"/>
              <a:gd name="connsiteY5" fmla="*/ 5174832 h 5174832"/>
              <a:gd name="connsiteX6" fmla="*/ 0 w 9219332"/>
              <a:gd name="connsiteY6" fmla="*/ 1473550 h 5174832"/>
              <a:gd name="connsiteX0" fmla="*/ 0 w 9219332"/>
              <a:gd name="connsiteY0" fmla="*/ 1473550 h 5174832"/>
              <a:gd name="connsiteX1" fmla="*/ 2613995 w 9219332"/>
              <a:gd name="connsiteY1" fmla="*/ 5698 h 5174832"/>
              <a:gd name="connsiteX2" fmla="*/ 6223468 w 9219332"/>
              <a:gd name="connsiteY2" fmla="*/ 2027004 h 5174832"/>
              <a:gd name="connsiteX3" fmla="*/ 9219332 w 9219332"/>
              <a:gd name="connsiteY3" fmla="*/ 2183413 h 5174832"/>
              <a:gd name="connsiteX4" fmla="*/ 9207301 w 9219332"/>
              <a:gd name="connsiteY4" fmla="*/ 5174832 h 5174832"/>
              <a:gd name="connsiteX5" fmla="*/ 48126 w 9219332"/>
              <a:gd name="connsiteY5" fmla="*/ 5174832 h 5174832"/>
              <a:gd name="connsiteX6" fmla="*/ 0 w 9219332"/>
              <a:gd name="connsiteY6" fmla="*/ 1473550 h 5174832"/>
              <a:gd name="connsiteX0" fmla="*/ 0 w 9219332"/>
              <a:gd name="connsiteY0" fmla="*/ 1473550 h 5174832"/>
              <a:gd name="connsiteX1" fmla="*/ 2613995 w 9219332"/>
              <a:gd name="connsiteY1" fmla="*/ 5698 h 5174832"/>
              <a:gd name="connsiteX2" fmla="*/ 6223468 w 9219332"/>
              <a:gd name="connsiteY2" fmla="*/ 2027004 h 5174832"/>
              <a:gd name="connsiteX3" fmla="*/ 9219332 w 9219332"/>
              <a:gd name="connsiteY3" fmla="*/ 2183413 h 5174832"/>
              <a:gd name="connsiteX4" fmla="*/ 9207301 w 9219332"/>
              <a:gd name="connsiteY4" fmla="*/ 5174832 h 5174832"/>
              <a:gd name="connsiteX5" fmla="*/ 48126 w 9219332"/>
              <a:gd name="connsiteY5" fmla="*/ 5174832 h 5174832"/>
              <a:gd name="connsiteX6" fmla="*/ 0 w 9219332"/>
              <a:gd name="connsiteY6" fmla="*/ 1473550 h 5174832"/>
              <a:gd name="connsiteX0" fmla="*/ 0 w 9219332"/>
              <a:gd name="connsiteY0" fmla="*/ 1498176 h 5199458"/>
              <a:gd name="connsiteX1" fmla="*/ 2613995 w 9219332"/>
              <a:gd name="connsiteY1" fmla="*/ 30324 h 5199458"/>
              <a:gd name="connsiteX2" fmla="*/ 6223468 w 9219332"/>
              <a:gd name="connsiteY2" fmla="*/ 2051630 h 5199458"/>
              <a:gd name="connsiteX3" fmla="*/ 9219332 w 9219332"/>
              <a:gd name="connsiteY3" fmla="*/ 2208039 h 5199458"/>
              <a:gd name="connsiteX4" fmla="*/ 9207301 w 9219332"/>
              <a:gd name="connsiteY4" fmla="*/ 5199458 h 5199458"/>
              <a:gd name="connsiteX5" fmla="*/ 48126 w 9219332"/>
              <a:gd name="connsiteY5" fmla="*/ 5199458 h 5199458"/>
              <a:gd name="connsiteX6" fmla="*/ 0 w 9219332"/>
              <a:gd name="connsiteY6" fmla="*/ 1498176 h 5199458"/>
              <a:gd name="connsiteX0" fmla="*/ 0 w 9219332"/>
              <a:gd name="connsiteY0" fmla="*/ 1498176 h 5199458"/>
              <a:gd name="connsiteX1" fmla="*/ 2613995 w 9219332"/>
              <a:gd name="connsiteY1" fmla="*/ 30324 h 5199458"/>
              <a:gd name="connsiteX2" fmla="*/ 6223468 w 9219332"/>
              <a:gd name="connsiteY2" fmla="*/ 2051630 h 5199458"/>
              <a:gd name="connsiteX3" fmla="*/ 9219332 w 9219332"/>
              <a:gd name="connsiteY3" fmla="*/ 2208039 h 5199458"/>
              <a:gd name="connsiteX4" fmla="*/ 9207301 w 9219332"/>
              <a:gd name="connsiteY4" fmla="*/ 5199458 h 5199458"/>
              <a:gd name="connsiteX5" fmla="*/ 48126 w 9219332"/>
              <a:gd name="connsiteY5" fmla="*/ 5199458 h 5199458"/>
              <a:gd name="connsiteX6" fmla="*/ 0 w 9219332"/>
              <a:gd name="connsiteY6" fmla="*/ 1498176 h 5199458"/>
              <a:gd name="connsiteX0" fmla="*/ 0 w 9219332"/>
              <a:gd name="connsiteY0" fmla="*/ 1468793 h 5170075"/>
              <a:gd name="connsiteX1" fmla="*/ 2613995 w 9219332"/>
              <a:gd name="connsiteY1" fmla="*/ 941 h 5170075"/>
              <a:gd name="connsiteX2" fmla="*/ 6223468 w 9219332"/>
              <a:gd name="connsiteY2" fmla="*/ 2022247 h 5170075"/>
              <a:gd name="connsiteX3" fmla="*/ 9219332 w 9219332"/>
              <a:gd name="connsiteY3" fmla="*/ 2178656 h 5170075"/>
              <a:gd name="connsiteX4" fmla="*/ 9207301 w 9219332"/>
              <a:gd name="connsiteY4" fmla="*/ 5170075 h 5170075"/>
              <a:gd name="connsiteX5" fmla="*/ 48126 w 9219332"/>
              <a:gd name="connsiteY5" fmla="*/ 5170075 h 5170075"/>
              <a:gd name="connsiteX6" fmla="*/ 0 w 9219332"/>
              <a:gd name="connsiteY6" fmla="*/ 1468793 h 5170075"/>
              <a:gd name="connsiteX0" fmla="*/ 0 w 9219332"/>
              <a:gd name="connsiteY0" fmla="*/ 1482160 h 5183442"/>
              <a:gd name="connsiteX1" fmla="*/ 2613995 w 9219332"/>
              <a:gd name="connsiteY1" fmla="*/ 14308 h 5183442"/>
              <a:gd name="connsiteX2" fmla="*/ 6223468 w 9219332"/>
              <a:gd name="connsiteY2" fmla="*/ 2035614 h 5183442"/>
              <a:gd name="connsiteX3" fmla="*/ 9219332 w 9219332"/>
              <a:gd name="connsiteY3" fmla="*/ 2192023 h 5183442"/>
              <a:gd name="connsiteX4" fmla="*/ 9207301 w 9219332"/>
              <a:gd name="connsiteY4" fmla="*/ 5183442 h 5183442"/>
              <a:gd name="connsiteX5" fmla="*/ 48126 w 9219332"/>
              <a:gd name="connsiteY5" fmla="*/ 5183442 h 5183442"/>
              <a:gd name="connsiteX6" fmla="*/ 0 w 9219332"/>
              <a:gd name="connsiteY6" fmla="*/ 1482160 h 5183442"/>
              <a:gd name="connsiteX0" fmla="*/ 0 w 9219332"/>
              <a:gd name="connsiteY0" fmla="*/ 1493749 h 5195031"/>
              <a:gd name="connsiteX1" fmla="*/ 2613995 w 9219332"/>
              <a:gd name="connsiteY1" fmla="*/ 25897 h 5195031"/>
              <a:gd name="connsiteX2" fmla="*/ 6223468 w 9219332"/>
              <a:gd name="connsiteY2" fmla="*/ 2047203 h 5195031"/>
              <a:gd name="connsiteX3" fmla="*/ 9219332 w 9219332"/>
              <a:gd name="connsiteY3" fmla="*/ 2203612 h 5195031"/>
              <a:gd name="connsiteX4" fmla="*/ 9207301 w 9219332"/>
              <a:gd name="connsiteY4" fmla="*/ 5195031 h 5195031"/>
              <a:gd name="connsiteX5" fmla="*/ 48126 w 9219332"/>
              <a:gd name="connsiteY5" fmla="*/ 5195031 h 5195031"/>
              <a:gd name="connsiteX6" fmla="*/ 0 w 9219332"/>
              <a:gd name="connsiteY6" fmla="*/ 1493749 h 5195031"/>
              <a:gd name="connsiteX0" fmla="*/ 0 w 9219332"/>
              <a:gd name="connsiteY0" fmla="*/ 1539121 h 5240403"/>
              <a:gd name="connsiteX1" fmla="*/ 2493679 w 9219332"/>
              <a:gd name="connsiteY1" fmla="*/ 23143 h 5240403"/>
              <a:gd name="connsiteX2" fmla="*/ 6223468 w 9219332"/>
              <a:gd name="connsiteY2" fmla="*/ 2092575 h 5240403"/>
              <a:gd name="connsiteX3" fmla="*/ 9219332 w 9219332"/>
              <a:gd name="connsiteY3" fmla="*/ 2248984 h 5240403"/>
              <a:gd name="connsiteX4" fmla="*/ 9207301 w 9219332"/>
              <a:gd name="connsiteY4" fmla="*/ 5240403 h 5240403"/>
              <a:gd name="connsiteX5" fmla="*/ 48126 w 9219332"/>
              <a:gd name="connsiteY5" fmla="*/ 5240403 h 5240403"/>
              <a:gd name="connsiteX6" fmla="*/ 0 w 9219332"/>
              <a:gd name="connsiteY6" fmla="*/ 1539121 h 5240403"/>
              <a:gd name="connsiteX0" fmla="*/ 0 w 9219332"/>
              <a:gd name="connsiteY0" fmla="*/ 1556620 h 5257902"/>
              <a:gd name="connsiteX1" fmla="*/ 2493679 w 9219332"/>
              <a:gd name="connsiteY1" fmla="*/ 40642 h 5257902"/>
              <a:gd name="connsiteX2" fmla="*/ 6223468 w 9219332"/>
              <a:gd name="connsiteY2" fmla="*/ 2110074 h 5257902"/>
              <a:gd name="connsiteX3" fmla="*/ 9219332 w 9219332"/>
              <a:gd name="connsiteY3" fmla="*/ 2266483 h 5257902"/>
              <a:gd name="connsiteX4" fmla="*/ 9207301 w 9219332"/>
              <a:gd name="connsiteY4" fmla="*/ 5257902 h 5257902"/>
              <a:gd name="connsiteX5" fmla="*/ 48126 w 9219332"/>
              <a:gd name="connsiteY5" fmla="*/ 5257902 h 5257902"/>
              <a:gd name="connsiteX6" fmla="*/ 0 w 9219332"/>
              <a:gd name="connsiteY6" fmla="*/ 1556620 h 5257902"/>
              <a:gd name="connsiteX0" fmla="*/ 0 w 9219332"/>
              <a:gd name="connsiteY0" fmla="*/ 1562740 h 5264022"/>
              <a:gd name="connsiteX1" fmla="*/ 2493679 w 9219332"/>
              <a:gd name="connsiteY1" fmla="*/ 46762 h 5264022"/>
              <a:gd name="connsiteX2" fmla="*/ 6223468 w 9219332"/>
              <a:gd name="connsiteY2" fmla="*/ 2116194 h 5264022"/>
              <a:gd name="connsiteX3" fmla="*/ 9219332 w 9219332"/>
              <a:gd name="connsiteY3" fmla="*/ 2272603 h 5264022"/>
              <a:gd name="connsiteX4" fmla="*/ 9207301 w 9219332"/>
              <a:gd name="connsiteY4" fmla="*/ 5264022 h 5264022"/>
              <a:gd name="connsiteX5" fmla="*/ 48126 w 9219332"/>
              <a:gd name="connsiteY5" fmla="*/ 5264022 h 5264022"/>
              <a:gd name="connsiteX6" fmla="*/ 0 w 9219332"/>
              <a:gd name="connsiteY6" fmla="*/ 1562740 h 5264022"/>
              <a:gd name="connsiteX0" fmla="*/ 0 w 9219332"/>
              <a:gd name="connsiteY0" fmla="*/ 1556621 h 5257903"/>
              <a:gd name="connsiteX1" fmla="*/ 2469615 w 9219332"/>
              <a:gd name="connsiteY1" fmla="*/ 40643 h 5257903"/>
              <a:gd name="connsiteX2" fmla="*/ 6223468 w 9219332"/>
              <a:gd name="connsiteY2" fmla="*/ 2110075 h 5257903"/>
              <a:gd name="connsiteX3" fmla="*/ 9219332 w 9219332"/>
              <a:gd name="connsiteY3" fmla="*/ 2266484 h 5257903"/>
              <a:gd name="connsiteX4" fmla="*/ 9207301 w 9219332"/>
              <a:gd name="connsiteY4" fmla="*/ 5257903 h 5257903"/>
              <a:gd name="connsiteX5" fmla="*/ 48126 w 9219332"/>
              <a:gd name="connsiteY5" fmla="*/ 5257903 h 5257903"/>
              <a:gd name="connsiteX6" fmla="*/ 0 w 9219332"/>
              <a:gd name="connsiteY6" fmla="*/ 1556621 h 5257903"/>
              <a:gd name="connsiteX0" fmla="*/ 0 w 9219332"/>
              <a:gd name="connsiteY0" fmla="*/ 1545248 h 5246530"/>
              <a:gd name="connsiteX1" fmla="*/ 2469615 w 9219332"/>
              <a:gd name="connsiteY1" fmla="*/ 29270 h 5246530"/>
              <a:gd name="connsiteX2" fmla="*/ 6223468 w 9219332"/>
              <a:gd name="connsiteY2" fmla="*/ 2098702 h 5246530"/>
              <a:gd name="connsiteX3" fmla="*/ 9219332 w 9219332"/>
              <a:gd name="connsiteY3" fmla="*/ 2255111 h 5246530"/>
              <a:gd name="connsiteX4" fmla="*/ 9207301 w 9219332"/>
              <a:gd name="connsiteY4" fmla="*/ 5246530 h 5246530"/>
              <a:gd name="connsiteX5" fmla="*/ 48126 w 9219332"/>
              <a:gd name="connsiteY5" fmla="*/ 5246530 h 5246530"/>
              <a:gd name="connsiteX6" fmla="*/ 0 w 9219332"/>
              <a:gd name="connsiteY6" fmla="*/ 1545248 h 5246530"/>
              <a:gd name="connsiteX0" fmla="*/ 0 w 9219332"/>
              <a:gd name="connsiteY0" fmla="*/ 1547962 h 5249244"/>
              <a:gd name="connsiteX1" fmla="*/ 2469615 w 9219332"/>
              <a:gd name="connsiteY1" fmla="*/ 31984 h 5249244"/>
              <a:gd name="connsiteX2" fmla="*/ 6223468 w 9219332"/>
              <a:gd name="connsiteY2" fmla="*/ 2101416 h 5249244"/>
              <a:gd name="connsiteX3" fmla="*/ 9219332 w 9219332"/>
              <a:gd name="connsiteY3" fmla="*/ 2257825 h 5249244"/>
              <a:gd name="connsiteX4" fmla="*/ 9207301 w 9219332"/>
              <a:gd name="connsiteY4" fmla="*/ 5249244 h 5249244"/>
              <a:gd name="connsiteX5" fmla="*/ 48126 w 9219332"/>
              <a:gd name="connsiteY5" fmla="*/ 5249244 h 5249244"/>
              <a:gd name="connsiteX6" fmla="*/ 0 w 9219332"/>
              <a:gd name="connsiteY6" fmla="*/ 1547962 h 5249244"/>
              <a:gd name="connsiteX0" fmla="*/ 0 w 9219332"/>
              <a:gd name="connsiteY0" fmla="*/ 1521267 h 5222549"/>
              <a:gd name="connsiteX1" fmla="*/ 2469615 w 9219332"/>
              <a:gd name="connsiteY1" fmla="*/ 5289 h 5222549"/>
              <a:gd name="connsiteX2" fmla="*/ 6223468 w 9219332"/>
              <a:gd name="connsiteY2" fmla="*/ 2014563 h 5222549"/>
              <a:gd name="connsiteX3" fmla="*/ 9219332 w 9219332"/>
              <a:gd name="connsiteY3" fmla="*/ 2231130 h 5222549"/>
              <a:gd name="connsiteX4" fmla="*/ 9207301 w 9219332"/>
              <a:gd name="connsiteY4" fmla="*/ 5222549 h 5222549"/>
              <a:gd name="connsiteX5" fmla="*/ 48126 w 9219332"/>
              <a:gd name="connsiteY5" fmla="*/ 5222549 h 5222549"/>
              <a:gd name="connsiteX6" fmla="*/ 0 w 9219332"/>
              <a:gd name="connsiteY6" fmla="*/ 1521267 h 5222549"/>
              <a:gd name="connsiteX0" fmla="*/ 0 w 9219332"/>
              <a:gd name="connsiteY0" fmla="*/ 1521267 h 5222549"/>
              <a:gd name="connsiteX1" fmla="*/ 2469615 w 9219332"/>
              <a:gd name="connsiteY1" fmla="*/ 5289 h 5222549"/>
              <a:gd name="connsiteX2" fmla="*/ 6223468 w 9219332"/>
              <a:gd name="connsiteY2" fmla="*/ 2014563 h 5222549"/>
              <a:gd name="connsiteX3" fmla="*/ 9219332 w 9219332"/>
              <a:gd name="connsiteY3" fmla="*/ 2231130 h 5222549"/>
              <a:gd name="connsiteX4" fmla="*/ 9207301 w 9219332"/>
              <a:gd name="connsiteY4" fmla="*/ 5222549 h 5222549"/>
              <a:gd name="connsiteX5" fmla="*/ 48126 w 9219332"/>
              <a:gd name="connsiteY5" fmla="*/ 5222549 h 5222549"/>
              <a:gd name="connsiteX6" fmla="*/ 0 w 9219332"/>
              <a:gd name="connsiteY6" fmla="*/ 1521267 h 5222549"/>
              <a:gd name="connsiteX0" fmla="*/ 0 w 9219332"/>
              <a:gd name="connsiteY0" fmla="*/ 1552938 h 5254220"/>
              <a:gd name="connsiteX1" fmla="*/ 2469615 w 9219332"/>
              <a:gd name="connsiteY1" fmla="*/ 36960 h 5254220"/>
              <a:gd name="connsiteX2" fmla="*/ 6223468 w 9219332"/>
              <a:gd name="connsiteY2" fmla="*/ 2046234 h 5254220"/>
              <a:gd name="connsiteX3" fmla="*/ 9219332 w 9219332"/>
              <a:gd name="connsiteY3" fmla="*/ 2262801 h 5254220"/>
              <a:gd name="connsiteX4" fmla="*/ 9207301 w 9219332"/>
              <a:gd name="connsiteY4" fmla="*/ 5254220 h 5254220"/>
              <a:gd name="connsiteX5" fmla="*/ 48126 w 9219332"/>
              <a:gd name="connsiteY5" fmla="*/ 5254220 h 5254220"/>
              <a:gd name="connsiteX6" fmla="*/ 0 w 9219332"/>
              <a:gd name="connsiteY6" fmla="*/ 1552938 h 5254220"/>
              <a:gd name="connsiteX0" fmla="*/ 0 w 9243396"/>
              <a:gd name="connsiteY0" fmla="*/ 1549990 h 5251272"/>
              <a:gd name="connsiteX1" fmla="*/ 2469615 w 9243396"/>
              <a:gd name="connsiteY1" fmla="*/ 34012 h 5251272"/>
              <a:gd name="connsiteX2" fmla="*/ 6223468 w 9243396"/>
              <a:gd name="connsiteY2" fmla="*/ 2043286 h 5251272"/>
              <a:gd name="connsiteX3" fmla="*/ 9243396 w 9243396"/>
              <a:gd name="connsiteY3" fmla="*/ 2187664 h 5251272"/>
              <a:gd name="connsiteX4" fmla="*/ 9207301 w 9243396"/>
              <a:gd name="connsiteY4" fmla="*/ 5251272 h 5251272"/>
              <a:gd name="connsiteX5" fmla="*/ 48126 w 9243396"/>
              <a:gd name="connsiteY5" fmla="*/ 5251272 h 5251272"/>
              <a:gd name="connsiteX6" fmla="*/ 0 w 9243396"/>
              <a:gd name="connsiteY6" fmla="*/ 1549990 h 5251272"/>
              <a:gd name="connsiteX0" fmla="*/ 0 w 9243396"/>
              <a:gd name="connsiteY0" fmla="*/ 1549990 h 5251272"/>
              <a:gd name="connsiteX1" fmla="*/ 2469615 w 9243396"/>
              <a:gd name="connsiteY1" fmla="*/ 34012 h 5251272"/>
              <a:gd name="connsiteX2" fmla="*/ 6223468 w 9243396"/>
              <a:gd name="connsiteY2" fmla="*/ 2043286 h 5251272"/>
              <a:gd name="connsiteX3" fmla="*/ 9243396 w 9243396"/>
              <a:gd name="connsiteY3" fmla="*/ 2187664 h 5251272"/>
              <a:gd name="connsiteX4" fmla="*/ 9207301 w 9243396"/>
              <a:gd name="connsiteY4" fmla="*/ 5251272 h 5251272"/>
              <a:gd name="connsiteX5" fmla="*/ 48126 w 9243396"/>
              <a:gd name="connsiteY5" fmla="*/ 5251272 h 5251272"/>
              <a:gd name="connsiteX6" fmla="*/ 0 w 9243396"/>
              <a:gd name="connsiteY6" fmla="*/ 1549990 h 5251272"/>
              <a:gd name="connsiteX0" fmla="*/ 0 w 9243396"/>
              <a:gd name="connsiteY0" fmla="*/ 1553368 h 5254650"/>
              <a:gd name="connsiteX1" fmla="*/ 2469615 w 9243396"/>
              <a:gd name="connsiteY1" fmla="*/ 37390 h 5254650"/>
              <a:gd name="connsiteX2" fmla="*/ 6223468 w 9243396"/>
              <a:gd name="connsiteY2" fmla="*/ 2046664 h 5254650"/>
              <a:gd name="connsiteX3" fmla="*/ 9243396 w 9243396"/>
              <a:gd name="connsiteY3" fmla="*/ 2191042 h 5254650"/>
              <a:gd name="connsiteX4" fmla="*/ 9207301 w 9243396"/>
              <a:gd name="connsiteY4" fmla="*/ 5254650 h 5254650"/>
              <a:gd name="connsiteX5" fmla="*/ 48126 w 9243396"/>
              <a:gd name="connsiteY5" fmla="*/ 5254650 h 5254650"/>
              <a:gd name="connsiteX6" fmla="*/ 0 w 9243396"/>
              <a:gd name="connsiteY6" fmla="*/ 1553368 h 5254650"/>
              <a:gd name="connsiteX0" fmla="*/ 0 w 9243396"/>
              <a:gd name="connsiteY0" fmla="*/ 1555192 h 5256474"/>
              <a:gd name="connsiteX1" fmla="*/ 2469615 w 9243396"/>
              <a:gd name="connsiteY1" fmla="*/ 39214 h 5256474"/>
              <a:gd name="connsiteX2" fmla="*/ 6223468 w 9243396"/>
              <a:gd name="connsiteY2" fmla="*/ 2048488 h 5256474"/>
              <a:gd name="connsiteX3" fmla="*/ 9243396 w 9243396"/>
              <a:gd name="connsiteY3" fmla="*/ 2192866 h 5256474"/>
              <a:gd name="connsiteX4" fmla="*/ 9207301 w 9243396"/>
              <a:gd name="connsiteY4" fmla="*/ 5256474 h 5256474"/>
              <a:gd name="connsiteX5" fmla="*/ 48126 w 9243396"/>
              <a:gd name="connsiteY5" fmla="*/ 5256474 h 5256474"/>
              <a:gd name="connsiteX6" fmla="*/ 0 w 9243396"/>
              <a:gd name="connsiteY6" fmla="*/ 1555192 h 5256474"/>
              <a:gd name="connsiteX0" fmla="*/ 0 w 9243396"/>
              <a:gd name="connsiteY0" fmla="*/ 1555192 h 5256474"/>
              <a:gd name="connsiteX1" fmla="*/ 2469615 w 9243396"/>
              <a:gd name="connsiteY1" fmla="*/ 39214 h 5256474"/>
              <a:gd name="connsiteX2" fmla="*/ 6223468 w 9243396"/>
              <a:gd name="connsiteY2" fmla="*/ 2048488 h 5256474"/>
              <a:gd name="connsiteX3" fmla="*/ 9243396 w 9243396"/>
              <a:gd name="connsiteY3" fmla="*/ 2192866 h 5256474"/>
              <a:gd name="connsiteX4" fmla="*/ 9207301 w 9243396"/>
              <a:gd name="connsiteY4" fmla="*/ 5256474 h 5256474"/>
              <a:gd name="connsiteX5" fmla="*/ 48126 w 9243396"/>
              <a:gd name="connsiteY5" fmla="*/ 5256474 h 5256474"/>
              <a:gd name="connsiteX6" fmla="*/ 0 w 9243396"/>
              <a:gd name="connsiteY6" fmla="*/ 1555192 h 5256474"/>
              <a:gd name="connsiteX0" fmla="*/ 0 w 9243396"/>
              <a:gd name="connsiteY0" fmla="*/ 1514369 h 5215651"/>
              <a:gd name="connsiteX1" fmla="*/ 2373363 w 9243396"/>
              <a:gd name="connsiteY1" fmla="*/ 34486 h 5215651"/>
              <a:gd name="connsiteX2" fmla="*/ 6223468 w 9243396"/>
              <a:gd name="connsiteY2" fmla="*/ 2007665 h 5215651"/>
              <a:gd name="connsiteX3" fmla="*/ 9243396 w 9243396"/>
              <a:gd name="connsiteY3" fmla="*/ 2152043 h 5215651"/>
              <a:gd name="connsiteX4" fmla="*/ 9207301 w 9243396"/>
              <a:gd name="connsiteY4" fmla="*/ 5215651 h 5215651"/>
              <a:gd name="connsiteX5" fmla="*/ 48126 w 9243396"/>
              <a:gd name="connsiteY5" fmla="*/ 5215651 h 5215651"/>
              <a:gd name="connsiteX6" fmla="*/ 0 w 9243396"/>
              <a:gd name="connsiteY6" fmla="*/ 1514369 h 5215651"/>
              <a:gd name="connsiteX0" fmla="*/ 0 w 9243396"/>
              <a:gd name="connsiteY0" fmla="*/ 1483351 h 5184633"/>
              <a:gd name="connsiteX1" fmla="*/ 2373363 w 9243396"/>
              <a:gd name="connsiteY1" fmla="*/ 3468 h 5184633"/>
              <a:gd name="connsiteX2" fmla="*/ 6271595 w 9243396"/>
              <a:gd name="connsiteY2" fmla="*/ 1868363 h 5184633"/>
              <a:gd name="connsiteX3" fmla="*/ 9243396 w 9243396"/>
              <a:gd name="connsiteY3" fmla="*/ 2121025 h 5184633"/>
              <a:gd name="connsiteX4" fmla="*/ 9207301 w 9243396"/>
              <a:gd name="connsiteY4" fmla="*/ 5184633 h 5184633"/>
              <a:gd name="connsiteX5" fmla="*/ 48126 w 9243396"/>
              <a:gd name="connsiteY5" fmla="*/ 5184633 h 5184633"/>
              <a:gd name="connsiteX6" fmla="*/ 0 w 9243396"/>
              <a:gd name="connsiteY6" fmla="*/ 1483351 h 5184633"/>
              <a:gd name="connsiteX0" fmla="*/ 0 w 9243396"/>
              <a:gd name="connsiteY0" fmla="*/ 1483351 h 5184633"/>
              <a:gd name="connsiteX1" fmla="*/ 2373363 w 9243396"/>
              <a:gd name="connsiteY1" fmla="*/ 3468 h 5184633"/>
              <a:gd name="connsiteX2" fmla="*/ 6271595 w 9243396"/>
              <a:gd name="connsiteY2" fmla="*/ 1868363 h 5184633"/>
              <a:gd name="connsiteX3" fmla="*/ 9243396 w 9243396"/>
              <a:gd name="connsiteY3" fmla="*/ 2121025 h 5184633"/>
              <a:gd name="connsiteX4" fmla="*/ 9207301 w 9243396"/>
              <a:gd name="connsiteY4" fmla="*/ 5184633 h 5184633"/>
              <a:gd name="connsiteX5" fmla="*/ 48126 w 9243396"/>
              <a:gd name="connsiteY5" fmla="*/ 5184633 h 5184633"/>
              <a:gd name="connsiteX6" fmla="*/ 0 w 9243396"/>
              <a:gd name="connsiteY6" fmla="*/ 1483351 h 5184633"/>
              <a:gd name="connsiteX0" fmla="*/ 0 w 9243396"/>
              <a:gd name="connsiteY0" fmla="*/ 1480225 h 5181507"/>
              <a:gd name="connsiteX1" fmla="*/ 2373363 w 9243396"/>
              <a:gd name="connsiteY1" fmla="*/ 342 h 5181507"/>
              <a:gd name="connsiteX2" fmla="*/ 5537669 w 9243396"/>
              <a:gd name="connsiteY2" fmla="*/ 1371942 h 5181507"/>
              <a:gd name="connsiteX3" fmla="*/ 9243396 w 9243396"/>
              <a:gd name="connsiteY3" fmla="*/ 2117899 h 5181507"/>
              <a:gd name="connsiteX4" fmla="*/ 9207301 w 9243396"/>
              <a:gd name="connsiteY4" fmla="*/ 5181507 h 5181507"/>
              <a:gd name="connsiteX5" fmla="*/ 48126 w 9243396"/>
              <a:gd name="connsiteY5" fmla="*/ 5181507 h 5181507"/>
              <a:gd name="connsiteX6" fmla="*/ 0 w 9243396"/>
              <a:gd name="connsiteY6" fmla="*/ 1480225 h 5181507"/>
              <a:gd name="connsiteX0" fmla="*/ 0 w 9243396"/>
              <a:gd name="connsiteY0" fmla="*/ 1480319 h 5181601"/>
              <a:gd name="connsiteX1" fmla="*/ 2373363 w 9243396"/>
              <a:gd name="connsiteY1" fmla="*/ 436 h 5181601"/>
              <a:gd name="connsiteX2" fmla="*/ 5537669 w 9243396"/>
              <a:gd name="connsiteY2" fmla="*/ 1372036 h 5181601"/>
              <a:gd name="connsiteX3" fmla="*/ 9243396 w 9243396"/>
              <a:gd name="connsiteY3" fmla="*/ 2117993 h 5181601"/>
              <a:gd name="connsiteX4" fmla="*/ 9207301 w 9243396"/>
              <a:gd name="connsiteY4" fmla="*/ 5181601 h 5181601"/>
              <a:gd name="connsiteX5" fmla="*/ 48126 w 9243396"/>
              <a:gd name="connsiteY5" fmla="*/ 5181601 h 5181601"/>
              <a:gd name="connsiteX6" fmla="*/ 0 w 9243396"/>
              <a:gd name="connsiteY6" fmla="*/ 1480319 h 5181601"/>
              <a:gd name="connsiteX0" fmla="*/ 0 w 9231365"/>
              <a:gd name="connsiteY0" fmla="*/ 1480111 h 5181393"/>
              <a:gd name="connsiteX1" fmla="*/ 2373363 w 9231365"/>
              <a:gd name="connsiteY1" fmla="*/ 228 h 5181393"/>
              <a:gd name="connsiteX2" fmla="*/ 5537669 w 9231365"/>
              <a:gd name="connsiteY2" fmla="*/ 1371828 h 5181393"/>
              <a:gd name="connsiteX3" fmla="*/ 9231365 w 9231365"/>
              <a:gd name="connsiteY3" fmla="*/ 1985437 h 5181393"/>
              <a:gd name="connsiteX4" fmla="*/ 9207301 w 9231365"/>
              <a:gd name="connsiteY4" fmla="*/ 5181393 h 5181393"/>
              <a:gd name="connsiteX5" fmla="*/ 48126 w 9231365"/>
              <a:gd name="connsiteY5" fmla="*/ 5181393 h 5181393"/>
              <a:gd name="connsiteX6" fmla="*/ 0 w 9231365"/>
              <a:gd name="connsiteY6" fmla="*/ 1480111 h 5181393"/>
              <a:gd name="connsiteX0" fmla="*/ 0 w 9231365"/>
              <a:gd name="connsiteY0" fmla="*/ 1480111 h 5181393"/>
              <a:gd name="connsiteX1" fmla="*/ 2373363 w 9231365"/>
              <a:gd name="connsiteY1" fmla="*/ 228 h 5181393"/>
              <a:gd name="connsiteX2" fmla="*/ 5537669 w 9231365"/>
              <a:gd name="connsiteY2" fmla="*/ 1371828 h 5181393"/>
              <a:gd name="connsiteX3" fmla="*/ 9231365 w 9231365"/>
              <a:gd name="connsiteY3" fmla="*/ 1985437 h 5181393"/>
              <a:gd name="connsiteX4" fmla="*/ 9207301 w 9231365"/>
              <a:gd name="connsiteY4" fmla="*/ 5181393 h 5181393"/>
              <a:gd name="connsiteX5" fmla="*/ 48126 w 9231365"/>
              <a:gd name="connsiteY5" fmla="*/ 5181393 h 5181393"/>
              <a:gd name="connsiteX6" fmla="*/ 0 w 9231365"/>
              <a:gd name="connsiteY6" fmla="*/ 1480111 h 5181393"/>
              <a:gd name="connsiteX0" fmla="*/ 0 w 9231365"/>
              <a:gd name="connsiteY0" fmla="*/ 1480111 h 5181393"/>
              <a:gd name="connsiteX1" fmla="*/ 2373363 w 9231365"/>
              <a:gd name="connsiteY1" fmla="*/ 228 h 5181393"/>
              <a:gd name="connsiteX2" fmla="*/ 5537669 w 9231365"/>
              <a:gd name="connsiteY2" fmla="*/ 1371828 h 5181393"/>
              <a:gd name="connsiteX3" fmla="*/ 9231365 w 9231365"/>
              <a:gd name="connsiteY3" fmla="*/ 1985437 h 5181393"/>
              <a:gd name="connsiteX4" fmla="*/ 9207301 w 9231365"/>
              <a:gd name="connsiteY4" fmla="*/ 5181393 h 5181393"/>
              <a:gd name="connsiteX5" fmla="*/ 48126 w 9231365"/>
              <a:gd name="connsiteY5" fmla="*/ 5181393 h 5181393"/>
              <a:gd name="connsiteX6" fmla="*/ 0 w 9231365"/>
              <a:gd name="connsiteY6" fmla="*/ 1480111 h 5181393"/>
              <a:gd name="connsiteX0" fmla="*/ 0 w 9231365"/>
              <a:gd name="connsiteY0" fmla="*/ 1480237 h 5181519"/>
              <a:gd name="connsiteX1" fmla="*/ 2373363 w 9231365"/>
              <a:gd name="connsiteY1" fmla="*/ 354 h 5181519"/>
              <a:gd name="connsiteX2" fmla="*/ 5537669 w 9231365"/>
              <a:gd name="connsiteY2" fmla="*/ 1371954 h 5181519"/>
              <a:gd name="connsiteX3" fmla="*/ 9231365 w 9231365"/>
              <a:gd name="connsiteY3" fmla="*/ 1985563 h 5181519"/>
              <a:gd name="connsiteX4" fmla="*/ 9207301 w 9231365"/>
              <a:gd name="connsiteY4" fmla="*/ 5181519 h 5181519"/>
              <a:gd name="connsiteX5" fmla="*/ 48126 w 9231365"/>
              <a:gd name="connsiteY5" fmla="*/ 5181519 h 5181519"/>
              <a:gd name="connsiteX6" fmla="*/ 0 w 9231365"/>
              <a:gd name="connsiteY6" fmla="*/ 1480237 h 5181519"/>
              <a:gd name="connsiteX0" fmla="*/ 0 w 9231365"/>
              <a:gd name="connsiteY0" fmla="*/ 1480660 h 5181942"/>
              <a:gd name="connsiteX1" fmla="*/ 2373363 w 9231365"/>
              <a:gd name="connsiteY1" fmla="*/ 777 h 5181942"/>
              <a:gd name="connsiteX2" fmla="*/ 5537669 w 9231365"/>
              <a:gd name="connsiteY2" fmla="*/ 1324251 h 5181942"/>
              <a:gd name="connsiteX3" fmla="*/ 9231365 w 9231365"/>
              <a:gd name="connsiteY3" fmla="*/ 1985986 h 5181942"/>
              <a:gd name="connsiteX4" fmla="*/ 9207301 w 9231365"/>
              <a:gd name="connsiteY4" fmla="*/ 5181942 h 5181942"/>
              <a:gd name="connsiteX5" fmla="*/ 48126 w 9231365"/>
              <a:gd name="connsiteY5" fmla="*/ 5181942 h 5181942"/>
              <a:gd name="connsiteX6" fmla="*/ 0 w 9231365"/>
              <a:gd name="connsiteY6" fmla="*/ 1480660 h 5181942"/>
              <a:gd name="connsiteX0" fmla="*/ 0 w 9231365"/>
              <a:gd name="connsiteY0" fmla="*/ 1480562 h 5181844"/>
              <a:gd name="connsiteX1" fmla="*/ 2373363 w 9231365"/>
              <a:gd name="connsiteY1" fmla="*/ 679 h 5181844"/>
              <a:gd name="connsiteX2" fmla="*/ 5537669 w 9231365"/>
              <a:gd name="connsiteY2" fmla="*/ 1324153 h 5181844"/>
              <a:gd name="connsiteX3" fmla="*/ 9231365 w 9231365"/>
              <a:gd name="connsiteY3" fmla="*/ 1985888 h 5181844"/>
              <a:gd name="connsiteX4" fmla="*/ 9207301 w 9231365"/>
              <a:gd name="connsiteY4" fmla="*/ 5181844 h 5181844"/>
              <a:gd name="connsiteX5" fmla="*/ 48126 w 9231365"/>
              <a:gd name="connsiteY5" fmla="*/ 5181844 h 5181844"/>
              <a:gd name="connsiteX6" fmla="*/ 0 w 9231365"/>
              <a:gd name="connsiteY6" fmla="*/ 1480562 h 5181844"/>
              <a:gd name="connsiteX0" fmla="*/ 0 w 9231365"/>
              <a:gd name="connsiteY0" fmla="*/ 1480562 h 5181844"/>
              <a:gd name="connsiteX1" fmla="*/ 2373363 w 9231365"/>
              <a:gd name="connsiteY1" fmla="*/ 679 h 5181844"/>
              <a:gd name="connsiteX2" fmla="*/ 5537669 w 9231365"/>
              <a:gd name="connsiteY2" fmla="*/ 1324153 h 5181844"/>
              <a:gd name="connsiteX3" fmla="*/ 9231365 w 9231365"/>
              <a:gd name="connsiteY3" fmla="*/ 1985888 h 5181844"/>
              <a:gd name="connsiteX4" fmla="*/ 9207301 w 9231365"/>
              <a:gd name="connsiteY4" fmla="*/ 5181844 h 5181844"/>
              <a:gd name="connsiteX5" fmla="*/ 48126 w 9231365"/>
              <a:gd name="connsiteY5" fmla="*/ 5181844 h 5181844"/>
              <a:gd name="connsiteX6" fmla="*/ 0 w 9231365"/>
              <a:gd name="connsiteY6" fmla="*/ 1480562 h 5181844"/>
              <a:gd name="connsiteX0" fmla="*/ 0 w 9231365"/>
              <a:gd name="connsiteY0" fmla="*/ 1484814 h 5186096"/>
              <a:gd name="connsiteX1" fmla="*/ 2373363 w 9231365"/>
              <a:gd name="connsiteY1" fmla="*/ 4931 h 5186096"/>
              <a:gd name="connsiteX2" fmla="*/ 5537669 w 9231365"/>
              <a:gd name="connsiteY2" fmla="*/ 1328405 h 5186096"/>
              <a:gd name="connsiteX3" fmla="*/ 9231365 w 9231365"/>
              <a:gd name="connsiteY3" fmla="*/ 1990140 h 5186096"/>
              <a:gd name="connsiteX4" fmla="*/ 9207301 w 9231365"/>
              <a:gd name="connsiteY4" fmla="*/ 5186096 h 5186096"/>
              <a:gd name="connsiteX5" fmla="*/ 48126 w 9231365"/>
              <a:gd name="connsiteY5" fmla="*/ 5186096 h 5186096"/>
              <a:gd name="connsiteX6" fmla="*/ 0 w 9231365"/>
              <a:gd name="connsiteY6" fmla="*/ 1484814 h 5186096"/>
              <a:gd name="connsiteX0" fmla="*/ 0 w 9231365"/>
              <a:gd name="connsiteY0" fmla="*/ 1519567 h 5220849"/>
              <a:gd name="connsiteX1" fmla="*/ 2662121 w 9231365"/>
              <a:gd name="connsiteY1" fmla="*/ 3589 h 5220849"/>
              <a:gd name="connsiteX2" fmla="*/ 5537669 w 9231365"/>
              <a:gd name="connsiteY2" fmla="*/ 1363158 h 5220849"/>
              <a:gd name="connsiteX3" fmla="*/ 9231365 w 9231365"/>
              <a:gd name="connsiteY3" fmla="*/ 2024893 h 5220849"/>
              <a:gd name="connsiteX4" fmla="*/ 9207301 w 9231365"/>
              <a:gd name="connsiteY4" fmla="*/ 5220849 h 5220849"/>
              <a:gd name="connsiteX5" fmla="*/ 48126 w 9231365"/>
              <a:gd name="connsiteY5" fmla="*/ 5220849 h 5220849"/>
              <a:gd name="connsiteX6" fmla="*/ 0 w 9231365"/>
              <a:gd name="connsiteY6" fmla="*/ 1519567 h 5220849"/>
              <a:gd name="connsiteX0" fmla="*/ 0 w 9231365"/>
              <a:gd name="connsiteY0" fmla="*/ 1395689 h 5217287"/>
              <a:gd name="connsiteX1" fmla="*/ 2662121 w 9231365"/>
              <a:gd name="connsiteY1" fmla="*/ 27 h 5217287"/>
              <a:gd name="connsiteX2" fmla="*/ 5537669 w 9231365"/>
              <a:gd name="connsiteY2" fmla="*/ 1359596 h 5217287"/>
              <a:gd name="connsiteX3" fmla="*/ 9231365 w 9231365"/>
              <a:gd name="connsiteY3" fmla="*/ 2021331 h 5217287"/>
              <a:gd name="connsiteX4" fmla="*/ 9207301 w 9231365"/>
              <a:gd name="connsiteY4" fmla="*/ 5217287 h 5217287"/>
              <a:gd name="connsiteX5" fmla="*/ 48126 w 9231365"/>
              <a:gd name="connsiteY5" fmla="*/ 5217287 h 5217287"/>
              <a:gd name="connsiteX6" fmla="*/ 0 w 9231365"/>
              <a:gd name="connsiteY6" fmla="*/ 1395689 h 5217287"/>
              <a:gd name="connsiteX0" fmla="*/ 0 w 9231365"/>
              <a:gd name="connsiteY0" fmla="*/ 1395689 h 5217287"/>
              <a:gd name="connsiteX1" fmla="*/ 2662121 w 9231365"/>
              <a:gd name="connsiteY1" fmla="*/ 27 h 5217287"/>
              <a:gd name="connsiteX2" fmla="*/ 5537669 w 9231365"/>
              <a:gd name="connsiteY2" fmla="*/ 1359596 h 5217287"/>
              <a:gd name="connsiteX3" fmla="*/ 9231365 w 9231365"/>
              <a:gd name="connsiteY3" fmla="*/ 2021331 h 5217287"/>
              <a:gd name="connsiteX4" fmla="*/ 9207301 w 9231365"/>
              <a:gd name="connsiteY4" fmla="*/ 5217287 h 5217287"/>
              <a:gd name="connsiteX5" fmla="*/ 48126 w 9231365"/>
              <a:gd name="connsiteY5" fmla="*/ 5217287 h 5217287"/>
              <a:gd name="connsiteX6" fmla="*/ 0 w 9231365"/>
              <a:gd name="connsiteY6" fmla="*/ 1395689 h 5217287"/>
              <a:gd name="connsiteX0" fmla="*/ 0 w 9231365"/>
              <a:gd name="connsiteY0" fmla="*/ 1395694 h 5217292"/>
              <a:gd name="connsiteX1" fmla="*/ 2662121 w 9231365"/>
              <a:gd name="connsiteY1" fmla="*/ 32 h 5217292"/>
              <a:gd name="connsiteX2" fmla="*/ 5537669 w 9231365"/>
              <a:gd name="connsiteY2" fmla="*/ 1359601 h 5217292"/>
              <a:gd name="connsiteX3" fmla="*/ 9231365 w 9231365"/>
              <a:gd name="connsiteY3" fmla="*/ 2021336 h 5217292"/>
              <a:gd name="connsiteX4" fmla="*/ 9207301 w 9231365"/>
              <a:gd name="connsiteY4" fmla="*/ 5217292 h 5217292"/>
              <a:gd name="connsiteX5" fmla="*/ 48126 w 9231365"/>
              <a:gd name="connsiteY5" fmla="*/ 5217292 h 5217292"/>
              <a:gd name="connsiteX6" fmla="*/ 0 w 9231365"/>
              <a:gd name="connsiteY6" fmla="*/ 1395694 h 5217292"/>
              <a:gd name="connsiteX0" fmla="*/ 0 w 9231365"/>
              <a:gd name="connsiteY0" fmla="*/ 1395697 h 5217295"/>
              <a:gd name="connsiteX1" fmla="*/ 2662121 w 9231365"/>
              <a:gd name="connsiteY1" fmla="*/ 35 h 5217295"/>
              <a:gd name="connsiteX2" fmla="*/ 5537669 w 9231365"/>
              <a:gd name="connsiteY2" fmla="*/ 1359604 h 5217295"/>
              <a:gd name="connsiteX3" fmla="*/ 9231365 w 9231365"/>
              <a:gd name="connsiteY3" fmla="*/ 2021339 h 5217295"/>
              <a:gd name="connsiteX4" fmla="*/ 9207301 w 9231365"/>
              <a:gd name="connsiteY4" fmla="*/ 5217295 h 5217295"/>
              <a:gd name="connsiteX5" fmla="*/ 48126 w 9231365"/>
              <a:gd name="connsiteY5" fmla="*/ 5217295 h 5217295"/>
              <a:gd name="connsiteX6" fmla="*/ 0 w 9231365"/>
              <a:gd name="connsiteY6" fmla="*/ 1395697 h 5217295"/>
              <a:gd name="connsiteX0" fmla="*/ 0 w 9231365"/>
              <a:gd name="connsiteY0" fmla="*/ 1399409 h 5221007"/>
              <a:gd name="connsiteX1" fmla="*/ 2662121 w 9231365"/>
              <a:gd name="connsiteY1" fmla="*/ 3747 h 5221007"/>
              <a:gd name="connsiteX2" fmla="*/ 5537669 w 9231365"/>
              <a:gd name="connsiteY2" fmla="*/ 1363316 h 5221007"/>
              <a:gd name="connsiteX3" fmla="*/ 9231365 w 9231365"/>
              <a:gd name="connsiteY3" fmla="*/ 2025051 h 5221007"/>
              <a:gd name="connsiteX4" fmla="*/ 9207301 w 9231365"/>
              <a:gd name="connsiteY4" fmla="*/ 5221007 h 5221007"/>
              <a:gd name="connsiteX5" fmla="*/ 48126 w 9231365"/>
              <a:gd name="connsiteY5" fmla="*/ 5221007 h 5221007"/>
              <a:gd name="connsiteX6" fmla="*/ 0 w 9231365"/>
              <a:gd name="connsiteY6" fmla="*/ 1399409 h 5221007"/>
              <a:gd name="connsiteX0" fmla="*/ 0 w 9231365"/>
              <a:gd name="connsiteY0" fmla="*/ 1399088 h 5220686"/>
              <a:gd name="connsiteX1" fmla="*/ 2662121 w 9231365"/>
              <a:gd name="connsiteY1" fmla="*/ 3426 h 5220686"/>
              <a:gd name="connsiteX2" fmla="*/ 5537669 w 9231365"/>
              <a:gd name="connsiteY2" fmla="*/ 1362995 h 5220686"/>
              <a:gd name="connsiteX3" fmla="*/ 9231365 w 9231365"/>
              <a:gd name="connsiteY3" fmla="*/ 2024730 h 5220686"/>
              <a:gd name="connsiteX4" fmla="*/ 9207301 w 9231365"/>
              <a:gd name="connsiteY4" fmla="*/ 5220686 h 5220686"/>
              <a:gd name="connsiteX5" fmla="*/ 48126 w 9231365"/>
              <a:gd name="connsiteY5" fmla="*/ 5220686 h 5220686"/>
              <a:gd name="connsiteX6" fmla="*/ 0 w 9231365"/>
              <a:gd name="connsiteY6" fmla="*/ 1399088 h 5220686"/>
              <a:gd name="connsiteX0" fmla="*/ 0 w 9231365"/>
              <a:gd name="connsiteY0" fmla="*/ 1399088 h 5220686"/>
              <a:gd name="connsiteX1" fmla="*/ 2662121 w 9231365"/>
              <a:gd name="connsiteY1" fmla="*/ 3426 h 5220686"/>
              <a:gd name="connsiteX2" fmla="*/ 5537669 w 9231365"/>
              <a:gd name="connsiteY2" fmla="*/ 1362995 h 5220686"/>
              <a:gd name="connsiteX3" fmla="*/ 9231365 w 9231365"/>
              <a:gd name="connsiteY3" fmla="*/ 2024730 h 5220686"/>
              <a:gd name="connsiteX4" fmla="*/ 9207301 w 9231365"/>
              <a:gd name="connsiteY4" fmla="*/ 5220686 h 5220686"/>
              <a:gd name="connsiteX5" fmla="*/ 48126 w 9231365"/>
              <a:gd name="connsiteY5" fmla="*/ 5220686 h 5220686"/>
              <a:gd name="connsiteX6" fmla="*/ 0 w 9231365"/>
              <a:gd name="connsiteY6" fmla="*/ 1399088 h 5220686"/>
              <a:gd name="connsiteX0" fmla="*/ 0 w 9231365"/>
              <a:gd name="connsiteY0" fmla="*/ 1398527 h 5220125"/>
              <a:gd name="connsiteX1" fmla="*/ 2662121 w 9231365"/>
              <a:gd name="connsiteY1" fmla="*/ 2865 h 5220125"/>
              <a:gd name="connsiteX2" fmla="*/ 5537669 w 9231365"/>
              <a:gd name="connsiteY2" fmla="*/ 1362434 h 5220125"/>
              <a:gd name="connsiteX3" fmla="*/ 9231365 w 9231365"/>
              <a:gd name="connsiteY3" fmla="*/ 1964012 h 5220125"/>
              <a:gd name="connsiteX4" fmla="*/ 9207301 w 9231365"/>
              <a:gd name="connsiteY4" fmla="*/ 5220125 h 5220125"/>
              <a:gd name="connsiteX5" fmla="*/ 48126 w 9231365"/>
              <a:gd name="connsiteY5" fmla="*/ 5220125 h 5220125"/>
              <a:gd name="connsiteX6" fmla="*/ 0 w 9231365"/>
              <a:gd name="connsiteY6" fmla="*/ 1398527 h 5220125"/>
              <a:gd name="connsiteX0" fmla="*/ 0 w 9231365"/>
              <a:gd name="connsiteY0" fmla="*/ 1399319 h 5220917"/>
              <a:gd name="connsiteX1" fmla="*/ 2662121 w 9231365"/>
              <a:gd name="connsiteY1" fmla="*/ 3657 h 5220917"/>
              <a:gd name="connsiteX2" fmla="*/ 5537669 w 9231365"/>
              <a:gd name="connsiteY2" fmla="*/ 1363226 h 5220917"/>
              <a:gd name="connsiteX3" fmla="*/ 9231365 w 9231365"/>
              <a:gd name="connsiteY3" fmla="*/ 1964804 h 5220917"/>
              <a:gd name="connsiteX4" fmla="*/ 9207301 w 9231365"/>
              <a:gd name="connsiteY4" fmla="*/ 5220917 h 5220917"/>
              <a:gd name="connsiteX5" fmla="*/ 48126 w 9231365"/>
              <a:gd name="connsiteY5" fmla="*/ 5220917 h 5220917"/>
              <a:gd name="connsiteX6" fmla="*/ 0 w 9231365"/>
              <a:gd name="connsiteY6" fmla="*/ 1399319 h 5220917"/>
              <a:gd name="connsiteX0" fmla="*/ 0 w 9231365"/>
              <a:gd name="connsiteY0" fmla="*/ 1399418 h 5221016"/>
              <a:gd name="connsiteX1" fmla="*/ 2662121 w 9231365"/>
              <a:gd name="connsiteY1" fmla="*/ 3756 h 5221016"/>
              <a:gd name="connsiteX2" fmla="*/ 5537669 w 9231365"/>
              <a:gd name="connsiteY2" fmla="*/ 1363325 h 5221016"/>
              <a:gd name="connsiteX3" fmla="*/ 9231365 w 9231365"/>
              <a:gd name="connsiteY3" fmla="*/ 1964903 h 5221016"/>
              <a:gd name="connsiteX4" fmla="*/ 9207301 w 9231365"/>
              <a:gd name="connsiteY4" fmla="*/ 5221016 h 5221016"/>
              <a:gd name="connsiteX5" fmla="*/ 48126 w 9231365"/>
              <a:gd name="connsiteY5" fmla="*/ 5221016 h 5221016"/>
              <a:gd name="connsiteX6" fmla="*/ 0 w 9231365"/>
              <a:gd name="connsiteY6" fmla="*/ 1399418 h 5221016"/>
              <a:gd name="connsiteX0" fmla="*/ 0 w 9231365"/>
              <a:gd name="connsiteY0" fmla="*/ 1399418 h 5221016"/>
              <a:gd name="connsiteX1" fmla="*/ 2662121 w 9231365"/>
              <a:gd name="connsiteY1" fmla="*/ 3756 h 5221016"/>
              <a:gd name="connsiteX2" fmla="*/ 5537669 w 9231365"/>
              <a:gd name="connsiteY2" fmla="*/ 1363325 h 5221016"/>
              <a:gd name="connsiteX3" fmla="*/ 9231365 w 9231365"/>
              <a:gd name="connsiteY3" fmla="*/ 1964903 h 5221016"/>
              <a:gd name="connsiteX4" fmla="*/ 9207301 w 9231365"/>
              <a:gd name="connsiteY4" fmla="*/ 5221016 h 5221016"/>
              <a:gd name="connsiteX5" fmla="*/ 48126 w 9231365"/>
              <a:gd name="connsiteY5" fmla="*/ 5221016 h 5221016"/>
              <a:gd name="connsiteX6" fmla="*/ 0 w 9231365"/>
              <a:gd name="connsiteY6" fmla="*/ 1399418 h 5221016"/>
              <a:gd name="connsiteX0" fmla="*/ 0 w 9231365"/>
              <a:gd name="connsiteY0" fmla="*/ 1399688 h 5221286"/>
              <a:gd name="connsiteX1" fmla="*/ 2662121 w 9231365"/>
              <a:gd name="connsiteY1" fmla="*/ 4026 h 5221286"/>
              <a:gd name="connsiteX2" fmla="*/ 5537669 w 9231365"/>
              <a:gd name="connsiteY2" fmla="*/ 1363595 h 5221286"/>
              <a:gd name="connsiteX3" fmla="*/ 9231365 w 9231365"/>
              <a:gd name="connsiteY3" fmla="*/ 1965173 h 5221286"/>
              <a:gd name="connsiteX4" fmla="*/ 9207301 w 9231365"/>
              <a:gd name="connsiteY4" fmla="*/ 5221286 h 5221286"/>
              <a:gd name="connsiteX5" fmla="*/ 48126 w 9231365"/>
              <a:gd name="connsiteY5" fmla="*/ 5221286 h 5221286"/>
              <a:gd name="connsiteX6" fmla="*/ 0 w 9231365"/>
              <a:gd name="connsiteY6" fmla="*/ 1399688 h 5221286"/>
              <a:gd name="connsiteX0" fmla="*/ 0 w 9219333"/>
              <a:gd name="connsiteY0" fmla="*/ 1215923 h 5217995"/>
              <a:gd name="connsiteX1" fmla="*/ 2650089 w 9219333"/>
              <a:gd name="connsiteY1" fmla="*/ 735 h 5217995"/>
              <a:gd name="connsiteX2" fmla="*/ 5525637 w 9219333"/>
              <a:gd name="connsiteY2" fmla="*/ 1360304 h 5217995"/>
              <a:gd name="connsiteX3" fmla="*/ 9219333 w 9219333"/>
              <a:gd name="connsiteY3" fmla="*/ 1961882 h 5217995"/>
              <a:gd name="connsiteX4" fmla="*/ 9195269 w 9219333"/>
              <a:gd name="connsiteY4" fmla="*/ 5217995 h 5217995"/>
              <a:gd name="connsiteX5" fmla="*/ 36094 w 9219333"/>
              <a:gd name="connsiteY5" fmla="*/ 5217995 h 5217995"/>
              <a:gd name="connsiteX6" fmla="*/ 0 w 9219333"/>
              <a:gd name="connsiteY6" fmla="*/ 1215923 h 5217995"/>
              <a:gd name="connsiteX0" fmla="*/ 0 w 9219333"/>
              <a:gd name="connsiteY0" fmla="*/ 1396225 h 5398297"/>
              <a:gd name="connsiteX1" fmla="*/ 2674153 w 9219333"/>
              <a:gd name="connsiteY1" fmla="*/ 563 h 5398297"/>
              <a:gd name="connsiteX2" fmla="*/ 5525637 w 9219333"/>
              <a:gd name="connsiteY2" fmla="*/ 1540606 h 5398297"/>
              <a:gd name="connsiteX3" fmla="*/ 9219333 w 9219333"/>
              <a:gd name="connsiteY3" fmla="*/ 2142184 h 5398297"/>
              <a:gd name="connsiteX4" fmla="*/ 9195269 w 9219333"/>
              <a:gd name="connsiteY4" fmla="*/ 5398297 h 5398297"/>
              <a:gd name="connsiteX5" fmla="*/ 36094 w 9219333"/>
              <a:gd name="connsiteY5" fmla="*/ 5398297 h 5398297"/>
              <a:gd name="connsiteX6" fmla="*/ 0 w 9219333"/>
              <a:gd name="connsiteY6" fmla="*/ 1396225 h 5398297"/>
              <a:gd name="connsiteX0" fmla="*/ 0 w 9219333"/>
              <a:gd name="connsiteY0" fmla="*/ 1395665 h 5397737"/>
              <a:gd name="connsiteX1" fmla="*/ 2674153 w 9219333"/>
              <a:gd name="connsiteY1" fmla="*/ 3 h 5397737"/>
              <a:gd name="connsiteX2" fmla="*/ 5585795 w 9219333"/>
              <a:gd name="connsiteY2" fmla="*/ 1383636 h 5397737"/>
              <a:gd name="connsiteX3" fmla="*/ 9219333 w 9219333"/>
              <a:gd name="connsiteY3" fmla="*/ 2141624 h 5397737"/>
              <a:gd name="connsiteX4" fmla="*/ 9195269 w 9219333"/>
              <a:gd name="connsiteY4" fmla="*/ 5397737 h 5397737"/>
              <a:gd name="connsiteX5" fmla="*/ 36094 w 9219333"/>
              <a:gd name="connsiteY5" fmla="*/ 5397737 h 5397737"/>
              <a:gd name="connsiteX6" fmla="*/ 0 w 9219333"/>
              <a:gd name="connsiteY6" fmla="*/ 1395665 h 5397737"/>
              <a:gd name="connsiteX0" fmla="*/ 0 w 9219333"/>
              <a:gd name="connsiteY0" fmla="*/ 1395665 h 5397737"/>
              <a:gd name="connsiteX1" fmla="*/ 2674153 w 9219333"/>
              <a:gd name="connsiteY1" fmla="*/ 3 h 5397737"/>
              <a:gd name="connsiteX2" fmla="*/ 5585795 w 9219333"/>
              <a:gd name="connsiteY2" fmla="*/ 1383636 h 5397737"/>
              <a:gd name="connsiteX3" fmla="*/ 9219333 w 9219333"/>
              <a:gd name="connsiteY3" fmla="*/ 2009276 h 5397737"/>
              <a:gd name="connsiteX4" fmla="*/ 9195269 w 9219333"/>
              <a:gd name="connsiteY4" fmla="*/ 5397737 h 5397737"/>
              <a:gd name="connsiteX5" fmla="*/ 36094 w 9219333"/>
              <a:gd name="connsiteY5" fmla="*/ 5397737 h 5397737"/>
              <a:gd name="connsiteX6" fmla="*/ 0 w 9219333"/>
              <a:gd name="connsiteY6" fmla="*/ 1395665 h 5397737"/>
              <a:gd name="connsiteX0" fmla="*/ 0 w 9219333"/>
              <a:gd name="connsiteY0" fmla="*/ 1395666 h 5397738"/>
              <a:gd name="connsiteX1" fmla="*/ 2674153 w 9219333"/>
              <a:gd name="connsiteY1" fmla="*/ 4 h 5397738"/>
              <a:gd name="connsiteX2" fmla="*/ 5585795 w 9219333"/>
              <a:gd name="connsiteY2" fmla="*/ 1383637 h 5397738"/>
              <a:gd name="connsiteX3" fmla="*/ 9219333 w 9219333"/>
              <a:gd name="connsiteY3" fmla="*/ 2009277 h 5397738"/>
              <a:gd name="connsiteX4" fmla="*/ 9195269 w 9219333"/>
              <a:gd name="connsiteY4" fmla="*/ 5397738 h 5397738"/>
              <a:gd name="connsiteX5" fmla="*/ 36094 w 9219333"/>
              <a:gd name="connsiteY5" fmla="*/ 5397738 h 5397738"/>
              <a:gd name="connsiteX6" fmla="*/ 0 w 9219333"/>
              <a:gd name="connsiteY6" fmla="*/ 1395666 h 5397738"/>
              <a:gd name="connsiteX0" fmla="*/ 0 w 9219333"/>
              <a:gd name="connsiteY0" fmla="*/ 1397014 h 5399086"/>
              <a:gd name="connsiteX1" fmla="*/ 2674153 w 9219333"/>
              <a:gd name="connsiteY1" fmla="*/ 1352 h 5399086"/>
              <a:gd name="connsiteX2" fmla="*/ 5585795 w 9219333"/>
              <a:gd name="connsiteY2" fmla="*/ 1384985 h 5399086"/>
              <a:gd name="connsiteX3" fmla="*/ 9219333 w 9219333"/>
              <a:gd name="connsiteY3" fmla="*/ 2010625 h 5399086"/>
              <a:gd name="connsiteX4" fmla="*/ 9195269 w 9219333"/>
              <a:gd name="connsiteY4" fmla="*/ 5399086 h 5399086"/>
              <a:gd name="connsiteX5" fmla="*/ 36094 w 9219333"/>
              <a:gd name="connsiteY5" fmla="*/ 5399086 h 5399086"/>
              <a:gd name="connsiteX6" fmla="*/ 0 w 9219333"/>
              <a:gd name="connsiteY6" fmla="*/ 1397014 h 5399086"/>
              <a:gd name="connsiteX0" fmla="*/ 0 w 9219333"/>
              <a:gd name="connsiteY0" fmla="*/ 1397014 h 5399086"/>
              <a:gd name="connsiteX1" fmla="*/ 2674153 w 9219333"/>
              <a:gd name="connsiteY1" fmla="*/ 1352 h 5399086"/>
              <a:gd name="connsiteX2" fmla="*/ 5585795 w 9219333"/>
              <a:gd name="connsiteY2" fmla="*/ 1384985 h 5399086"/>
              <a:gd name="connsiteX3" fmla="*/ 9219333 w 9219333"/>
              <a:gd name="connsiteY3" fmla="*/ 2010625 h 5399086"/>
              <a:gd name="connsiteX4" fmla="*/ 9195269 w 9219333"/>
              <a:gd name="connsiteY4" fmla="*/ 5399086 h 5399086"/>
              <a:gd name="connsiteX5" fmla="*/ 36094 w 9219333"/>
              <a:gd name="connsiteY5" fmla="*/ 5399086 h 5399086"/>
              <a:gd name="connsiteX6" fmla="*/ 0 w 9219333"/>
              <a:gd name="connsiteY6" fmla="*/ 1397014 h 5399086"/>
              <a:gd name="connsiteX0" fmla="*/ 0 w 9219333"/>
              <a:gd name="connsiteY0" fmla="*/ 1396633 h 5398705"/>
              <a:gd name="connsiteX1" fmla="*/ 2674153 w 9219333"/>
              <a:gd name="connsiteY1" fmla="*/ 971 h 5398705"/>
              <a:gd name="connsiteX2" fmla="*/ 5585795 w 9219333"/>
              <a:gd name="connsiteY2" fmla="*/ 1384604 h 5398705"/>
              <a:gd name="connsiteX3" fmla="*/ 9219333 w 9219333"/>
              <a:gd name="connsiteY3" fmla="*/ 1962118 h 5398705"/>
              <a:gd name="connsiteX4" fmla="*/ 9195269 w 9219333"/>
              <a:gd name="connsiteY4" fmla="*/ 5398705 h 5398705"/>
              <a:gd name="connsiteX5" fmla="*/ 36094 w 9219333"/>
              <a:gd name="connsiteY5" fmla="*/ 5398705 h 5398705"/>
              <a:gd name="connsiteX6" fmla="*/ 0 w 9219333"/>
              <a:gd name="connsiteY6" fmla="*/ 1396633 h 5398705"/>
              <a:gd name="connsiteX0" fmla="*/ 0 w 9219333"/>
              <a:gd name="connsiteY0" fmla="*/ 1396633 h 5398705"/>
              <a:gd name="connsiteX1" fmla="*/ 2674153 w 9219333"/>
              <a:gd name="connsiteY1" fmla="*/ 971 h 5398705"/>
              <a:gd name="connsiteX2" fmla="*/ 5585795 w 9219333"/>
              <a:gd name="connsiteY2" fmla="*/ 1384604 h 5398705"/>
              <a:gd name="connsiteX3" fmla="*/ 9219333 w 9219333"/>
              <a:gd name="connsiteY3" fmla="*/ 1962118 h 5398705"/>
              <a:gd name="connsiteX4" fmla="*/ 9195269 w 9219333"/>
              <a:gd name="connsiteY4" fmla="*/ 5398705 h 5398705"/>
              <a:gd name="connsiteX5" fmla="*/ 36094 w 9219333"/>
              <a:gd name="connsiteY5" fmla="*/ 5398705 h 5398705"/>
              <a:gd name="connsiteX6" fmla="*/ 0 w 9219333"/>
              <a:gd name="connsiteY6" fmla="*/ 1396633 h 5398705"/>
              <a:gd name="connsiteX0" fmla="*/ 0 w 9219333"/>
              <a:gd name="connsiteY0" fmla="*/ 1396945 h 5399017"/>
              <a:gd name="connsiteX1" fmla="*/ 2674153 w 9219333"/>
              <a:gd name="connsiteY1" fmla="*/ 1283 h 5399017"/>
              <a:gd name="connsiteX2" fmla="*/ 5585795 w 9219333"/>
              <a:gd name="connsiteY2" fmla="*/ 1384916 h 5399017"/>
              <a:gd name="connsiteX3" fmla="*/ 9219333 w 9219333"/>
              <a:gd name="connsiteY3" fmla="*/ 1962430 h 5399017"/>
              <a:gd name="connsiteX4" fmla="*/ 9195269 w 9219333"/>
              <a:gd name="connsiteY4" fmla="*/ 5399017 h 5399017"/>
              <a:gd name="connsiteX5" fmla="*/ 36094 w 9219333"/>
              <a:gd name="connsiteY5" fmla="*/ 5399017 h 5399017"/>
              <a:gd name="connsiteX6" fmla="*/ 0 w 9219333"/>
              <a:gd name="connsiteY6" fmla="*/ 1396945 h 5399017"/>
              <a:gd name="connsiteX0" fmla="*/ 0 w 9219333"/>
              <a:gd name="connsiteY0" fmla="*/ 1396945 h 5399017"/>
              <a:gd name="connsiteX1" fmla="*/ 2674153 w 9219333"/>
              <a:gd name="connsiteY1" fmla="*/ 1283 h 5399017"/>
              <a:gd name="connsiteX2" fmla="*/ 5585795 w 9219333"/>
              <a:gd name="connsiteY2" fmla="*/ 1384916 h 5399017"/>
              <a:gd name="connsiteX3" fmla="*/ 9219333 w 9219333"/>
              <a:gd name="connsiteY3" fmla="*/ 1962430 h 5399017"/>
              <a:gd name="connsiteX4" fmla="*/ 9195269 w 9219333"/>
              <a:gd name="connsiteY4" fmla="*/ 5399017 h 5399017"/>
              <a:gd name="connsiteX5" fmla="*/ 36094 w 9219333"/>
              <a:gd name="connsiteY5" fmla="*/ 5399017 h 5399017"/>
              <a:gd name="connsiteX6" fmla="*/ 0 w 9219333"/>
              <a:gd name="connsiteY6" fmla="*/ 1396945 h 5399017"/>
              <a:gd name="connsiteX0" fmla="*/ 0 w 9219333"/>
              <a:gd name="connsiteY0" fmla="*/ 1400187 h 5402259"/>
              <a:gd name="connsiteX1" fmla="*/ 2674153 w 9219333"/>
              <a:gd name="connsiteY1" fmla="*/ 4525 h 5402259"/>
              <a:gd name="connsiteX2" fmla="*/ 5585795 w 9219333"/>
              <a:gd name="connsiteY2" fmla="*/ 1388158 h 5402259"/>
              <a:gd name="connsiteX3" fmla="*/ 9219333 w 9219333"/>
              <a:gd name="connsiteY3" fmla="*/ 1965672 h 5402259"/>
              <a:gd name="connsiteX4" fmla="*/ 9195269 w 9219333"/>
              <a:gd name="connsiteY4" fmla="*/ 5402259 h 5402259"/>
              <a:gd name="connsiteX5" fmla="*/ 36094 w 9219333"/>
              <a:gd name="connsiteY5" fmla="*/ 5402259 h 5402259"/>
              <a:gd name="connsiteX6" fmla="*/ 0 w 9219333"/>
              <a:gd name="connsiteY6" fmla="*/ 1400187 h 5402259"/>
              <a:gd name="connsiteX0" fmla="*/ 10488 w 9229821"/>
              <a:gd name="connsiteY0" fmla="*/ 1400187 h 5426411"/>
              <a:gd name="connsiteX1" fmla="*/ 2684641 w 9229821"/>
              <a:gd name="connsiteY1" fmla="*/ 4525 h 5426411"/>
              <a:gd name="connsiteX2" fmla="*/ 5596283 w 9229821"/>
              <a:gd name="connsiteY2" fmla="*/ 1388158 h 5426411"/>
              <a:gd name="connsiteX3" fmla="*/ 9229821 w 9229821"/>
              <a:gd name="connsiteY3" fmla="*/ 1965672 h 5426411"/>
              <a:gd name="connsiteX4" fmla="*/ 9205757 w 9229821"/>
              <a:gd name="connsiteY4" fmla="*/ 5402259 h 5426411"/>
              <a:gd name="connsiteX5" fmla="*/ 0 w 9229821"/>
              <a:gd name="connsiteY5" fmla="*/ 5426411 h 5426411"/>
              <a:gd name="connsiteX6" fmla="*/ 10488 w 9229821"/>
              <a:gd name="connsiteY6" fmla="*/ 1400187 h 5426411"/>
              <a:gd name="connsiteX0" fmla="*/ 0 w 9219333"/>
              <a:gd name="connsiteY0" fmla="*/ 1400187 h 5426411"/>
              <a:gd name="connsiteX1" fmla="*/ 2674153 w 9219333"/>
              <a:gd name="connsiteY1" fmla="*/ 4525 h 5426411"/>
              <a:gd name="connsiteX2" fmla="*/ 5585795 w 9219333"/>
              <a:gd name="connsiteY2" fmla="*/ 1388158 h 5426411"/>
              <a:gd name="connsiteX3" fmla="*/ 9219333 w 9219333"/>
              <a:gd name="connsiteY3" fmla="*/ 1965672 h 5426411"/>
              <a:gd name="connsiteX4" fmla="*/ 9195269 w 9219333"/>
              <a:gd name="connsiteY4" fmla="*/ 5402259 h 5426411"/>
              <a:gd name="connsiteX5" fmla="*/ 12803 w 9219333"/>
              <a:gd name="connsiteY5" fmla="*/ 5426411 h 5426411"/>
              <a:gd name="connsiteX6" fmla="*/ 0 w 9219333"/>
              <a:gd name="connsiteY6" fmla="*/ 1400187 h 5426411"/>
              <a:gd name="connsiteX0" fmla="*/ 11116 w 9230449"/>
              <a:gd name="connsiteY0" fmla="*/ 1400187 h 5426411"/>
              <a:gd name="connsiteX1" fmla="*/ 2685269 w 9230449"/>
              <a:gd name="connsiteY1" fmla="*/ 4525 h 5426411"/>
              <a:gd name="connsiteX2" fmla="*/ 5596911 w 9230449"/>
              <a:gd name="connsiteY2" fmla="*/ 1388158 h 5426411"/>
              <a:gd name="connsiteX3" fmla="*/ 9230449 w 9230449"/>
              <a:gd name="connsiteY3" fmla="*/ 1965672 h 5426411"/>
              <a:gd name="connsiteX4" fmla="*/ 9206385 w 9230449"/>
              <a:gd name="connsiteY4" fmla="*/ 5402259 h 5426411"/>
              <a:gd name="connsiteX5" fmla="*/ 628 w 9230449"/>
              <a:gd name="connsiteY5" fmla="*/ 5426411 h 5426411"/>
              <a:gd name="connsiteX6" fmla="*/ 11116 w 9230449"/>
              <a:gd name="connsiteY6" fmla="*/ 1400187 h 5426411"/>
              <a:gd name="connsiteX0" fmla="*/ 225 w 9219558"/>
              <a:gd name="connsiteY0" fmla="*/ 1400187 h 5438486"/>
              <a:gd name="connsiteX1" fmla="*/ 2674378 w 9219558"/>
              <a:gd name="connsiteY1" fmla="*/ 4525 h 5438486"/>
              <a:gd name="connsiteX2" fmla="*/ 5586020 w 9219558"/>
              <a:gd name="connsiteY2" fmla="*/ 1388158 h 5438486"/>
              <a:gd name="connsiteX3" fmla="*/ 9219558 w 9219558"/>
              <a:gd name="connsiteY3" fmla="*/ 1965672 h 5438486"/>
              <a:gd name="connsiteX4" fmla="*/ 9195494 w 9219558"/>
              <a:gd name="connsiteY4" fmla="*/ 5402259 h 5438486"/>
              <a:gd name="connsiteX5" fmla="*/ 1383 w 9219558"/>
              <a:gd name="connsiteY5" fmla="*/ 5438486 h 5438486"/>
              <a:gd name="connsiteX6" fmla="*/ 225 w 9219558"/>
              <a:gd name="connsiteY6" fmla="*/ 1400187 h 5438486"/>
              <a:gd name="connsiteX0" fmla="*/ 0 w 9219333"/>
              <a:gd name="connsiteY0" fmla="*/ 1400187 h 5402259"/>
              <a:gd name="connsiteX1" fmla="*/ 2674153 w 9219333"/>
              <a:gd name="connsiteY1" fmla="*/ 4525 h 5402259"/>
              <a:gd name="connsiteX2" fmla="*/ 5585795 w 9219333"/>
              <a:gd name="connsiteY2" fmla="*/ 1388158 h 5402259"/>
              <a:gd name="connsiteX3" fmla="*/ 9219333 w 9219333"/>
              <a:gd name="connsiteY3" fmla="*/ 1965672 h 5402259"/>
              <a:gd name="connsiteX4" fmla="*/ 9195269 w 9219333"/>
              <a:gd name="connsiteY4" fmla="*/ 5402259 h 5402259"/>
              <a:gd name="connsiteX5" fmla="*/ 58781 w 9219333"/>
              <a:gd name="connsiteY5" fmla="*/ 5371568 h 5402259"/>
              <a:gd name="connsiteX6" fmla="*/ 0 w 9219333"/>
              <a:gd name="connsiteY6" fmla="*/ 1400187 h 5402259"/>
              <a:gd name="connsiteX0" fmla="*/ 4565 w 9223898"/>
              <a:gd name="connsiteY0" fmla="*/ 1400187 h 5409807"/>
              <a:gd name="connsiteX1" fmla="*/ 2678718 w 9223898"/>
              <a:gd name="connsiteY1" fmla="*/ 4525 h 5409807"/>
              <a:gd name="connsiteX2" fmla="*/ 5590360 w 9223898"/>
              <a:gd name="connsiteY2" fmla="*/ 1388158 h 5409807"/>
              <a:gd name="connsiteX3" fmla="*/ 9223898 w 9223898"/>
              <a:gd name="connsiteY3" fmla="*/ 1965672 h 5409807"/>
              <a:gd name="connsiteX4" fmla="*/ 9199834 w 9223898"/>
              <a:gd name="connsiteY4" fmla="*/ 5402259 h 5409807"/>
              <a:gd name="connsiteX5" fmla="*/ 921 w 9223898"/>
              <a:gd name="connsiteY5" fmla="*/ 5409807 h 5409807"/>
              <a:gd name="connsiteX6" fmla="*/ 4565 w 9223898"/>
              <a:gd name="connsiteY6" fmla="*/ 1400187 h 5409807"/>
              <a:gd name="connsiteX0" fmla="*/ 4565 w 9223898"/>
              <a:gd name="connsiteY0" fmla="*/ 1400187 h 5409807"/>
              <a:gd name="connsiteX1" fmla="*/ 2678718 w 9223898"/>
              <a:gd name="connsiteY1" fmla="*/ 4525 h 5409807"/>
              <a:gd name="connsiteX2" fmla="*/ 5590360 w 9223898"/>
              <a:gd name="connsiteY2" fmla="*/ 1388158 h 5409807"/>
              <a:gd name="connsiteX3" fmla="*/ 9223898 w 9223898"/>
              <a:gd name="connsiteY3" fmla="*/ 1965672 h 5409807"/>
              <a:gd name="connsiteX4" fmla="*/ 9079788 w 9223898"/>
              <a:gd name="connsiteY4" fmla="*/ 5254083 h 5409807"/>
              <a:gd name="connsiteX5" fmla="*/ 921 w 9223898"/>
              <a:gd name="connsiteY5" fmla="*/ 5409807 h 5409807"/>
              <a:gd name="connsiteX6" fmla="*/ 4565 w 9223898"/>
              <a:gd name="connsiteY6" fmla="*/ 1400187 h 5409807"/>
              <a:gd name="connsiteX0" fmla="*/ 4565 w 9229434"/>
              <a:gd name="connsiteY0" fmla="*/ 1400187 h 5409807"/>
              <a:gd name="connsiteX1" fmla="*/ 2678718 w 9229434"/>
              <a:gd name="connsiteY1" fmla="*/ 4525 h 5409807"/>
              <a:gd name="connsiteX2" fmla="*/ 5590360 w 9229434"/>
              <a:gd name="connsiteY2" fmla="*/ 1388158 h 5409807"/>
              <a:gd name="connsiteX3" fmla="*/ 9223898 w 9229434"/>
              <a:gd name="connsiteY3" fmla="*/ 1965672 h 5409807"/>
              <a:gd name="connsiteX4" fmla="*/ 9228645 w 9229434"/>
              <a:gd name="connsiteY4" fmla="*/ 5407039 h 5409807"/>
              <a:gd name="connsiteX5" fmla="*/ 921 w 9229434"/>
              <a:gd name="connsiteY5" fmla="*/ 5409807 h 5409807"/>
              <a:gd name="connsiteX6" fmla="*/ 4565 w 9229434"/>
              <a:gd name="connsiteY6" fmla="*/ 1400187 h 5409807"/>
              <a:gd name="connsiteX0" fmla="*/ 4565 w 9229434"/>
              <a:gd name="connsiteY0" fmla="*/ 1399152 h 5408772"/>
              <a:gd name="connsiteX1" fmla="*/ 2678718 w 9229434"/>
              <a:gd name="connsiteY1" fmla="*/ 3490 h 5408772"/>
              <a:gd name="connsiteX2" fmla="*/ 5590360 w 9229434"/>
              <a:gd name="connsiteY2" fmla="*/ 1387123 h 5408772"/>
              <a:gd name="connsiteX3" fmla="*/ 9223898 w 9229434"/>
              <a:gd name="connsiteY3" fmla="*/ 1969416 h 5408772"/>
              <a:gd name="connsiteX4" fmla="*/ 9228645 w 9229434"/>
              <a:gd name="connsiteY4" fmla="*/ 5406004 h 5408772"/>
              <a:gd name="connsiteX5" fmla="*/ 921 w 9229434"/>
              <a:gd name="connsiteY5" fmla="*/ 5408772 h 5408772"/>
              <a:gd name="connsiteX6" fmla="*/ 4565 w 9229434"/>
              <a:gd name="connsiteY6" fmla="*/ 1399152 h 5408772"/>
              <a:gd name="connsiteX0" fmla="*/ 224 w 9229895"/>
              <a:gd name="connsiteY0" fmla="*/ 1400449 h 5405288"/>
              <a:gd name="connsiteX1" fmla="*/ 2679179 w 9229895"/>
              <a:gd name="connsiteY1" fmla="*/ 6 h 5405288"/>
              <a:gd name="connsiteX2" fmla="*/ 5590821 w 9229895"/>
              <a:gd name="connsiteY2" fmla="*/ 1383639 h 5405288"/>
              <a:gd name="connsiteX3" fmla="*/ 9224359 w 9229895"/>
              <a:gd name="connsiteY3" fmla="*/ 1965932 h 5405288"/>
              <a:gd name="connsiteX4" fmla="*/ 9229106 w 9229895"/>
              <a:gd name="connsiteY4" fmla="*/ 5402520 h 5405288"/>
              <a:gd name="connsiteX5" fmla="*/ 1382 w 9229895"/>
              <a:gd name="connsiteY5" fmla="*/ 5405288 h 5405288"/>
              <a:gd name="connsiteX6" fmla="*/ 224 w 9229895"/>
              <a:gd name="connsiteY6" fmla="*/ 1400449 h 5405288"/>
              <a:gd name="connsiteX0" fmla="*/ 157384 w 9228594"/>
              <a:gd name="connsiteY0" fmla="*/ 1371769 h 5405287"/>
              <a:gd name="connsiteX1" fmla="*/ 2677878 w 9228594"/>
              <a:gd name="connsiteY1" fmla="*/ 5 h 5405287"/>
              <a:gd name="connsiteX2" fmla="*/ 5589520 w 9228594"/>
              <a:gd name="connsiteY2" fmla="*/ 1383638 h 5405287"/>
              <a:gd name="connsiteX3" fmla="*/ 9223058 w 9228594"/>
              <a:gd name="connsiteY3" fmla="*/ 1965931 h 5405287"/>
              <a:gd name="connsiteX4" fmla="*/ 9227805 w 9228594"/>
              <a:gd name="connsiteY4" fmla="*/ 5402519 h 5405287"/>
              <a:gd name="connsiteX5" fmla="*/ 81 w 9228594"/>
              <a:gd name="connsiteY5" fmla="*/ 5405287 h 5405287"/>
              <a:gd name="connsiteX6" fmla="*/ 157384 w 9228594"/>
              <a:gd name="connsiteY6" fmla="*/ 1371769 h 5405287"/>
              <a:gd name="connsiteX0" fmla="*/ 223 w 9229895"/>
              <a:gd name="connsiteY0" fmla="*/ 1362217 h 5405295"/>
              <a:gd name="connsiteX1" fmla="*/ 2679179 w 9229895"/>
              <a:gd name="connsiteY1" fmla="*/ 13 h 5405295"/>
              <a:gd name="connsiteX2" fmla="*/ 5590821 w 9229895"/>
              <a:gd name="connsiteY2" fmla="*/ 1383646 h 5405295"/>
              <a:gd name="connsiteX3" fmla="*/ 9224359 w 9229895"/>
              <a:gd name="connsiteY3" fmla="*/ 1965939 h 5405295"/>
              <a:gd name="connsiteX4" fmla="*/ 9229106 w 9229895"/>
              <a:gd name="connsiteY4" fmla="*/ 5402527 h 5405295"/>
              <a:gd name="connsiteX5" fmla="*/ 1382 w 9229895"/>
              <a:gd name="connsiteY5" fmla="*/ 5405295 h 5405295"/>
              <a:gd name="connsiteX6" fmla="*/ 223 w 9229895"/>
              <a:gd name="connsiteY6" fmla="*/ 1362217 h 5405295"/>
              <a:gd name="connsiteX0" fmla="*/ 223 w 9229895"/>
              <a:gd name="connsiteY0" fmla="*/ 1362217 h 5405295"/>
              <a:gd name="connsiteX1" fmla="*/ 2679179 w 9229895"/>
              <a:gd name="connsiteY1" fmla="*/ 13 h 5405295"/>
              <a:gd name="connsiteX2" fmla="*/ 5590821 w 9229895"/>
              <a:gd name="connsiteY2" fmla="*/ 1383646 h 5405295"/>
              <a:gd name="connsiteX3" fmla="*/ 9224359 w 9229895"/>
              <a:gd name="connsiteY3" fmla="*/ 1965939 h 5405295"/>
              <a:gd name="connsiteX4" fmla="*/ 9229106 w 9229895"/>
              <a:gd name="connsiteY4" fmla="*/ 5402527 h 5405295"/>
              <a:gd name="connsiteX5" fmla="*/ 1382 w 9229895"/>
              <a:gd name="connsiteY5" fmla="*/ 5405295 h 5405295"/>
              <a:gd name="connsiteX6" fmla="*/ 223 w 9229895"/>
              <a:gd name="connsiteY6" fmla="*/ 1362217 h 5405295"/>
              <a:gd name="connsiteX0" fmla="*/ 223 w 9229895"/>
              <a:gd name="connsiteY0" fmla="*/ 1362217 h 5405295"/>
              <a:gd name="connsiteX1" fmla="*/ 2679179 w 9229895"/>
              <a:gd name="connsiteY1" fmla="*/ 13 h 5405295"/>
              <a:gd name="connsiteX2" fmla="*/ 5590821 w 9229895"/>
              <a:gd name="connsiteY2" fmla="*/ 1383646 h 5405295"/>
              <a:gd name="connsiteX3" fmla="*/ 9224359 w 9229895"/>
              <a:gd name="connsiteY3" fmla="*/ 1965939 h 5405295"/>
              <a:gd name="connsiteX4" fmla="*/ 9229106 w 9229895"/>
              <a:gd name="connsiteY4" fmla="*/ 5402527 h 5405295"/>
              <a:gd name="connsiteX5" fmla="*/ 1382 w 9229895"/>
              <a:gd name="connsiteY5" fmla="*/ 5405295 h 5405295"/>
              <a:gd name="connsiteX6" fmla="*/ 223 w 9229895"/>
              <a:gd name="connsiteY6" fmla="*/ 1362217 h 5405295"/>
              <a:gd name="connsiteX0" fmla="*/ 223 w 9229895"/>
              <a:gd name="connsiteY0" fmla="*/ 1363702 h 5406780"/>
              <a:gd name="connsiteX1" fmla="*/ 2679179 w 9229895"/>
              <a:gd name="connsiteY1" fmla="*/ 1498 h 5406780"/>
              <a:gd name="connsiteX2" fmla="*/ 5590821 w 9229895"/>
              <a:gd name="connsiteY2" fmla="*/ 1385131 h 5406780"/>
              <a:gd name="connsiteX3" fmla="*/ 9224359 w 9229895"/>
              <a:gd name="connsiteY3" fmla="*/ 1967424 h 5406780"/>
              <a:gd name="connsiteX4" fmla="*/ 9229106 w 9229895"/>
              <a:gd name="connsiteY4" fmla="*/ 5404012 h 5406780"/>
              <a:gd name="connsiteX5" fmla="*/ 1382 w 9229895"/>
              <a:gd name="connsiteY5" fmla="*/ 5406780 h 5406780"/>
              <a:gd name="connsiteX6" fmla="*/ 223 w 9229895"/>
              <a:gd name="connsiteY6" fmla="*/ 1363702 h 540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29895" h="5406780">
                <a:moveTo>
                  <a:pt x="223" y="1363702"/>
                </a:moveTo>
                <a:cubicBezTo>
                  <a:pt x="776784" y="694686"/>
                  <a:pt x="1565447" y="46228"/>
                  <a:pt x="2679179" y="1498"/>
                </a:cubicBezTo>
                <a:cubicBezTo>
                  <a:pt x="3792911" y="-43232"/>
                  <a:pt x="4924544" y="924647"/>
                  <a:pt x="5590821" y="1385131"/>
                </a:cubicBezTo>
                <a:cubicBezTo>
                  <a:pt x="6257098" y="1845615"/>
                  <a:pt x="7574028" y="2886575"/>
                  <a:pt x="9224359" y="1967424"/>
                </a:cubicBezTo>
                <a:cubicBezTo>
                  <a:pt x="9220349" y="2940500"/>
                  <a:pt x="9233116" y="4430936"/>
                  <a:pt x="9229106" y="5404012"/>
                </a:cubicBezTo>
                <a:lnTo>
                  <a:pt x="1382" y="5406780"/>
                </a:lnTo>
                <a:cubicBezTo>
                  <a:pt x="-2886" y="4064705"/>
                  <a:pt x="4491" y="2705777"/>
                  <a:pt x="223" y="1363702"/>
                </a:cubicBezTo>
                <a:close/>
              </a:path>
            </a:pathLst>
          </a:custGeom>
          <a:gradFill flip="none" rotWithShape="1">
            <a:gsLst>
              <a:gs pos="0">
                <a:schemeClr val="bg1">
                  <a:lumMod val="85000"/>
                </a:schemeClr>
              </a:gs>
              <a:gs pos="29000">
                <a:srgbClr val="F3F3F3"/>
              </a:gs>
              <a:gs pos="82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dirty="0"/>
          </a:p>
        </p:txBody>
      </p:sp>
      <p:sp>
        <p:nvSpPr>
          <p:cNvPr id="13" name="Text Placeholder 12"/>
          <p:cNvSpPr>
            <a:spLocks noGrp="1"/>
          </p:cNvSpPr>
          <p:nvPr>
            <p:ph type="body" sz="quarter" idx="13" hasCustomPrompt="1"/>
          </p:nvPr>
        </p:nvSpPr>
        <p:spPr>
          <a:xfrm>
            <a:off x="2590799" y="1752600"/>
            <a:ext cx="2057401" cy="1752600"/>
          </a:xfrm>
        </p:spPr>
        <p:txBody>
          <a:bodyPr anchor="ctr" anchorCtr="0">
            <a:noAutofit/>
          </a:bodyPr>
          <a:lstStyle>
            <a:lvl1pPr marL="0" indent="0" algn="ctr">
              <a:buFontTx/>
              <a:buNone/>
              <a:defRPr sz="11500" b="0" i="0" baseline="0">
                <a:solidFill>
                  <a:srgbClr val="A0B94F"/>
                </a:solidFill>
                <a:effectLst/>
                <a:latin typeface="Adobe Fan Heiti Std B" pitchFamily="34" charset="-128"/>
                <a:ea typeface="Adobe Fan Heiti Std B" pitchFamily="34" charset="-128"/>
              </a:defRPr>
            </a:lvl1pPr>
          </a:lstStyle>
          <a:p>
            <a:pPr lvl="0"/>
            <a:r>
              <a:rPr lang="en-US" dirty="0" smtClean="0"/>
              <a:t>1</a:t>
            </a:r>
            <a:endParaRPr lang="en-US" dirty="0"/>
          </a:p>
        </p:txBody>
      </p:sp>
      <p:sp>
        <p:nvSpPr>
          <p:cNvPr id="11" name="Subtitle 2"/>
          <p:cNvSpPr txBox="1">
            <a:spLocks/>
          </p:cNvSpPr>
          <p:nvPr userDrawn="1"/>
        </p:nvSpPr>
        <p:spPr>
          <a:xfrm>
            <a:off x="685800" y="2133600"/>
            <a:ext cx="2362200" cy="1066800"/>
          </a:xfrm>
          <a:prstGeom prst="rect">
            <a:avLst/>
          </a:prstGeom>
          <a:noFill/>
        </p:spPr>
        <p:txBody>
          <a:bodyPr vert="horz" lIns="91440" tIns="45720" rIns="91440" bIns="45720" rtlCol="0">
            <a:normAutofit/>
          </a:bodyPr>
          <a:lstStyle>
            <a:lvl1pPr marL="0" indent="0" algn="l" defTabSz="914400" rtl="0" eaLnBrk="1" latinLnBrk="0" hangingPunct="1">
              <a:lnSpc>
                <a:spcPts val="6800"/>
              </a:lnSpc>
              <a:spcBef>
                <a:spcPts val="600"/>
              </a:spcBef>
              <a:spcAft>
                <a:spcPts val="600"/>
              </a:spcAft>
              <a:buFont typeface="Arial" pitchFamily="34" charset="0"/>
              <a:buNone/>
              <a:defRPr sz="6600" kern="1200" baseline="0">
                <a:solidFill>
                  <a:schemeClr val="accent6">
                    <a:lumMod val="75000"/>
                  </a:schemeClr>
                </a:solidFill>
                <a:latin typeface="Verdana" panose="020B0604030504040204" pitchFamily="34" charset="0"/>
                <a:ea typeface="Verdana" panose="020B0604030504040204" pitchFamily="34" charset="0"/>
                <a:cs typeface="Verdana" panose="020B0604030504040204"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sz="3600" dirty="0" smtClean="0">
                <a:solidFill>
                  <a:schemeClr val="bg1">
                    <a:lumMod val="50000"/>
                  </a:schemeClr>
                </a:solidFill>
              </a:rPr>
              <a:t>CHAPTER</a:t>
            </a:r>
            <a:endParaRPr lang="en-US" sz="3600" dirty="0">
              <a:solidFill>
                <a:schemeClr val="bg1">
                  <a:lumMod val="50000"/>
                </a:schemeClr>
              </a:solidFill>
            </a:endParaRPr>
          </a:p>
        </p:txBody>
      </p:sp>
      <p:cxnSp>
        <p:nvCxnSpPr>
          <p:cNvPr id="14" name="Straight Connector 13"/>
          <p:cNvCxnSpPr/>
          <p:nvPr userDrawn="1"/>
        </p:nvCxnSpPr>
        <p:spPr>
          <a:xfrm flipH="1">
            <a:off x="3048000" y="3352800"/>
            <a:ext cx="1143000"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Subtitle 2"/>
          <p:cNvSpPr>
            <a:spLocks noGrp="1"/>
          </p:cNvSpPr>
          <p:nvPr>
            <p:ph type="subTitle" idx="1" hasCustomPrompt="1"/>
          </p:nvPr>
        </p:nvSpPr>
        <p:spPr>
          <a:xfrm>
            <a:off x="609600" y="3810000"/>
            <a:ext cx="8382000" cy="2895600"/>
          </a:xfrm>
        </p:spPr>
        <p:txBody>
          <a:bodyPr>
            <a:normAutofit/>
          </a:bodyPr>
          <a:lstStyle>
            <a:lvl1pPr marL="0" indent="0" algn="l">
              <a:lnSpc>
                <a:spcPts val="7200"/>
              </a:lnSpc>
              <a:spcBef>
                <a:spcPts val="600"/>
              </a:spcBef>
              <a:spcAft>
                <a:spcPts val="600"/>
              </a:spcAft>
              <a:buNone/>
              <a:defRPr sz="7200" baseline="0">
                <a:solidFill>
                  <a:srgbClr val="D74B13"/>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Enter Chapter Title</a:t>
            </a:r>
            <a:endParaRPr lang="en-US" dirty="0"/>
          </a:p>
        </p:txBody>
      </p:sp>
    </p:spTree>
    <p:extLst>
      <p:ext uri="{BB962C8B-B14F-4D97-AF65-F5344CB8AC3E}">
        <p14:creationId xmlns:p14="http://schemas.microsoft.com/office/powerpoint/2010/main" val="275202021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h_Outline">
    <p:spTree>
      <p:nvGrpSpPr>
        <p:cNvPr id="1" name=""/>
        <p:cNvGrpSpPr/>
        <p:nvPr/>
      </p:nvGrpSpPr>
      <p:grpSpPr>
        <a:xfrm>
          <a:off x="0" y="0"/>
          <a:ext cx="0" cy="0"/>
          <a:chOff x="0" y="0"/>
          <a:chExt cx="0" cy="0"/>
        </a:xfrm>
      </p:grpSpPr>
      <p:sp>
        <p:nvSpPr>
          <p:cNvPr id="8" name="Rectangle 7"/>
          <p:cNvSpPr/>
          <p:nvPr userDrawn="1"/>
        </p:nvSpPr>
        <p:spPr>
          <a:xfrm>
            <a:off x="6781800" y="6362700"/>
            <a:ext cx="2362200" cy="342900"/>
          </a:xfrm>
          <a:prstGeom prst="rect">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57200" y="228600"/>
            <a:ext cx="8229600" cy="1143000"/>
          </a:xfrm>
        </p:spPr>
        <p:txBody>
          <a:bodyPr>
            <a:noAutofit/>
          </a:bodyPr>
          <a:lstStyle>
            <a:lvl1pPr algn="l">
              <a:defRPr sz="4400" b="0" baseline="0">
                <a:solidFill>
                  <a:srgbClr val="00CCFF"/>
                </a:solidFill>
                <a:latin typeface="Verdana" panose="020B0604030504040204" pitchFamily="34" charset="0"/>
                <a:ea typeface="Verdana" panose="020B0604030504040204" pitchFamily="34" charset="0"/>
                <a:cs typeface="Verdana" panose="020B0604030504040204" pitchFamily="34" charset="0"/>
              </a:defRPr>
            </a:lvl1pPr>
          </a:lstStyle>
          <a:p>
            <a:r>
              <a:rPr lang="en-US" dirty="0" smtClean="0"/>
              <a:t>CHAPTER OUTLINE</a:t>
            </a:r>
            <a:endParaRPr lang="en-US" dirty="0"/>
          </a:p>
        </p:txBody>
      </p:sp>
      <p:sp>
        <p:nvSpPr>
          <p:cNvPr id="3" name="Content Placeholder 2"/>
          <p:cNvSpPr>
            <a:spLocks noGrp="1"/>
          </p:cNvSpPr>
          <p:nvPr>
            <p:ph idx="1"/>
          </p:nvPr>
        </p:nvSpPr>
        <p:spPr>
          <a:xfrm>
            <a:off x="457200" y="1371600"/>
            <a:ext cx="8229600" cy="4754563"/>
          </a:xfrm>
        </p:spPr>
        <p:txBody>
          <a:bodyPr/>
          <a:lstStyle>
            <a:lvl1pPr marL="514350" indent="-514350">
              <a:buClr>
                <a:srgbClr val="00B0F0"/>
              </a:buClr>
              <a:buSzPct val="100000"/>
              <a:buFont typeface="+mj-lt"/>
              <a:buAutoNum type="arabicPeriod"/>
              <a:defRPr baseline="0">
                <a:latin typeface="Verdana" panose="020B0604030504040204" pitchFamily="34" charset="0"/>
                <a:ea typeface="Verdana" panose="020B0604030504040204" pitchFamily="34" charset="0"/>
                <a:cs typeface="Verdana" panose="020B0604030504040204" pitchFamily="34"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cxnSp>
        <p:nvCxnSpPr>
          <p:cNvPr id="10" name="Straight Connector 9"/>
          <p:cNvCxnSpPr/>
          <p:nvPr userDrawn="1"/>
        </p:nvCxnSpPr>
        <p:spPr>
          <a:xfrm>
            <a:off x="609600" y="6324600"/>
            <a:ext cx="8534400" cy="0"/>
          </a:xfrm>
          <a:prstGeom prst="line">
            <a:avLst/>
          </a:prstGeom>
          <a:ln w="254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a:off x="0" y="304800"/>
            <a:ext cx="8534400" cy="0"/>
          </a:xfrm>
          <a:prstGeom prst="line">
            <a:avLst/>
          </a:prstGeom>
          <a:ln w="254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483928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_Learning_Obj">
    <p:spTree>
      <p:nvGrpSpPr>
        <p:cNvPr id="1" name=""/>
        <p:cNvGrpSpPr/>
        <p:nvPr/>
      </p:nvGrpSpPr>
      <p:grpSpPr>
        <a:xfrm>
          <a:off x="0" y="0"/>
          <a:ext cx="0" cy="0"/>
          <a:chOff x="0" y="0"/>
          <a:chExt cx="0" cy="0"/>
        </a:xfrm>
      </p:grpSpPr>
      <p:sp>
        <p:nvSpPr>
          <p:cNvPr id="8" name="Rectangle 7"/>
          <p:cNvSpPr/>
          <p:nvPr userDrawn="1"/>
        </p:nvSpPr>
        <p:spPr>
          <a:xfrm>
            <a:off x="6781800" y="6362700"/>
            <a:ext cx="2362200" cy="342900"/>
          </a:xfrm>
          <a:prstGeom prst="rect">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600200"/>
            <a:ext cx="8229600" cy="4525963"/>
          </a:xfrm>
        </p:spPr>
        <p:txBody>
          <a:bodyPr/>
          <a:lstStyle>
            <a:lvl1pPr marL="514350" indent="-514350">
              <a:buClr>
                <a:srgbClr val="FF9900"/>
              </a:buClr>
              <a:buSzPct val="100000"/>
              <a:buFont typeface="+mj-lt"/>
              <a:buAutoNum type="arabicPeriod"/>
              <a:defRPr baseline="0">
                <a:latin typeface="Times New Roman" panose="02020603050405020304" pitchFamily="18" charset="0"/>
                <a:ea typeface="Verdana" panose="020B0604030504040204" pitchFamily="34" charset="0"/>
                <a:cs typeface="Times New Roman" panose="02020603050405020304"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cxnSp>
        <p:nvCxnSpPr>
          <p:cNvPr id="10" name="Straight Connector 9"/>
          <p:cNvCxnSpPr/>
          <p:nvPr userDrawn="1"/>
        </p:nvCxnSpPr>
        <p:spPr>
          <a:xfrm>
            <a:off x="609600" y="6324600"/>
            <a:ext cx="8534400" cy="0"/>
          </a:xfrm>
          <a:prstGeom prst="line">
            <a:avLst/>
          </a:prstGeom>
          <a:ln w="254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a:off x="0" y="304800"/>
            <a:ext cx="8534400" cy="0"/>
          </a:xfrm>
          <a:prstGeom prst="line">
            <a:avLst/>
          </a:prstGeom>
          <a:ln w="254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 name="Subtitle 2"/>
          <p:cNvSpPr>
            <a:spLocks noGrp="1"/>
          </p:cNvSpPr>
          <p:nvPr>
            <p:ph type="subTitle" idx="13" hasCustomPrompt="1"/>
          </p:nvPr>
        </p:nvSpPr>
        <p:spPr>
          <a:xfrm>
            <a:off x="457200" y="533400"/>
            <a:ext cx="8686800" cy="1066800"/>
          </a:xfrm>
        </p:spPr>
        <p:txBody>
          <a:bodyPr>
            <a:normAutofit/>
          </a:bodyPr>
          <a:lstStyle>
            <a:lvl1pPr marL="0" indent="0" algn="l">
              <a:lnSpc>
                <a:spcPts val="6800"/>
              </a:lnSpc>
              <a:spcBef>
                <a:spcPts val="600"/>
              </a:spcBef>
              <a:spcAft>
                <a:spcPts val="600"/>
              </a:spcAft>
              <a:buNone/>
              <a:defRPr sz="4400" baseline="0">
                <a:solidFill>
                  <a:srgbClr val="FF9900"/>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LEARNING OBJECTIVES</a:t>
            </a:r>
            <a:endParaRPr lang="en-US" dirty="0"/>
          </a:p>
        </p:txBody>
      </p:sp>
      <p:sp>
        <p:nvSpPr>
          <p:cNvPr id="11" name="Subtitle 2"/>
          <p:cNvSpPr txBox="1">
            <a:spLocks/>
          </p:cNvSpPr>
          <p:nvPr userDrawn="1"/>
        </p:nvSpPr>
        <p:spPr>
          <a:xfrm>
            <a:off x="7263063" y="533400"/>
            <a:ext cx="1652337" cy="1066800"/>
          </a:xfrm>
          <a:prstGeom prst="rect">
            <a:avLst/>
          </a:prstGeom>
        </p:spPr>
        <p:txBody>
          <a:bodyPr vert="horz" lIns="91440" tIns="45720" rIns="91440" bIns="45720" rtlCol="0">
            <a:normAutofit/>
          </a:bodyPr>
          <a:lstStyle>
            <a:lvl1pPr marL="0" indent="0" algn="l" defTabSz="914400" rtl="0" eaLnBrk="1" latinLnBrk="0" hangingPunct="1">
              <a:lnSpc>
                <a:spcPts val="6800"/>
              </a:lnSpc>
              <a:spcBef>
                <a:spcPts val="600"/>
              </a:spcBef>
              <a:spcAft>
                <a:spcPts val="600"/>
              </a:spcAft>
              <a:buFont typeface="Arial" pitchFamily="34" charset="0"/>
              <a:buNone/>
              <a:defRPr sz="4400" kern="1200" baseline="0">
                <a:solidFill>
                  <a:srgbClr val="FFC000"/>
                </a:solidFill>
                <a:latin typeface="Verdana" panose="020B0604030504040204" pitchFamily="34" charset="0"/>
                <a:ea typeface="Verdana" panose="020B0604030504040204" pitchFamily="34" charset="0"/>
                <a:cs typeface="Verdana" panose="020B0604030504040204"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dirty="0" smtClean="0">
                <a:solidFill>
                  <a:schemeClr val="tx2">
                    <a:lumMod val="60000"/>
                    <a:lumOff val="40000"/>
                  </a:schemeClr>
                </a:solidFill>
              </a:rPr>
              <a:t>&gt;&gt;&gt;</a:t>
            </a:r>
            <a:endParaRPr lang="en-US" dirty="0">
              <a:solidFill>
                <a:schemeClr val="tx2">
                  <a:lumMod val="60000"/>
                  <a:lumOff val="40000"/>
                </a:schemeClr>
              </a:solidFill>
            </a:endParaRPr>
          </a:p>
        </p:txBody>
      </p:sp>
    </p:spTree>
    <p:extLst>
      <p:ext uri="{BB962C8B-B14F-4D97-AF65-F5344CB8AC3E}">
        <p14:creationId xmlns:p14="http://schemas.microsoft.com/office/powerpoint/2010/main" val="4059393352"/>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pening Case">
    <p:spTree>
      <p:nvGrpSpPr>
        <p:cNvPr id="1" name=""/>
        <p:cNvGrpSpPr/>
        <p:nvPr/>
      </p:nvGrpSpPr>
      <p:grpSpPr>
        <a:xfrm>
          <a:off x="0" y="0"/>
          <a:ext cx="0" cy="0"/>
          <a:chOff x="0" y="0"/>
          <a:chExt cx="0" cy="0"/>
        </a:xfrm>
      </p:grpSpPr>
      <p:cxnSp>
        <p:nvCxnSpPr>
          <p:cNvPr id="8" name="Straight Connector 7"/>
          <p:cNvCxnSpPr/>
          <p:nvPr userDrawn="1"/>
        </p:nvCxnSpPr>
        <p:spPr>
          <a:xfrm>
            <a:off x="0" y="6477000"/>
            <a:ext cx="86868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Rectangle 8"/>
          <p:cNvSpPr/>
          <p:nvPr userDrawn="1"/>
        </p:nvSpPr>
        <p:spPr>
          <a:xfrm>
            <a:off x="8382000" y="5715000"/>
            <a:ext cx="304800" cy="762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609600" y="12192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a:xfrm>
            <a:off x="6553200" y="6119896"/>
            <a:ext cx="2133600" cy="365125"/>
          </a:xfrm>
        </p:spPr>
        <p:txBody>
          <a:bodyPr/>
          <a:lstStyle/>
          <a:p>
            <a:fld id="{AC392DC9-9688-4E44-A90B-C333AD8FEA09}" type="slidenum">
              <a:rPr lang="en-US" smtClean="0"/>
              <a:t>‹#›</a:t>
            </a:fld>
            <a:endParaRPr lang="en-US"/>
          </a:p>
        </p:txBody>
      </p:sp>
      <p:sp>
        <p:nvSpPr>
          <p:cNvPr id="7" name="Text Placeholder 6"/>
          <p:cNvSpPr>
            <a:spLocks noGrp="1"/>
          </p:cNvSpPr>
          <p:nvPr>
            <p:ph type="body" sz="quarter" idx="13"/>
          </p:nvPr>
        </p:nvSpPr>
        <p:spPr>
          <a:xfrm>
            <a:off x="457200" y="1371600"/>
            <a:ext cx="8229600" cy="4876800"/>
          </a:xfrm>
        </p:spPr>
        <p:txBody>
          <a:bodyPr>
            <a:normAutofit/>
          </a:bodyPr>
          <a:lstStyle>
            <a:lvl1pPr>
              <a:defRPr sz="3200" b="1" baseline="0">
                <a:latin typeface="Verdana" panose="020B0604030504040204" pitchFamily="34" charset="0"/>
                <a:ea typeface="Verdana" panose="020B0604030504040204" pitchFamily="34" charset="0"/>
                <a:cs typeface="Verdana" panose="020B0604030504040204" pitchFamily="34" charset="0"/>
              </a:defRPr>
            </a:lvl1pPr>
            <a:lvl2pPr marL="914400" indent="-457200">
              <a:buClr>
                <a:schemeClr val="accent1">
                  <a:lumMod val="75000"/>
                </a:schemeClr>
              </a:buClr>
              <a:buFont typeface="+mj-lt"/>
              <a:buAutoNum type="arabicPeriod"/>
              <a:defRPr sz="2400"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sz="2000"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sz="1800"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sz="1800"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itle 1"/>
          <p:cNvSpPr>
            <a:spLocks noGrp="1"/>
          </p:cNvSpPr>
          <p:nvPr>
            <p:ph type="title" hasCustomPrompt="1"/>
          </p:nvPr>
        </p:nvSpPr>
        <p:spPr>
          <a:xfrm>
            <a:off x="3276600" y="228600"/>
            <a:ext cx="2209800" cy="1143000"/>
          </a:xfrm>
        </p:spPr>
        <p:txBody>
          <a:bodyPr>
            <a:noAutofit/>
          </a:bodyPr>
          <a:lstStyle>
            <a:lvl1pPr algn="l">
              <a:defRPr sz="4400" b="1" baseline="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defRPr>
            </a:lvl1pPr>
          </a:lstStyle>
          <a:p>
            <a:r>
              <a:rPr lang="en-US" dirty="0" smtClean="0"/>
              <a:t>CASE</a:t>
            </a:r>
            <a:endParaRPr lang="en-US" dirty="0"/>
          </a:p>
        </p:txBody>
      </p:sp>
      <p:sp>
        <p:nvSpPr>
          <p:cNvPr id="14" name="Title 1"/>
          <p:cNvSpPr txBox="1">
            <a:spLocks/>
          </p:cNvSpPr>
          <p:nvPr userDrawn="1"/>
        </p:nvSpPr>
        <p:spPr>
          <a:xfrm>
            <a:off x="457200" y="228600"/>
            <a:ext cx="3276600" cy="11430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400" b="1" kern="1200" baseline="0">
                <a:solidFill>
                  <a:srgbClr val="00CCFF"/>
                </a:solidFill>
                <a:latin typeface="Verdana" panose="020B0604030504040204" pitchFamily="34" charset="0"/>
                <a:ea typeface="Verdana" panose="020B0604030504040204" pitchFamily="34" charset="0"/>
                <a:cs typeface="Verdana" panose="020B0604030504040204" pitchFamily="34" charset="0"/>
              </a:defRPr>
            </a:lvl1pPr>
          </a:lstStyle>
          <a:p>
            <a:r>
              <a:rPr lang="en-US" b="0" dirty="0" smtClean="0">
                <a:solidFill>
                  <a:schemeClr val="accent1">
                    <a:lumMod val="75000"/>
                  </a:schemeClr>
                </a:solidFill>
              </a:rPr>
              <a:t>OPENING</a:t>
            </a:r>
            <a:endParaRPr lang="en-US" b="0" dirty="0">
              <a:solidFill>
                <a:schemeClr val="accent1">
                  <a:lumMod val="75000"/>
                </a:schemeClr>
              </a:solidFill>
            </a:endParaRPr>
          </a:p>
        </p:txBody>
      </p:sp>
      <p:sp>
        <p:nvSpPr>
          <p:cNvPr id="15" name="Title 1"/>
          <p:cNvSpPr txBox="1">
            <a:spLocks/>
          </p:cNvSpPr>
          <p:nvPr userDrawn="1"/>
        </p:nvSpPr>
        <p:spPr>
          <a:xfrm>
            <a:off x="5181600" y="228600"/>
            <a:ext cx="2438400" cy="11430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400" b="1" kern="1200" baseline="0">
                <a:solidFill>
                  <a:srgbClr val="00CCFF"/>
                </a:solidFill>
                <a:latin typeface="Verdana" panose="020B0604030504040204" pitchFamily="34" charset="0"/>
                <a:ea typeface="Verdana" panose="020B0604030504040204" pitchFamily="34" charset="0"/>
                <a:cs typeface="Verdana" panose="020B0604030504040204" pitchFamily="34" charset="0"/>
              </a:defRPr>
            </a:lvl1pPr>
          </a:lstStyle>
          <a:p>
            <a:r>
              <a:rPr lang="en-US" dirty="0" smtClean="0">
                <a:solidFill>
                  <a:srgbClr val="6600CC"/>
                </a:solidFill>
              </a:rPr>
              <a:t>&gt;</a:t>
            </a:r>
            <a:endParaRPr lang="en-US" dirty="0">
              <a:solidFill>
                <a:srgbClr val="6600CC"/>
              </a:solidFill>
            </a:endParaRPr>
          </a:p>
        </p:txBody>
      </p:sp>
    </p:spTree>
    <p:extLst>
      <p:ext uri="{BB962C8B-B14F-4D97-AF65-F5344CB8AC3E}">
        <p14:creationId xmlns:p14="http://schemas.microsoft.com/office/powerpoint/2010/main" val="3856188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ts_about_bus">
    <p:spTree>
      <p:nvGrpSpPr>
        <p:cNvPr id="1" name=""/>
        <p:cNvGrpSpPr/>
        <p:nvPr/>
      </p:nvGrpSpPr>
      <p:grpSpPr>
        <a:xfrm>
          <a:off x="0" y="0"/>
          <a:ext cx="0" cy="0"/>
          <a:chOff x="0" y="0"/>
          <a:chExt cx="0" cy="0"/>
        </a:xfrm>
      </p:grpSpPr>
      <p:sp>
        <p:nvSpPr>
          <p:cNvPr id="4" name="Rectangle 3"/>
          <p:cNvSpPr/>
          <p:nvPr userDrawn="1"/>
        </p:nvSpPr>
        <p:spPr>
          <a:xfrm>
            <a:off x="0" y="1397296"/>
            <a:ext cx="9144000" cy="4927304"/>
          </a:xfrm>
          <a:prstGeom prst="rect">
            <a:avLst/>
          </a:prstGeom>
          <a:solidFill>
            <a:srgbClr val="FFFFCC">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25" name="Text Placeholder 24"/>
          <p:cNvSpPr>
            <a:spLocks noGrp="1"/>
          </p:cNvSpPr>
          <p:nvPr>
            <p:ph type="body" sz="quarter" idx="15" hasCustomPrompt="1"/>
          </p:nvPr>
        </p:nvSpPr>
        <p:spPr>
          <a:xfrm>
            <a:off x="1295400" y="635296"/>
            <a:ext cx="7772400" cy="990600"/>
          </a:xfrm>
        </p:spPr>
        <p:txBody>
          <a:bodyPr>
            <a:normAutofit/>
          </a:bodyPr>
          <a:lstStyle>
            <a:lvl1pPr marL="0" indent="0">
              <a:buNone/>
              <a:defRPr sz="4400" b="0" i="0"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smtClean="0"/>
              <a:t>’S ABOUT BUSINESS  0.0</a:t>
            </a:r>
            <a:endParaRPr lang="en-US" dirty="0"/>
          </a:p>
        </p:txBody>
      </p:sp>
      <p:cxnSp>
        <p:nvCxnSpPr>
          <p:cNvPr id="15" name="Straight Connector 14"/>
          <p:cNvCxnSpPr/>
          <p:nvPr userDrawn="1"/>
        </p:nvCxnSpPr>
        <p:spPr>
          <a:xfrm>
            <a:off x="0" y="1397296"/>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8" name="Group 7"/>
          <p:cNvGrpSpPr/>
          <p:nvPr userDrawn="1"/>
        </p:nvGrpSpPr>
        <p:grpSpPr>
          <a:xfrm>
            <a:off x="609600" y="228600"/>
            <a:ext cx="923260" cy="1473496"/>
            <a:chOff x="495300" y="888704"/>
            <a:chExt cx="923260" cy="1473496"/>
          </a:xfrm>
          <a:effectLst>
            <a:outerShdw blurRad="76200" dist="88900" dir="4620000" sx="109000" sy="109000" algn="ctr" rotWithShape="0">
              <a:schemeClr val="bg1">
                <a:lumMod val="65000"/>
                <a:alpha val="19000"/>
              </a:schemeClr>
            </a:outerShdw>
          </a:effectLst>
        </p:grpSpPr>
        <p:sp>
          <p:nvSpPr>
            <p:cNvPr id="5" name="Rectangle 4"/>
            <p:cNvSpPr/>
            <p:nvPr userDrawn="1"/>
          </p:nvSpPr>
          <p:spPr>
            <a:xfrm>
              <a:off x="838200" y="1008888"/>
              <a:ext cx="246888" cy="1353312"/>
            </a:xfrm>
            <a:prstGeom prst="rect">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userDrawn="1"/>
          </p:nvSpPr>
          <p:spPr>
            <a:xfrm>
              <a:off x="495300" y="1219200"/>
              <a:ext cx="246888" cy="1143000"/>
            </a:xfrm>
            <a:prstGeom prst="rect">
              <a:avLst/>
            </a:prstGeom>
            <a:solidFill>
              <a:srgbClr val="99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userDrawn="1"/>
          </p:nvSpPr>
          <p:spPr>
            <a:xfrm rot="5400000">
              <a:off x="847060" y="545804"/>
              <a:ext cx="228600" cy="914400"/>
            </a:xfrm>
            <a:prstGeom prst="rect">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Content Placeholder 20"/>
          <p:cNvSpPr>
            <a:spLocks noGrp="1"/>
          </p:cNvSpPr>
          <p:nvPr>
            <p:ph sz="quarter" idx="16"/>
          </p:nvPr>
        </p:nvSpPr>
        <p:spPr>
          <a:xfrm>
            <a:off x="609600" y="1828800"/>
            <a:ext cx="8001000" cy="4419600"/>
          </a:xfrm>
        </p:spPr>
        <p:txBody>
          <a:bodyPr/>
          <a:lstStyle>
            <a:lvl1pPr>
              <a:defRPr sz="3200" b="1"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971550" indent="-514350">
              <a:buClr>
                <a:srgbClr val="0000CC"/>
              </a:buClr>
              <a:buFont typeface="+mj-lt"/>
              <a:buAutoNum type="arabicPeriod"/>
              <a:defRPr sz="2400"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sz="2000"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sz="1800"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sz="1800"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138594888"/>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opic Level2">
    <p:spTree>
      <p:nvGrpSpPr>
        <p:cNvPr id="1" name=""/>
        <p:cNvGrpSpPr/>
        <p:nvPr/>
      </p:nvGrpSpPr>
      <p:grpSpPr>
        <a:xfrm>
          <a:off x="0" y="0"/>
          <a:ext cx="0" cy="0"/>
          <a:chOff x="0" y="0"/>
          <a:chExt cx="0" cy="0"/>
        </a:xfrm>
      </p:grpSpPr>
      <p:sp>
        <p:nvSpPr>
          <p:cNvPr id="13" name="Rectangle 12"/>
          <p:cNvSpPr/>
          <p:nvPr userDrawn="1"/>
        </p:nvSpPr>
        <p:spPr>
          <a:xfrm>
            <a:off x="0" y="1905000"/>
            <a:ext cx="9144000" cy="4419600"/>
          </a:xfrm>
          <a:prstGeom prst="rect">
            <a:avLst/>
          </a:prstGeom>
          <a:solidFill>
            <a:srgbClr val="FFFFCC">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2057400" y="304800"/>
            <a:ext cx="6553199" cy="1676400"/>
          </a:xfrm>
        </p:spPr>
        <p:txBody>
          <a:bodyPr>
            <a:normAutofit/>
          </a:bodyPr>
          <a:lstStyle>
            <a:lvl1pPr marL="0" indent="0" algn="l">
              <a:spcBef>
                <a:spcPts val="600"/>
              </a:spcBef>
              <a:spcAft>
                <a:spcPts val="600"/>
              </a:spcAft>
              <a:buNone/>
              <a:defRPr sz="4400" baseline="0">
                <a:solidFill>
                  <a:srgbClr val="FF9900"/>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10" name="Text Placeholder 9"/>
          <p:cNvSpPr>
            <a:spLocks noGrp="1"/>
          </p:cNvSpPr>
          <p:nvPr>
            <p:ph type="body" sz="quarter" idx="14" hasCustomPrompt="1"/>
          </p:nvPr>
        </p:nvSpPr>
        <p:spPr>
          <a:xfrm>
            <a:off x="76200" y="0"/>
            <a:ext cx="1981200" cy="1524000"/>
          </a:xfrm>
        </p:spPr>
        <p:txBody>
          <a:bodyPr>
            <a:noAutofit/>
          </a:bodyPr>
          <a:lstStyle>
            <a:lvl1pPr marL="0" indent="0" algn="ctr">
              <a:buNone/>
              <a:defRPr sz="7200" baseline="0">
                <a:solidFill>
                  <a:schemeClr val="bg1">
                    <a:lumMod val="50000"/>
                  </a:schemeClr>
                </a:solidFill>
                <a:latin typeface="Century Gothic" pitchFamily="34" charset="0"/>
              </a:defRPr>
            </a:lvl1pPr>
            <a:lvl2pPr marL="457200" indent="0">
              <a:buNone/>
              <a:defRPr sz="7200" baseline="0">
                <a:latin typeface="Century Gothic" pitchFamily="34" charset="0"/>
              </a:defRPr>
            </a:lvl2pPr>
            <a:lvl3pPr marL="914400" indent="0">
              <a:buNone/>
              <a:defRPr sz="7200" baseline="0">
                <a:latin typeface="Century Gothic" pitchFamily="34" charset="0"/>
              </a:defRPr>
            </a:lvl3pPr>
            <a:lvl4pPr marL="1371600" indent="0">
              <a:buNone/>
              <a:defRPr sz="7200" baseline="0">
                <a:latin typeface="Century Gothic" pitchFamily="34" charset="0"/>
              </a:defRPr>
            </a:lvl4pPr>
            <a:lvl5pPr marL="1828800" indent="0">
              <a:buNone/>
              <a:defRPr sz="7200" baseline="0">
                <a:latin typeface="Century Gothic" pitchFamily="34" charset="0"/>
              </a:defRPr>
            </a:lvl5pPr>
          </a:lstStyle>
          <a:p>
            <a:pPr lvl="0"/>
            <a:r>
              <a:rPr lang="en-US" dirty="0" smtClean="0"/>
              <a:t>0.0</a:t>
            </a:r>
            <a:endParaRPr lang="en-US" dirty="0"/>
          </a:p>
        </p:txBody>
      </p:sp>
      <p:sp>
        <p:nvSpPr>
          <p:cNvPr id="21" name="Content Placeholder 20"/>
          <p:cNvSpPr>
            <a:spLocks noGrp="1"/>
          </p:cNvSpPr>
          <p:nvPr>
            <p:ph sz="quarter" idx="15"/>
          </p:nvPr>
        </p:nvSpPr>
        <p:spPr>
          <a:xfrm>
            <a:off x="1066800" y="2438400"/>
            <a:ext cx="7543800" cy="3810000"/>
          </a:xfrm>
        </p:spPr>
        <p:txBody>
          <a:bodyPr/>
          <a:lstStyle>
            <a:lvl1pPr>
              <a:defRPr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vl2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050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9456437"/>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mage Slidezaxcv">
    <p:spTree>
      <p:nvGrpSpPr>
        <p:cNvPr id="1" name=""/>
        <p:cNvGrpSpPr/>
        <p:nvPr/>
      </p:nvGrpSpPr>
      <p:grpSpPr>
        <a:xfrm>
          <a:off x="0" y="0"/>
          <a:ext cx="0" cy="0"/>
          <a:chOff x="0" y="0"/>
          <a:chExt cx="0" cy="0"/>
        </a:xfrm>
      </p:grpSpPr>
      <p:cxnSp>
        <p:nvCxnSpPr>
          <p:cNvPr id="19" name="Straight Connector 18"/>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0" name="Rectangle 19"/>
          <p:cNvSpPr/>
          <p:nvPr userDrawn="1"/>
        </p:nvSpPr>
        <p:spPr>
          <a:xfrm>
            <a:off x="6781800" y="6362700"/>
            <a:ext cx="2362200" cy="342900"/>
          </a:xfrm>
          <a:prstGeom prst="rect">
            <a:avLst/>
          </a:prstGeom>
          <a:solidFill>
            <a:srgbClr val="66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ubtitle 2"/>
          <p:cNvSpPr>
            <a:spLocks noGrp="1"/>
          </p:cNvSpPr>
          <p:nvPr>
            <p:ph type="subTitle" idx="1"/>
          </p:nvPr>
        </p:nvSpPr>
        <p:spPr>
          <a:xfrm>
            <a:off x="457200" y="76200"/>
            <a:ext cx="8153399" cy="1371600"/>
          </a:xfrm>
        </p:spPr>
        <p:txBody>
          <a:bodyPr anchor="b" anchorCtr="0">
            <a:normAutofit/>
          </a:bodyPr>
          <a:lstStyle>
            <a:lvl1pPr marL="0" indent="0" algn="l">
              <a:spcBef>
                <a:spcPts val="600"/>
              </a:spcBef>
              <a:spcAft>
                <a:spcPts val="600"/>
              </a:spcAft>
              <a:buNone/>
              <a:defRPr sz="4400"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22" name="Slide Number Placeholder 5"/>
          <p:cNvSpPr>
            <a:spLocks noGrp="1"/>
          </p:cNvSpPr>
          <p:nvPr>
            <p:ph type="sldNum" sz="quarter" idx="12"/>
          </p:nvPr>
        </p:nvSpPr>
        <p:spPr>
          <a:xfrm>
            <a:off x="6553200" y="6356350"/>
            <a:ext cx="2133600" cy="365125"/>
          </a:xfrm>
        </p:spPr>
        <p:txBody>
          <a:bodyPr/>
          <a:lstStyle>
            <a:lvl1pPr>
              <a:defRPr>
                <a:solidFill>
                  <a:schemeClr val="bg1"/>
                </a:solidFill>
              </a:defRPr>
            </a:lvl1pPr>
          </a:lstStyle>
          <a:p>
            <a:fld id="{AC392DC9-9688-4E44-A90B-C333AD8FEA09}" type="slidenum">
              <a:rPr lang="en-US" smtClean="0"/>
              <a:pPr/>
              <a:t>‹#›</a:t>
            </a:fld>
            <a:endParaRPr lang="en-US" dirty="0"/>
          </a:p>
        </p:txBody>
      </p:sp>
      <p:sp>
        <p:nvSpPr>
          <p:cNvPr id="24" name="Content Placeholder 20"/>
          <p:cNvSpPr>
            <a:spLocks noGrp="1"/>
          </p:cNvSpPr>
          <p:nvPr>
            <p:ph sz="quarter" idx="15"/>
          </p:nvPr>
        </p:nvSpPr>
        <p:spPr>
          <a:xfrm>
            <a:off x="457200" y="1524000"/>
            <a:ext cx="8153400" cy="4724400"/>
          </a:xfrm>
        </p:spPr>
        <p:txBody>
          <a:bodyPr/>
          <a:lstStyle>
            <a:lvl1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25" name="Straight Connector 24"/>
          <p:cNvCxnSpPr/>
          <p:nvPr userDrawn="1"/>
        </p:nvCxnSpPr>
        <p:spPr>
          <a:xfrm>
            <a:off x="0" y="14478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7040058"/>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opic Level3">
    <p:spTree>
      <p:nvGrpSpPr>
        <p:cNvPr id="1" name=""/>
        <p:cNvGrpSpPr/>
        <p:nvPr/>
      </p:nvGrpSpPr>
      <p:grpSpPr>
        <a:xfrm>
          <a:off x="0" y="0"/>
          <a:ext cx="0" cy="0"/>
          <a:chOff x="0" y="0"/>
          <a:chExt cx="0" cy="0"/>
        </a:xfrm>
      </p:grpSpPr>
      <p:sp>
        <p:nvSpPr>
          <p:cNvPr id="26" name="Rectangle 25"/>
          <p:cNvSpPr/>
          <p:nvPr userDrawn="1"/>
        </p:nvSpPr>
        <p:spPr>
          <a:xfrm>
            <a:off x="0" y="1905000"/>
            <a:ext cx="9144000" cy="4419600"/>
          </a:xfrm>
          <a:prstGeom prst="rect">
            <a:avLst/>
          </a:prstGeom>
          <a:solidFill>
            <a:srgbClr val="FFFFCC">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0" name="Rectangle 19"/>
          <p:cNvSpPr/>
          <p:nvPr userDrawn="1"/>
        </p:nvSpPr>
        <p:spPr>
          <a:xfrm>
            <a:off x="6781800" y="6362700"/>
            <a:ext cx="2362200" cy="342900"/>
          </a:xfrm>
          <a:prstGeom prst="rect">
            <a:avLst/>
          </a:prstGeom>
          <a:solidFill>
            <a:srgbClr val="66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ubtitle 2"/>
          <p:cNvSpPr>
            <a:spLocks noGrp="1"/>
          </p:cNvSpPr>
          <p:nvPr>
            <p:ph type="subTitle" idx="1"/>
          </p:nvPr>
        </p:nvSpPr>
        <p:spPr>
          <a:xfrm>
            <a:off x="457200" y="76200"/>
            <a:ext cx="8153399" cy="1676400"/>
          </a:xfrm>
        </p:spPr>
        <p:txBody>
          <a:bodyPr anchor="b" anchorCtr="0">
            <a:normAutofit/>
          </a:bodyPr>
          <a:lstStyle>
            <a:lvl1pPr marL="0" indent="0" algn="l">
              <a:spcBef>
                <a:spcPts val="600"/>
              </a:spcBef>
              <a:spcAft>
                <a:spcPts val="600"/>
              </a:spcAft>
              <a:buNone/>
              <a:defRPr sz="4400"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22" name="Slide Number Placeholder 5"/>
          <p:cNvSpPr>
            <a:spLocks noGrp="1"/>
          </p:cNvSpPr>
          <p:nvPr>
            <p:ph type="sldNum" sz="quarter" idx="12"/>
          </p:nvPr>
        </p:nvSpPr>
        <p:spPr>
          <a:xfrm>
            <a:off x="6553200" y="6356350"/>
            <a:ext cx="2133600" cy="365125"/>
          </a:xfrm>
        </p:spPr>
        <p:txBody>
          <a:bodyPr/>
          <a:lstStyle>
            <a:lvl1pPr>
              <a:defRPr>
                <a:solidFill>
                  <a:schemeClr val="bg1"/>
                </a:solidFill>
              </a:defRPr>
            </a:lvl1pPr>
          </a:lstStyle>
          <a:p>
            <a:fld id="{AC392DC9-9688-4E44-A90B-C333AD8FEA09}" type="slidenum">
              <a:rPr lang="en-US" smtClean="0"/>
              <a:pPr/>
              <a:t>‹#›</a:t>
            </a:fld>
            <a:endParaRPr lang="en-US" dirty="0"/>
          </a:p>
        </p:txBody>
      </p:sp>
      <p:sp>
        <p:nvSpPr>
          <p:cNvPr id="24" name="Content Placeholder 20"/>
          <p:cNvSpPr>
            <a:spLocks noGrp="1"/>
          </p:cNvSpPr>
          <p:nvPr>
            <p:ph sz="quarter" idx="15"/>
          </p:nvPr>
        </p:nvSpPr>
        <p:spPr>
          <a:xfrm>
            <a:off x="609600" y="2286000"/>
            <a:ext cx="8001000" cy="3962400"/>
          </a:xfrm>
        </p:spPr>
        <p:txBody>
          <a:bodyPr/>
          <a:lstStyle>
            <a:lvl1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25" name="Straight Connector 24"/>
          <p:cNvCxnSpPr/>
          <p:nvPr userDrawn="1"/>
        </p:nvCxnSpPr>
        <p:spPr>
          <a:xfrm>
            <a:off x="0" y="19050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203540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opic Level4">
    <p:spTree>
      <p:nvGrpSpPr>
        <p:cNvPr id="1" name=""/>
        <p:cNvGrpSpPr/>
        <p:nvPr/>
      </p:nvGrpSpPr>
      <p:grpSpPr>
        <a:xfrm>
          <a:off x="0" y="0"/>
          <a:ext cx="0" cy="0"/>
          <a:chOff x="0" y="0"/>
          <a:chExt cx="0" cy="0"/>
        </a:xfrm>
      </p:grpSpPr>
      <p:sp>
        <p:nvSpPr>
          <p:cNvPr id="26" name="Rectangle 25"/>
          <p:cNvSpPr/>
          <p:nvPr userDrawn="1"/>
        </p:nvSpPr>
        <p:spPr>
          <a:xfrm>
            <a:off x="0" y="1905000"/>
            <a:ext cx="9144000" cy="4419600"/>
          </a:xfrm>
          <a:prstGeom prst="rect">
            <a:avLst/>
          </a:prstGeom>
          <a:solidFill>
            <a:srgbClr val="FFFFCC">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0" name="Rectangle 19"/>
          <p:cNvSpPr/>
          <p:nvPr userDrawn="1"/>
        </p:nvSpPr>
        <p:spPr>
          <a:xfrm>
            <a:off x="6781800" y="6362700"/>
            <a:ext cx="2362200" cy="342900"/>
          </a:xfrm>
          <a:prstGeom prst="rect">
            <a:avLst/>
          </a:prstGeom>
          <a:solidFill>
            <a:srgbClr val="99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ubtitle 2"/>
          <p:cNvSpPr>
            <a:spLocks noGrp="1"/>
          </p:cNvSpPr>
          <p:nvPr>
            <p:ph type="subTitle" idx="1"/>
          </p:nvPr>
        </p:nvSpPr>
        <p:spPr>
          <a:xfrm>
            <a:off x="457200" y="76200"/>
            <a:ext cx="8153399" cy="1676400"/>
          </a:xfrm>
        </p:spPr>
        <p:txBody>
          <a:bodyPr anchor="b" anchorCtr="0">
            <a:normAutofit/>
          </a:bodyPr>
          <a:lstStyle>
            <a:lvl1pPr marL="0" indent="0" algn="l">
              <a:spcBef>
                <a:spcPts val="600"/>
              </a:spcBef>
              <a:spcAft>
                <a:spcPts val="600"/>
              </a:spcAft>
              <a:buNone/>
              <a:defRPr sz="4400" baseline="0">
                <a:solidFill>
                  <a:srgbClr val="9900FF"/>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22" name="Slide Number Placeholder 5"/>
          <p:cNvSpPr>
            <a:spLocks noGrp="1"/>
          </p:cNvSpPr>
          <p:nvPr>
            <p:ph type="sldNum" sz="quarter" idx="12"/>
          </p:nvPr>
        </p:nvSpPr>
        <p:spPr>
          <a:xfrm>
            <a:off x="6553200" y="6356350"/>
            <a:ext cx="2133600" cy="365125"/>
          </a:xfrm>
        </p:spPr>
        <p:txBody>
          <a:bodyPr/>
          <a:lstStyle>
            <a:lvl1pPr>
              <a:defRPr>
                <a:solidFill>
                  <a:schemeClr val="bg1"/>
                </a:solidFill>
              </a:defRPr>
            </a:lvl1pPr>
          </a:lstStyle>
          <a:p>
            <a:fld id="{AC392DC9-9688-4E44-A90B-C333AD8FEA09}" type="slidenum">
              <a:rPr lang="en-US" smtClean="0"/>
              <a:pPr/>
              <a:t>‹#›</a:t>
            </a:fld>
            <a:endParaRPr lang="en-US" dirty="0"/>
          </a:p>
        </p:txBody>
      </p:sp>
      <p:sp>
        <p:nvSpPr>
          <p:cNvPr id="24" name="Content Placeholder 20"/>
          <p:cNvSpPr>
            <a:spLocks noGrp="1"/>
          </p:cNvSpPr>
          <p:nvPr>
            <p:ph sz="quarter" idx="15"/>
          </p:nvPr>
        </p:nvSpPr>
        <p:spPr>
          <a:xfrm>
            <a:off x="609600" y="2286000"/>
            <a:ext cx="8001000" cy="3962400"/>
          </a:xfrm>
        </p:spPr>
        <p:txBody>
          <a:bodyPr/>
          <a:lstStyle>
            <a:lvl1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vl2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2pPr>
            <a:lvl3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3pPr>
            <a:lvl4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4pPr>
            <a:lvl5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25" name="Straight Connector 24"/>
          <p:cNvCxnSpPr/>
          <p:nvPr userDrawn="1"/>
        </p:nvCxnSpPr>
        <p:spPr>
          <a:xfrm>
            <a:off x="0" y="19050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631302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opic Level5">
    <p:spTree>
      <p:nvGrpSpPr>
        <p:cNvPr id="1" name=""/>
        <p:cNvGrpSpPr/>
        <p:nvPr/>
      </p:nvGrpSpPr>
      <p:grpSpPr>
        <a:xfrm>
          <a:off x="0" y="0"/>
          <a:ext cx="0" cy="0"/>
          <a:chOff x="0" y="0"/>
          <a:chExt cx="0" cy="0"/>
        </a:xfrm>
      </p:grpSpPr>
      <p:sp>
        <p:nvSpPr>
          <p:cNvPr id="26" name="Rectangle 25"/>
          <p:cNvSpPr/>
          <p:nvPr userDrawn="1"/>
        </p:nvSpPr>
        <p:spPr>
          <a:xfrm>
            <a:off x="0" y="1905000"/>
            <a:ext cx="9144000" cy="4419600"/>
          </a:xfrm>
          <a:prstGeom prst="rect">
            <a:avLst/>
          </a:prstGeom>
          <a:solidFill>
            <a:srgbClr val="FFFFCC">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0" name="Rectangle 19"/>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ubtitle 2"/>
          <p:cNvSpPr>
            <a:spLocks noGrp="1"/>
          </p:cNvSpPr>
          <p:nvPr>
            <p:ph type="subTitle" idx="1"/>
          </p:nvPr>
        </p:nvSpPr>
        <p:spPr>
          <a:xfrm>
            <a:off x="457200" y="76200"/>
            <a:ext cx="8153399" cy="1676400"/>
          </a:xfrm>
        </p:spPr>
        <p:txBody>
          <a:bodyPr anchor="b" anchorCtr="0">
            <a:normAutofit/>
          </a:bodyPr>
          <a:lstStyle>
            <a:lvl1pPr marL="0" indent="0" algn="l">
              <a:spcBef>
                <a:spcPts val="600"/>
              </a:spcBef>
              <a:spcAft>
                <a:spcPts val="600"/>
              </a:spcAft>
              <a:buNone/>
              <a:defRPr sz="4400"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22" name="Slide Number Placeholder 5"/>
          <p:cNvSpPr>
            <a:spLocks noGrp="1"/>
          </p:cNvSpPr>
          <p:nvPr>
            <p:ph type="sldNum" sz="quarter" idx="12"/>
          </p:nvPr>
        </p:nvSpPr>
        <p:spPr>
          <a:xfrm>
            <a:off x="6553200" y="6356350"/>
            <a:ext cx="2133600" cy="365125"/>
          </a:xfrm>
        </p:spPr>
        <p:txBody>
          <a:bodyPr/>
          <a:lstStyle>
            <a:lvl1pPr>
              <a:defRPr>
                <a:solidFill>
                  <a:schemeClr val="bg1"/>
                </a:solidFill>
              </a:defRPr>
            </a:lvl1pPr>
          </a:lstStyle>
          <a:p>
            <a:fld id="{AC392DC9-9688-4E44-A90B-C333AD8FEA09}" type="slidenum">
              <a:rPr lang="en-US" smtClean="0"/>
              <a:pPr/>
              <a:t>‹#›</a:t>
            </a:fld>
            <a:endParaRPr lang="en-US" dirty="0"/>
          </a:p>
        </p:txBody>
      </p:sp>
      <p:sp>
        <p:nvSpPr>
          <p:cNvPr id="24" name="Content Placeholder 20"/>
          <p:cNvSpPr>
            <a:spLocks noGrp="1"/>
          </p:cNvSpPr>
          <p:nvPr>
            <p:ph sz="quarter" idx="15"/>
          </p:nvPr>
        </p:nvSpPr>
        <p:spPr>
          <a:xfrm>
            <a:off x="609600" y="2286000"/>
            <a:ext cx="8001000" cy="3962400"/>
          </a:xfrm>
        </p:spPr>
        <p:txBody>
          <a:bodyPr/>
          <a:lstStyle>
            <a:lvl1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vl2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2pPr>
            <a:lvl3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3pPr>
            <a:lvl4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4pPr>
            <a:lvl5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25" name="Straight Connector 24"/>
          <p:cNvCxnSpPr/>
          <p:nvPr userDrawn="1"/>
        </p:nvCxnSpPr>
        <p:spPr>
          <a:xfrm>
            <a:off x="0" y="19050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125662"/>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Slide_Level3">
    <p:spTree>
      <p:nvGrpSpPr>
        <p:cNvPr id="1" name=""/>
        <p:cNvGrpSpPr/>
        <p:nvPr/>
      </p:nvGrpSpPr>
      <p:grpSpPr>
        <a:xfrm>
          <a:off x="0" y="0"/>
          <a:ext cx="0" cy="0"/>
          <a:chOff x="0" y="0"/>
          <a:chExt cx="0" cy="0"/>
        </a:xfrm>
      </p:grpSpPr>
      <p:sp>
        <p:nvSpPr>
          <p:cNvPr id="21" name="Subtitle 2"/>
          <p:cNvSpPr>
            <a:spLocks noGrp="1"/>
          </p:cNvSpPr>
          <p:nvPr>
            <p:ph type="subTitle" idx="1"/>
          </p:nvPr>
        </p:nvSpPr>
        <p:spPr>
          <a:xfrm>
            <a:off x="457200" y="76200"/>
            <a:ext cx="8153399" cy="1447800"/>
          </a:xfrm>
        </p:spPr>
        <p:txBody>
          <a:bodyPr anchor="b" anchorCtr="0">
            <a:normAutofit/>
          </a:bodyPr>
          <a:lstStyle>
            <a:lvl1pPr marL="0" indent="0" algn="l">
              <a:spcBef>
                <a:spcPts val="600"/>
              </a:spcBef>
              <a:spcAft>
                <a:spcPts val="600"/>
              </a:spcAft>
              <a:buNone/>
              <a:defRPr sz="4400"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22" name="Slide Number Placeholder 5"/>
          <p:cNvSpPr>
            <a:spLocks noGrp="1"/>
          </p:cNvSpPr>
          <p:nvPr>
            <p:ph type="sldNum" sz="quarter" idx="12"/>
          </p:nvPr>
        </p:nvSpPr>
        <p:spPr>
          <a:xfrm>
            <a:off x="6553200" y="6356350"/>
            <a:ext cx="2133600" cy="365125"/>
          </a:xfrm>
        </p:spPr>
        <p:txBody>
          <a:bodyPr/>
          <a:lstStyle>
            <a:lvl1pPr>
              <a:defRPr>
                <a:solidFill>
                  <a:schemeClr val="bg1"/>
                </a:solidFill>
              </a:defRPr>
            </a:lvl1pPr>
          </a:lstStyle>
          <a:p>
            <a:fld id="{AC392DC9-9688-4E44-A90B-C333AD8FEA09}" type="slidenum">
              <a:rPr lang="en-US" smtClean="0"/>
              <a:pPr/>
              <a:t>‹#›</a:t>
            </a:fld>
            <a:endParaRPr lang="en-US" dirty="0"/>
          </a:p>
        </p:txBody>
      </p:sp>
      <p:sp>
        <p:nvSpPr>
          <p:cNvPr id="24" name="Content Placeholder 20"/>
          <p:cNvSpPr>
            <a:spLocks noGrp="1"/>
          </p:cNvSpPr>
          <p:nvPr>
            <p:ph sz="quarter" idx="15"/>
          </p:nvPr>
        </p:nvSpPr>
        <p:spPr>
          <a:xfrm>
            <a:off x="457200" y="1828800"/>
            <a:ext cx="8153400" cy="4800600"/>
          </a:xfrm>
        </p:spPr>
        <p:txBody>
          <a:bodyPr/>
          <a:lstStyle>
            <a:lvl1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25" name="Straight Connector 24"/>
          <p:cNvCxnSpPr/>
          <p:nvPr userDrawn="1"/>
        </p:nvCxnSpPr>
        <p:spPr>
          <a:xfrm>
            <a:off x="0" y="16764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4594769"/>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Plug It In Title">
    <p:spTree>
      <p:nvGrpSpPr>
        <p:cNvPr id="1" name=""/>
        <p:cNvGrpSpPr/>
        <p:nvPr/>
      </p:nvGrpSpPr>
      <p:grpSpPr>
        <a:xfrm>
          <a:off x="0" y="0"/>
          <a:ext cx="0" cy="0"/>
          <a:chOff x="0" y="0"/>
          <a:chExt cx="0" cy="0"/>
        </a:xfrm>
      </p:grpSpPr>
      <p:pic>
        <p:nvPicPr>
          <p:cNvPr id="22" name="Picture 21"/>
          <p:cNvPicPr>
            <a:picLocks noChangeAspect="1"/>
          </p:cNvPicPr>
          <p:nvPr userDrawn="1"/>
        </p:nvPicPr>
        <p:blipFill rotWithShape="1">
          <a:blip r:embed="rId2">
            <a:extLst>
              <a:ext uri="{28A0092B-C50C-407E-A947-70E740481C1C}">
                <a14:useLocalDpi xmlns:a14="http://schemas.microsoft.com/office/drawing/2010/main" val="0"/>
              </a:ext>
            </a:extLst>
          </a:blip>
          <a:srcRect l="813" t="1641" r="1785"/>
          <a:stretch/>
        </p:blipFill>
        <p:spPr>
          <a:xfrm>
            <a:off x="-1" y="0"/>
            <a:ext cx="9144001" cy="4571999"/>
          </a:xfrm>
          <a:prstGeom prst="rect">
            <a:avLst/>
          </a:prstGeom>
        </p:spPr>
      </p:pic>
      <p:sp>
        <p:nvSpPr>
          <p:cNvPr id="23" name="Rectangle 7"/>
          <p:cNvSpPr/>
          <p:nvPr userDrawn="1"/>
        </p:nvSpPr>
        <p:spPr>
          <a:xfrm>
            <a:off x="-4762" y="1478378"/>
            <a:ext cx="9154254" cy="5387145"/>
          </a:xfrm>
          <a:custGeom>
            <a:avLst/>
            <a:gdLst>
              <a:gd name="connsiteX0" fmla="*/ 0 w 9159175"/>
              <a:gd name="connsiteY0" fmla="*/ 0 h 6841524"/>
              <a:gd name="connsiteX1" fmla="*/ 9159175 w 9159175"/>
              <a:gd name="connsiteY1" fmla="*/ 0 h 6841524"/>
              <a:gd name="connsiteX2" fmla="*/ 9159175 w 9159175"/>
              <a:gd name="connsiteY2" fmla="*/ 6841524 h 6841524"/>
              <a:gd name="connsiteX3" fmla="*/ 0 w 9159175"/>
              <a:gd name="connsiteY3" fmla="*/ 6841524 h 6841524"/>
              <a:gd name="connsiteX4" fmla="*/ 0 w 9159175"/>
              <a:gd name="connsiteY4" fmla="*/ 0 h 6841524"/>
              <a:gd name="connsiteX0" fmla="*/ 0 w 9207301"/>
              <a:gd name="connsiteY0" fmla="*/ 3140242 h 6841524"/>
              <a:gd name="connsiteX1" fmla="*/ 9207301 w 9207301"/>
              <a:gd name="connsiteY1" fmla="*/ 0 h 6841524"/>
              <a:gd name="connsiteX2" fmla="*/ 9207301 w 9207301"/>
              <a:gd name="connsiteY2" fmla="*/ 6841524 h 6841524"/>
              <a:gd name="connsiteX3" fmla="*/ 48126 w 9207301"/>
              <a:gd name="connsiteY3" fmla="*/ 6841524 h 6841524"/>
              <a:gd name="connsiteX4" fmla="*/ 0 w 9207301"/>
              <a:gd name="connsiteY4" fmla="*/ 3140242 h 6841524"/>
              <a:gd name="connsiteX0" fmla="*/ 0 w 9219332"/>
              <a:gd name="connsiteY0" fmla="*/ 0 h 3701282"/>
              <a:gd name="connsiteX1" fmla="*/ 9219332 w 9219332"/>
              <a:gd name="connsiteY1" fmla="*/ 782053 h 3701282"/>
              <a:gd name="connsiteX2" fmla="*/ 9207301 w 9219332"/>
              <a:gd name="connsiteY2" fmla="*/ 3701282 h 3701282"/>
              <a:gd name="connsiteX3" fmla="*/ 48126 w 9219332"/>
              <a:gd name="connsiteY3" fmla="*/ 3701282 h 3701282"/>
              <a:gd name="connsiteX4" fmla="*/ 0 w 9219332"/>
              <a:gd name="connsiteY4" fmla="*/ 0 h 3701282"/>
              <a:gd name="connsiteX0" fmla="*/ 0 w 9219332"/>
              <a:gd name="connsiteY0" fmla="*/ 0 h 3701282"/>
              <a:gd name="connsiteX1" fmla="*/ 9219332 w 9219332"/>
              <a:gd name="connsiteY1" fmla="*/ 782053 h 3701282"/>
              <a:gd name="connsiteX2" fmla="*/ 9207301 w 9219332"/>
              <a:gd name="connsiteY2" fmla="*/ 3701282 h 3701282"/>
              <a:gd name="connsiteX3" fmla="*/ 48126 w 9219332"/>
              <a:gd name="connsiteY3" fmla="*/ 3701282 h 3701282"/>
              <a:gd name="connsiteX4" fmla="*/ 0 w 9219332"/>
              <a:gd name="connsiteY4" fmla="*/ 0 h 3701282"/>
              <a:gd name="connsiteX0" fmla="*/ 0 w 9219332"/>
              <a:gd name="connsiteY0" fmla="*/ 140297 h 3841579"/>
              <a:gd name="connsiteX1" fmla="*/ 3985595 w 9219332"/>
              <a:gd name="connsiteY1" fmla="*/ 790002 h 3841579"/>
              <a:gd name="connsiteX2" fmla="*/ 9219332 w 9219332"/>
              <a:gd name="connsiteY2" fmla="*/ 922350 h 3841579"/>
              <a:gd name="connsiteX3" fmla="*/ 9207301 w 9219332"/>
              <a:gd name="connsiteY3" fmla="*/ 3841579 h 3841579"/>
              <a:gd name="connsiteX4" fmla="*/ 48126 w 9219332"/>
              <a:gd name="connsiteY4" fmla="*/ 3841579 h 3841579"/>
              <a:gd name="connsiteX5" fmla="*/ 0 w 9219332"/>
              <a:gd name="connsiteY5" fmla="*/ 140297 h 3841579"/>
              <a:gd name="connsiteX0" fmla="*/ 0 w 9219332"/>
              <a:gd name="connsiteY0" fmla="*/ 1454745 h 5156027"/>
              <a:gd name="connsiteX1" fmla="*/ 2662121 w 9219332"/>
              <a:gd name="connsiteY1" fmla="*/ 10956 h 5156027"/>
              <a:gd name="connsiteX2" fmla="*/ 9219332 w 9219332"/>
              <a:gd name="connsiteY2" fmla="*/ 2236798 h 5156027"/>
              <a:gd name="connsiteX3" fmla="*/ 9207301 w 9219332"/>
              <a:gd name="connsiteY3" fmla="*/ 5156027 h 5156027"/>
              <a:gd name="connsiteX4" fmla="*/ 48126 w 9219332"/>
              <a:gd name="connsiteY4" fmla="*/ 5156027 h 5156027"/>
              <a:gd name="connsiteX5" fmla="*/ 0 w 9219332"/>
              <a:gd name="connsiteY5" fmla="*/ 1454745 h 5156027"/>
              <a:gd name="connsiteX0" fmla="*/ 0 w 9219332"/>
              <a:gd name="connsiteY0" fmla="*/ 1443789 h 5145071"/>
              <a:gd name="connsiteX1" fmla="*/ 2662121 w 9219332"/>
              <a:gd name="connsiteY1" fmla="*/ 0 h 5145071"/>
              <a:gd name="connsiteX2" fmla="*/ 9219332 w 9219332"/>
              <a:gd name="connsiteY2" fmla="*/ 2225842 h 5145071"/>
              <a:gd name="connsiteX3" fmla="*/ 9207301 w 9219332"/>
              <a:gd name="connsiteY3" fmla="*/ 5145071 h 5145071"/>
              <a:gd name="connsiteX4" fmla="*/ 48126 w 9219332"/>
              <a:gd name="connsiteY4" fmla="*/ 5145071 h 5145071"/>
              <a:gd name="connsiteX5" fmla="*/ 0 w 9219332"/>
              <a:gd name="connsiteY5" fmla="*/ 1443789 h 5145071"/>
              <a:gd name="connsiteX0" fmla="*/ 0 w 9219332"/>
              <a:gd name="connsiteY0" fmla="*/ 1449612 h 5150894"/>
              <a:gd name="connsiteX1" fmla="*/ 2662121 w 9219332"/>
              <a:gd name="connsiteY1" fmla="*/ 5823 h 5150894"/>
              <a:gd name="connsiteX2" fmla="*/ 9219332 w 9219332"/>
              <a:gd name="connsiteY2" fmla="*/ 2231665 h 5150894"/>
              <a:gd name="connsiteX3" fmla="*/ 9207301 w 9219332"/>
              <a:gd name="connsiteY3" fmla="*/ 5150894 h 5150894"/>
              <a:gd name="connsiteX4" fmla="*/ 48126 w 9219332"/>
              <a:gd name="connsiteY4" fmla="*/ 5150894 h 5150894"/>
              <a:gd name="connsiteX5" fmla="*/ 0 w 9219332"/>
              <a:gd name="connsiteY5" fmla="*/ 1449612 h 5150894"/>
              <a:gd name="connsiteX0" fmla="*/ 0 w 9219332"/>
              <a:gd name="connsiteY0" fmla="*/ 1473604 h 5174886"/>
              <a:gd name="connsiteX1" fmla="*/ 2613995 w 9219332"/>
              <a:gd name="connsiteY1" fmla="*/ 5752 h 5174886"/>
              <a:gd name="connsiteX2" fmla="*/ 9219332 w 9219332"/>
              <a:gd name="connsiteY2" fmla="*/ 2255657 h 5174886"/>
              <a:gd name="connsiteX3" fmla="*/ 9207301 w 9219332"/>
              <a:gd name="connsiteY3" fmla="*/ 5174886 h 5174886"/>
              <a:gd name="connsiteX4" fmla="*/ 48126 w 9219332"/>
              <a:gd name="connsiteY4" fmla="*/ 5174886 h 5174886"/>
              <a:gd name="connsiteX5" fmla="*/ 0 w 9219332"/>
              <a:gd name="connsiteY5" fmla="*/ 1473604 h 5174886"/>
              <a:gd name="connsiteX0" fmla="*/ 0 w 9219332"/>
              <a:gd name="connsiteY0" fmla="*/ 1473604 h 5174886"/>
              <a:gd name="connsiteX1" fmla="*/ 2613995 w 9219332"/>
              <a:gd name="connsiteY1" fmla="*/ 5752 h 5174886"/>
              <a:gd name="connsiteX2" fmla="*/ 9219332 w 9219332"/>
              <a:gd name="connsiteY2" fmla="*/ 2255657 h 5174886"/>
              <a:gd name="connsiteX3" fmla="*/ 9207301 w 9219332"/>
              <a:gd name="connsiteY3" fmla="*/ 5174886 h 5174886"/>
              <a:gd name="connsiteX4" fmla="*/ 48126 w 9219332"/>
              <a:gd name="connsiteY4" fmla="*/ 5174886 h 5174886"/>
              <a:gd name="connsiteX5" fmla="*/ 0 w 9219332"/>
              <a:gd name="connsiteY5" fmla="*/ 1473604 h 5174886"/>
              <a:gd name="connsiteX0" fmla="*/ 0 w 9219332"/>
              <a:gd name="connsiteY0" fmla="*/ 1483124 h 5184406"/>
              <a:gd name="connsiteX1" fmla="*/ 2613995 w 9219332"/>
              <a:gd name="connsiteY1" fmla="*/ 15272 h 5184406"/>
              <a:gd name="connsiteX2" fmla="*/ 5874553 w 9219332"/>
              <a:gd name="connsiteY2" fmla="*/ 809357 h 5184406"/>
              <a:gd name="connsiteX3" fmla="*/ 9219332 w 9219332"/>
              <a:gd name="connsiteY3" fmla="*/ 2265177 h 5184406"/>
              <a:gd name="connsiteX4" fmla="*/ 9207301 w 9219332"/>
              <a:gd name="connsiteY4" fmla="*/ 5184406 h 5184406"/>
              <a:gd name="connsiteX5" fmla="*/ 48126 w 9219332"/>
              <a:gd name="connsiteY5" fmla="*/ 5184406 h 5184406"/>
              <a:gd name="connsiteX6" fmla="*/ 0 w 9219332"/>
              <a:gd name="connsiteY6" fmla="*/ 1483124 h 5184406"/>
              <a:gd name="connsiteX0" fmla="*/ 0 w 9219332"/>
              <a:gd name="connsiteY0" fmla="*/ 1483124 h 5184406"/>
              <a:gd name="connsiteX1" fmla="*/ 2613995 w 9219332"/>
              <a:gd name="connsiteY1" fmla="*/ 15272 h 5184406"/>
              <a:gd name="connsiteX2" fmla="*/ 5874553 w 9219332"/>
              <a:gd name="connsiteY2" fmla="*/ 809357 h 5184406"/>
              <a:gd name="connsiteX3" fmla="*/ 9219332 w 9219332"/>
              <a:gd name="connsiteY3" fmla="*/ 2265177 h 5184406"/>
              <a:gd name="connsiteX4" fmla="*/ 9207301 w 9219332"/>
              <a:gd name="connsiteY4" fmla="*/ 5184406 h 5184406"/>
              <a:gd name="connsiteX5" fmla="*/ 48126 w 9219332"/>
              <a:gd name="connsiteY5" fmla="*/ 5184406 h 5184406"/>
              <a:gd name="connsiteX6" fmla="*/ 0 w 9219332"/>
              <a:gd name="connsiteY6" fmla="*/ 1483124 h 5184406"/>
              <a:gd name="connsiteX0" fmla="*/ 0 w 9219332"/>
              <a:gd name="connsiteY0" fmla="*/ 1472999 h 5174281"/>
              <a:gd name="connsiteX1" fmla="*/ 2613995 w 9219332"/>
              <a:gd name="connsiteY1" fmla="*/ 5147 h 5174281"/>
              <a:gd name="connsiteX2" fmla="*/ 6223468 w 9219332"/>
              <a:gd name="connsiteY2" fmla="*/ 2026453 h 5174281"/>
              <a:gd name="connsiteX3" fmla="*/ 9219332 w 9219332"/>
              <a:gd name="connsiteY3" fmla="*/ 2255052 h 5174281"/>
              <a:gd name="connsiteX4" fmla="*/ 9207301 w 9219332"/>
              <a:gd name="connsiteY4" fmla="*/ 5174281 h 5174281"/>
              <a:gd name="connsiteX5" fmla="*/ 48126 w 9219332"/>
              <a:gd name="connsiteY5" fmla="*/ 5174281 h 5174281"/>
              <a:gd name="connsiteX6" fmla="*/ 0 w 9219332"/>
              <a:gd name="connsiteY6" fmla="*/ 1472999 h 5174281"/>
              <a:gd name="connsiteX0" fmla="*/ 0 w 9219332"/>
              <a:gd name="connsiteY0" fmla="*/ 1479523 h 5180805"/>
              <a:gd name="connsiteX1" fmla="*/ 2613995 w 9219332"/>
              <a:gd name="connsiteY1" fmla="*/ 11671 h 5180805"/>
              <a:gd name="connsiteX2" fmla="*/ 6223468 w 9219332"/>
              <a:gd name="connsiteY2" fmla="*/ 2032977 h 5180805"/>
              <a:gd name="connsiteX3" fmla="*/ 9219332 w 9219332"/>
              <a:gd name="connsiteY3" fmla="*/ 2261576 h 5180805"/>
              <a:gd name="connsiteX4" fmla="*/ 9207301 w 9219332"/>
              <a:gd name="connsiteY4" fmla="*/ 5180805 h 5180805"/>
              <a:gd name="connsiteX5" fmla="*/ 48126 w 9219332"/>
              <a:gd name="connsiteY5" fmla="*/ 5180805 h 5180805"/>
              <a:gd name="connsiteX6" fmla="*/ 0 w 9219332"/>
              <a:gd name="connsiteY6" fmla="*/ 1479523 h 5180805"/>
              <a:gd name="connsiteX0" fmla="*/ 0 w 9219332"/>
              <a:gd name="connsiteY0" fmla="*/ 1478352 h 5179634"/>
              <a:gd name="connsiteX1" fmla="*/ 2613995 w 9219332"/>
              <a:gd name="connsiteY1" fmla="*/ 10500 h 5179634"/>
              <a:gd name="connsiteX2" fmla="*/ 6223468 w 9219332"/>
              <a:gd name="connsiteY2" fmla="*/ 2031806 h 5179634"/>
              <a:gd name="connsiteX3" fmla="*/ 9219332 w 9219332"/>
              <a:gd name="connsiteY3" fmla="*/ 2260405 h 5179634"/>
              <a:gd name="connsiteX4" fmla="*/ 9207301 w 9219332"/>
              <a:gd name="connsiteY4" fmla="*/ 5179634 h 5179634"/>
              <a:gd name="connsiteX5" fmla="*/ 48126 w 9219332"/>
              <a:gd name="connsiteY5" fmla="*/ 5179634 h 5179634"/>
              <a:gd name="connsiteX6" fmla="*/ 0 w 9219332"/>
              <a:gd name="connsiteY6" fmla="*/ 1478352 h 5179634"/>
              <a:gd name="connsiteX0" fmla="*/ 0 w 9219332"/>
              <a:gd name="connsiteY0" fmla="*/ 1478352 h 5179634"/>
              <a:gd name="connsiteX1" fmla="*/ 2613995 w 9219332"/>
              <a:gd name="connsiteY1" fmla="*/ 10500 h 5179634"/>
              <a:gd name="connsiteX2" fmla="*/ 6223468 w 9219332"/>
              <a:gd name="connsiteY2" fmla="*/ 2031806 h 5179634"/>
              <a:gd name="connsiteX3" fmla="*/ 9219332 w 9219332"/>
              <a:gd name="connsiteY3" fmla="*/ 2260405 h 5179634"/>
              <a:gd name="connsiteX4" fmla="*/ 9207301 w 9219332"/>
              <a:gd name="connsiteY4" fmla="*/ 5179634 h 5179634"/>
              <a:gd name="connsiteX5" fmla="*/ 48126 w 9219332"/>
              <a:gd name="connsiteY5" fmla="*/ 5179634 h 5179634"/>
              <a:gd name="connsiteX6" fmla="*/ 0 w 9219332"/>
              <a:gd name="connsiteY6" fmla="*/ 1478352 h 5179634"/>
              <a:gd name="connsiteX0" fmla="*/ 0 w 9219332"/>
              <a:gd name="connsiteY0" fmla="*/ 1475965 h 5177247"/>
              <a:gd name="connsiteX1" fmla="*/ 2613995 w 9219332"/>
              <a:gd name="connsiteY1" fmla="*/ 8113 h 5177247"/>
              <a:gd name="connsiteX2" fmla="*/ 6223468 w 9219332"/>
              <a:gd name="connsiteY2" fmla="*/ 2029419 h 5177247"/>
              <a:gd name="connsiteX3" fmla="*/ 9219332 w 9219332"/>
              <a:gd name="connsiteY3" fmla="*/ 2258018 h 5177247"/>
              <a:gd name="connsiteX4" fmla="*/ 9207301 w 9219332"/>
              <a:gd name="connsiteY4" fmla="*/ 5177247 h 5177247"/>
              <a:gd name="connsiteX5" fmla="*/ 48126 w 9219332"/>
              <a:gd name="connsiteY5" fmla="*/ 5177247 h 5177247"/>
              <a:gd name="connsiteX6" fmla="*/ 0 w 9219332"/>
              <a:gd name="connsiteY6" fmla="*/ 1475965 h 5177247"/>
              <a:gd name="connsiteX0" fmla="*/ 0 w 9219332"/>
              <a:gd name="connsiteY0" fmla="*/ 1472966 h 5174248"/>
              <a:gd name="connsiteX1" fmla="*/ 2613995 w 9219332"/>
              <a:gd name="connsiteY1" fmla="*/ 5114 h 5174248"/>
              <a:gd name="connsiteX2" fmla="*/ 6223468 w 9219332"/>
              <a:gd name="connsiteY2" fmla="*/ 2026420 h 5174248"/>
              <a:gd name="connsiteX3" fmla="*/ 9219332 w 9219332"/>
              <a:gd name="connsiteY3" fmla="*/ 2182829 h 5174248"/>
              <a:gd name="connsiteX4" fmla="*/ 9207301 w 9219332"/>
              <a:gd name="connsiteY4" fmla="*/ 5174248 h 5174248"/>
              <a:gd name="connsiteX5" fmla="*/ 48126 w 9219332"/>
              <a:gd name="connsiteY5" fmla="*/ 5174248 h 5174248"/>
              <a:gd name="connsiteX6" fmla="*/ 0 w 9219332"/>
              <a:gd name="connsiteY6" fmla="*/ 1472966 h 5174248"/>
              <a:gd name="connsiteX0" fmla="*/ 0 w 9219332"/>
              <a:gd name="connsiteY0" fmla="*/ 1472966 h 5174248"/>
              <a:gd name="connsiteX1" fmla="*/ 2613995 w 9219332"/>
              <a:gd name="connsiteY1" fmla="*/ 5114 h 5174248"/>
              <a:gd name="connsiteX2" fmla="*/ 6223468 w 9219332"/>
              <a:gd name="connsiteY2" fmla="*/ 2026420 h 5174248"/>
              <a:gd name="connsiteX3" fmla="*/ 9219332 w 9219332"/>
              <a:gd name="connsiteY3" fmla="*/ 2182829 h 5174248"/>
              <a:gd name="connsiteX4" fmla="*/ 9207301 w 9219332"/>
              <a:gd name="connsiteY4" fmla="*/ 5174248 h 5174248"/>
              <a:gd name="connsiteX5" fmla="*/ 48126 w 9219332"/>
              <a:gd name="connsiteY5" fmla="*/ 5174248 h 5174248"/>
              <a:gd name="connsiteX6" fmla="*/ 0 w 9219332"/>
              <a:gd name="connsiteY6" fmla="*/ 1472966 h 5174248"/>
              <a:gd name="connsiteX0" fmla="*/ 0 w 9219332"/>
              <a:gd name="connsiteY0" fmla="*/ 1473550 h 5174832"/>
              <a:gd name="connsiteX1" fmla="*/ 2613995 w 9219332"/>
              <a:gd name="connsiteY1" fmla="*/ 5698 h 5174832"/>
              <a:gd name="connsiteX2" fmla="*/ 6223468 w 9219332"/>
              <a:gd name="connsiteY2" fmla="*/ 2027004 h 5174832"/>
              <a:gd name="connsiteX3" fmla="*/ 9219332 w 9219332"/>
              <a:gd name="connsiteY3" fmla="*/ 2183413 h 5174832"/>
              <a:gd name="connsiteX4" fmla="*/ 9207301 w 9219332"/>
              <a:gd name="connsiteY4" fmla="*/ 5174832 h 5174832"/>
              <a:gd name="connsiteX5" fmla="*/ 48126 w 9219332"/>
              <a:gd name="connsiteY5" fmla="*/ 5174832 h 5174832"/>
              <a:gd name="connsiteX6" fmla="*/ 0 w 9219332"/>
              <a:gd name="connsiteY6" fmla="*/ 1473550 h 5174832"/>
              <a:gd name="connsiteX0" fmla="*/ 0 w 9219332"/>
              <a:gd name="connsiteY0" fmla="*/ 1473550 h 5174832"/>
              <a:gd name="connsiteX1" fmla="*/ 2613995 w 9219332"/>
              <a:gd name="connsiteY1" fmla="*/ 5698 h 5174832"/>
              <a:gd name="connsiteX2" fmla="*/ 6223468 w 9219332"/>
              <a:gd name="connsiteY2" fmla="*/ 2027004 h 5174832"/>
              <a:gd name="connsiteX3" fmla="*/ 9219332 w 9219332"/>
              <a:gd name="connsiteY3" fmla="*/ 2183413 h 5174832"/>
              <a:gd name="connsiteX4" fmla="*/ 9207301 w 9219332"/>
              <a:gd name="connsiteY4" fmla="*/ 5174832 h 5174832"/>
              <a:gd name="connsiteX5" fmla="*/ 48126 w 9219332"/>
              <a:gd name="connsiteY5" fmla="*/ 5174832 h 5174832"/>
              <a:gd name="connsiteX6" fmla="*/ 0 w 9219332"/>
              <a:gd name="connsiteY6" fmla="*/ 1473550 h 5174832"/>
              <a:gd name="connsiteX0" fmla="*/ 0 w 9219332"/>
              <a:gd name="connsiteY0" fmla="*/ 1473550 h 5174832"/>
              <a:gd name="connsiteX1" fmla="*/ 2613995 w 9219332"/>
              <a:gd name="connsiteY1" fmla="*/ 5698 h 5174832"/>
              <a:gd name="connsiteX2" fmla="*/ 6223468 w 9219332"/>
              <a:gd name="connsiteY2" fmla="*/ 2027004 h 5174832"/>
              <a:gd name="connsiteX3" fmla="*/ 9219332 w 9219332"/>
              <a:gd name="connsiteY3" fmla="*/ 2183413 h 5174832"/>
              <a:gd name="connsiteX4" fmla="*/ 9207301 w 9219332"/>
              <a:gd name="connsiteY4" fmla="*/ 5174832 h 5174832"/>
              <a:gd name="connsiteX5" fmla="*/ 48126 w 9219332"/>
              <a:gd name="connsiteY5" fmla="*/ 5174832 h 5174832"/>
              <a:gd name="connsiteX6" fmla="*/ 0 w 9219332"/>
              <a:gd name="connsiteY6" fmla="*/ 1473550 h 5174832"/>
              <a:gd name="connsiteX0" fmla="*/ 0 w 9219332"/>
              <a:gd name="connsiteY0" fmla="*/ 1498176 h 5199458"/>
              <a:gd name="connsiteX1" fmla="*/ 2613995 w 9219332"/>
              <a:gd name="connsiteY1" fmla="*/ 30324 h 5199458"/>
              <a:gd name="connsiteX2" fmla="*/ 6223468 w 9219332"/>
              <a:gd name="connsiteY2" fmla="*/ 2051630 h 5199458"/>
              <a:gd name="connsiteX3" fmla="*/ 9219332 w 9219332"/>
              <a:gd name="connsiteY3" fmla="*/ 2208039 h 5199458"/>
              <a:gd name="connsiteX4" fmla="*/ 9207301 w 9219332"/>
              <a:gd name="connsiteY4" fmla="*/ 5199458 h 5199458"/>
              <a:gd name="connsiteX5" fmla="*/ 48126 w 9219332"/>
              <a:gd name="connsiteY5" fmla="*/ 5199458 h 5199458"/>
              <a:gd name="connsiteX6" fmla="*/ 0 w 9219332"/>
              <a:gd name="connsiteY6" fmla="*/ 1498176 h 5199458"/>
              <a:gd name="connsiteX0" fmla="*/ 0 w 9219332"/>
              <a:gd name="connsiteY0" fmla="*/ 1498176 h 5199458"/>
              <a:gd name="connsiteX1" fmla="*/ 2613995 w 9219332"/>
              <a:gd name="connsiteY1" fmla="*/ 30324 h 5199458"/>
              <a:gd name="connsiteX2" fmla="*/ 6223468 w 9219332"/>
              <a:gd name="connsiteY2" fmla="*/ 2051630 h 5199458"/>
              <a:gd name="connsiteX3" fmla="*/ 9219332 w 9219332"/>
              <a:gd name="connsiteY3" fmla="*/ 2208039 h 5199458"/>
              <a:gd name="connsiteX4" fmla="*/ 9207301 w 9219332"/>
              <a:gd name="connsiteY4" fmla="*/ 5199458 h 5199458"/>
              <a:gd name="connsiteX5" fmla="*/ 48126 w 9219332"/>
              <a:gd name="connsiteY5" fmla="*/ 5199458 h 5199458"/>
              <a:gd name="connsiteX6" fmla="*/ 0 w 9219332"/>
              <a:gd name="connsiteY6" fmla="*/ 1498176 h 5199458"/>
              <a:gd name="connsiteX0" fmla="*/ 0 w 9219332"/>
              <a:gd name="connsiteY0" fmla="*/ 1468793 h 5170075"/>
              <a:gd name="connsiteX1" fmla="*/ 2613995 w 9219332"/>
              <a:gd name="connsiteY1" fmla="*/ 941 h 5170075"/>
              <a:gd name="connsiteX2" fmla="*/ 6223468 w 9219332"/>
              <a:gd name="connsiteY2" fmla="*/ 2022247 h 5170075"/>
              <a:gd name="connsiteX3" fmla="*/ 9219332 w 9219332"/>
              <a:gd name="connsiteY3" fmla="*/ 2178656 h 5170075"/>
              <a:gd name="connsiteX4" fmla="*/ 9207301 w 9219332"/>
              <a:gd name="connsiteY4" fmla="*/ 5170075 h 5170075"/>
              <a:gd name="connsiteX5" fmla="*/ 48126 w 9219332"/>
              <a:gd name="connsiteY5" fmla="*/ 5170075 h 5170075"/>
              <a:gd name="connsiteX6" fmla="*/ 0 w 9219332"/>
              <a:gd name="connsiteY6" fmla="*/ 1468793 h 5170075"/>
              <a:gd name="connsiteX0" fmla="*/ 0 w 9219332"/>
              <a:gd name="connsiteY0" fmla="*/ 1482160 h 5183442"/>
              <a:gd name="connsiteX1" fmla="*/ 2613995 w 9219332"/>
              <a:gd name="connsiteY1" fmla="*/ 14308 h 5183442"/>
              <a:gd name="connsiteX2" fmla="*/ 6223468 w 9219332"/>
              <a:gd name="connsiteY2" fmla="*/ 2035614 h 5183442"/>
              <a:gd name="connsiteX3" fmla="*/ 9219332 w 9219332"/>
              <a:gd name="connsiteY3" fmla="*/ 2192023 h 5183442"/>
              <a:gd name="connsiteX4" fmla="*/ 9207301 w 9219332"/>
              <a:gd name="connsiteY4" fmla="*/ 5183442 h 5183442"/>
              <a:gd name="connsiteX5" fmla="*/ 48126 w 9219332"/>
              <a:gd name="connsiteY5" fmla="*/ 5183442 h 5183442"/>
              <a:gd name="connsiteX6" fmla="*/ 0 w 9219332"/>
              <a:gd name="connsiteY6" fmla="*/ 1482160 h 5183442"/>
              <a:gd name="connsiteX0" fmla="*/ 0 w 9219332"/>
              <a:gd name="connsiteY0" fmla="*/ 1493749 h 5195031"/>
              <a:gd name="connsiteX1" fmla="*/ 2613995 w 9219332"/>
              <a:gd name="connsiteY1" fmla="*/ 25897 h 5195031"/>
              <a:gd name="connsiteX2" fmla="*/ 6223468 w 9219332"/>
              <a:gd name="connsiteY2" fmla="*/ 2047203 h 5195031"/>
              <a:gd name="connsiteX3" fmla="*/ 9219332 w 9219332"/>
              <a:gd name="connsiteY3" fmla="*/ 2203612 h 5195031"/>
              <a:gd name="connsiteX4" fmla="*/ 9207301 w 9219332"/>
              <a:gd name="connsiteY4" fmla="*/ 5195031 h 5195031"/>
              <a:gd name="connsiteX5" fmla="*/ 48126 w 9219332"/>
              <a:gd name="connsiteY5" fmla="*/ 5195031 h 5195031"/>
              <a:gd name="connsiteX6" fmla="*/ 0 w 9219332"/>
              <a:gd name="connsiteY6" fmla="*/ 1493749 h 5195031"/>
              <a:gd name="connsiteX0" fmla="*/ 0 w 9219332"/>
              <a:gd name="connsiteY0" fmla="*/ 1539121 h 5240403"/>
              <a:gd name="connsiteX1" fmla="*/ 2493679 w 9219332"/>
              <a:gd name="connsiteY1" fmla="*/ 23143 h 5240403"/>
              <a:gd name="connsiteX2" fmla="*/ 6223468 w 9219332"/>
              <a:gd name="connsiteY2" fmla="*/ 2092575 h 5240403"/>
              <a:gd name="connsiteX3" fmla="*/ 9219332 w 9219332"/>
              <a:gd name="connsiteY3" fmla="*/ 2248984 h 5240403"/>
              <a:gd name="connsiteX4" fmla="*/ 9207301 w 9219332"/>
              <a:gd name="connsiteY4" fmla="*/ 5240403 h 5240403"/>
              <a:gd name="connsiteX5" fmla="*/ 48126 w 9219332"/>
              <a:gd name="connsiteY5" fmla="*/ 5240403 h 5240403"/>
              <a:gd name="connsiteX6" fmla="*/ 0 w 9219332"/>
              <a:gd name="connsiteY6" fmla="*/ 1539121 h 5240403"/>
              <a:gd name="connsiteX0" fmla="*/ 0 w 9219332"/>
              <a:gd name="connsiteY0" fmla="*/ 1556620 h 5257902"/>
              <a:gd name="connsiteX1" fmla="*/ 2493679 w 9219332"/>
              <a:gd name="connsiteY1" fmla="*/ 40642 h 5257902"/>
              <a:gd name="connsiteX2" fmla="*/ 6223468 w 9219332"/>
              <a:gd name="connsiteY2" fmla="*/ 2110074 h 5257902"/>
              <a:gd name="connsiteX3" fmla="*/ 9219332 w 9219332"/>
              <a:gd name="connsiteY3" fmla="*/ 2266483 h 5257902"/>
              <a:gd name="connsiteX4" fmla="*/ 9207301 w 9219332"/>
              <a:gd name="connsiteY4" fmla="*/ 5257902 h 5257902"/>
              <a:gd name="connsiteX5" fmla="*/ 48126 w 9219332"/>
              <a:gd name="connsiteY5" fmla="*/ 5257902 h 5257902"/>
              <a:gd name="connsiteX6" fmla="*/ 0 w 9219332"/>
              <a:gd name="connsiteY6" fmla="*/ 1556620 h 5257902"/>
              <a:gd name="connsiteX0" fmla="*/ 0 w 9219332"/>
              <a:gd name="connsiteY0" fmla="*/ 1562740 h 5264022"/>
              <a:gd name="connsiteX1" fmla="*/ 2493679 w 9219332"/>
              <a:gd name="connsiteY1" fmla="*/ 46762 h 5264022"/>
              <a:gd name="connsiteX2" fmla="*/ 6223468 w 9219332"/>
              <a:gd name="connsiteY2" fmla="*/ 2116194 h 5264022"/>
              <a:gd name="connsiteX3" fmla="*/ 9219332 w 9219332"/>
              <a:gd name="connsiteY3" fmla="*/ 2272603 h 5264022"/>
              <a:gd name="connsiteX4" fmla="*/ 9207301 w 9219332"/>
              <a:gd name="connsiteY4" fmla="*/ 5264022 h 5264022"/>
              <a:gd name="connsiteX5" fmla="*/ 48126 w 9219332"/>
              <a:gd name="connsiteY5" fmla="*/ 5264022 h 5264022"/>
              <a:gd name="connsiteX6" fmla="*/ 0 w 9219332"/>
              <a:gd name="connsiteY6" fmla="*/ 1562740 h 5264022"/>
              <a:gd name="connsiteX0" fmla="*/ 0 w 9219332"/>
              <a:gd name="connsiteY0" fmla="*/ 1556621 h 5257903"/>
              <a:gd name="connsiteX1" fmla="*/ 2469615 w 9219332"/>
              <a:gd name="connsiteY1" fmla="*/ 40643 h 5257903"/>
              <a:gd name="connsiteX2" fmla="*/ 6223468 w 9219332"/>
              <a:gd name="connsiteY2" fmla="*/ 2110075 h 5257903"/>
              <a:gd name="connsiteX3" fmla="*/ 9219332 w 9219332"/>
              <a:gd name="connsiteY3" fmla="*/ 2266484 h 5257903"/>
              <a:gd name="connsiteX4" fmla="*/ 9207301 w 9219332"/>
              <a:gd name="connsiteY4" fmla="*/ 5257903 h 5257903"/>
              <a:gd name="connsiteX5" fmla="*/ 48126 w 9219332"/>
              <a:gd name="connsiteY5" fmla="*/ 5257903 h 5257903"/>
              <a:gd name="connsiteX6" fmla="*/ 0 w 9219332"/>
              <a:gd name="connsiteY6" fmla="*/ 1556621 h 5257903"/>
              <a:gd name="connsiteX0" fmla="*/ 0 w 9219332"/>
              <a:gd name="connsiteY0" fmla="*/ 1545248 h 5246530"/>
              <a:gd name="connsiteX1" fmla="*/ 2469615 w 9219332"/>
              <a:gd name="connsiteY1" fmla="*/ 29270 h 5246530"/>
              <a:gd name="connsiteX2" fmla="*/ 6223468 w 9219332"/>
              <a:gd name="connsiteY2" fmla="*/ 2098702 h 5246530"/>
              <a:gd name="connsiteX3" fmla="*/ 9219332 w 9219332"/>
              <a:gd name="connsiteY3" fmla="*/ 2255111 h 5246530"/>
              <a:gd name="connsiteX4" fmla="*/ 9207301 w 9219332"/>
              <a:gd name="connsiteY4" fmla="*/ 5246530 h 5246530"/>
              <a:gd name="connsiteX5" fmla="*/ 48126 w 9219332"/>
              <a:gd name="connsiteY5" fmla="*/ 5246530 h 5246530"/>
              <a:gd name="connsiteX6" fmla="*/ 0 w 9219332"/>
              <a:gd name="connsiteY6" fmla="*/ 1545248 h 5246530"/>
              <a:gd name="connsiteX0" fmla="*/ 0 w 9219332"/>
              <a:gd name="connsiteY0" fmla="*/ 1547962 h 5249244"/>
              <a:gd name="connsiteX1" fmla="*/ 2469615 w 9219332"/>
              <a:gd name="connsiteY1" fmla="*/ 31984 h 5249244"/>
              <a:gd name="connsiteX2" fmla="*/ 6223468 w 9219332"/>
              <a:gd name="connsiteY2" fmla="*/ 2101416 h 5249244"/>
              <a:gd name="connsiteX3" fmla="*/ 9219332 w 9219332"/>
              <a:gd name="connsiteY3" fmla="*/ 2257825 h 5249244"/>
              <a:gd name="connsiteX4" fmla="*/ 9207301 w 9219332"/>
              <a:gd name="connsiteY4" fmla="*/ 5249244 h 5249244"/>
              <a:gd name="connsiteX5" fmla="*/ 48126 w 9219332"/>
              <a:gd name="connsiteY5" fmla="*/ 5249244 h 5249244"/>
              <a:gd name="connsiteX6" fmla="*/ 0 w 9219332"/>
              <a:gd name="connsiteY6" fmla="*/ 1547962 h 5249244"/>
              <a:gd name="connsiteX0" fmla="*/ 0 w 9219332"/>
              <a:gd name="connsiteY0" fmla="*/ 1521267 h 5222549"/>
              <a:gd name="connsiteX1" fmla="*/ 2469615 w 9219332"/>
              <a:gd name="connsiteY1" fmla="*/ 5289 h 5222549"/>
              <a:gd name="connsiteX2" fmla="*/ 6223468 w 9219332"/>
              <a:gd name="connsiteY2" fmla="*/ 2014563 h 5222549"/>
              <a:gd name="connsiteX3" fmla="*/ 9219332 w 9219332"/>
              <a:gd name="connsiteY3" fmla="*/ 2231130 h 5222549"/>
              <a:gd name="connsiteX4" fmla="*/ 9207301 w 9219332"/>
              <a:gd name="connsiteY4" fmla="*/ 5222549 h 5222549"/>
              <a:gd name="connsiteX5" fmla="*/ 48126 w 9219332"/>
              <a:gd name="connsiteY5" fmla="*/ 5222549 h 5222549"/>
              <a:gd name="connsiteX6" fmla="*/ 0 w 9219332"/>
              <a:gd name="connsiteY6" fmla="*/ 1521267 h 5222549"/>
              <a:gd name="connsiteX0" fmla="*/ 0 w 9219332"/>
              <a:gd name="connsiteY0" fmla="*/ 1521267 h 5222549"/>
              <a:gd name="connsiteX1" fmla="*/ 2469615 w 9219332"/>
              <a:gd name="connsiteY1" fmla="*/ 5289 h 5222549"/>
              <a:gd name="connsiteX2" fmla="*/ 6223468 w 9219332"/>
              <a:gd name="connsiteY2" fmla="*/ 2014563 h 5222549"/>
              <a:gd name="connsiteX3" fmla="*/ 9219332 w 9219332"/>
              <a:gd name="connsiteY3" fmla="*/ 2231130 h 5222549"/>
              <a:gd name="connsiteX4" fmla="*/ 9207301 w 9219332"/>
              <a:gd name="connsiteY4" fmla="*/ 5222549 h 5222549"/>
              <a:gd name="connsiteX5" fmla="*/ 48126 w 9219332"/>
              <a:gd name="connsiteY5" fmla="*/ 5222549 h 5222549"/>
              <a:gd name="connsiteX6" fmla="*/ 0 w 9219332"/>
              <a:gd name="connsiteY6" fmla="*/ 1521267 h 5222549"/>
              <a:gd name="connsiteX0" fmla="*/ 0 w 9219332"/>
              <a:gd name="connsiteY0" fmla="*/ 1552938 h 5254220"/>
              <a:gd name="connsiteX1" fmla="*/ 2469615 w 9219332"/>
              <a:gd name="connsiteY1" fmla="*/ 36960 h 5254220"/>
              <a:gd name="connsiteX2" fmla="*/ 6223468 w 9219332"/>
              <a:gd name="connsiteY2" fmla="*/ 2046234 h 5254220"/>
              <a:gd name="connsiteX3" fmla="*/ 9219332 w 9219332"/>
              <a:gd name="connsiteY3" fmla="*/ 2262801 h 5254220"/>
              <a:gd name="connsiteX4" fmla="*/ 9207301 w 9219332"/>
              <a:gd name="connsiteY4" fmla="*/ 5254220 h 5254220"/>
              <a:gd name="connsiteX5" fmla="*/ 48126 w 9219332"/>
              <a:gd name="connsiteY5" fmla="*/ 5254220 h 5254220"/>
              <a:gd name="connsiteX6" fmla="*/ 0 w 9219332"/>
              <a:gd name="connsiteY6" fmla="*/ 1552938 h 5254220"/>
              <a:gd name="connsiteX0" fmla="*/ 0 w 9243396"/>
              <a:gd name="connsiteY0" fmla="*/ 1549990 h 5251272"/>
              <a:gd name="connsiteX1" fmla="*/ 2469615 w 9243396"/>
              <a:gd name="connsiteY1" fmla="*/ 34012 h 5251272"/>
              <a:gd name="connsiteX2" fmla="*/ 6223468 w 9243396"/>
              <a:gd name="connsiteY2" fmla="*/ 2043286 h 5251272"/>
              <a:gd name="connsiteX3" fmla="*/ 9243396 w 9243396"/>
              <a:gd name="connsiteY3" fmla="*/ 2187664 h 5251272"/>
              <a:gd name="connsiteX4" fmla="*/ 9207301 w 9243396"/>
              <a:gd name="connsiteY4" fmla="*/ 5251272 h 5251272"/>
              <a:gd name="connsiteX5" fmla="*/ 48126 w 9243396"/>
              <a:gd name="connsiteY5" fmla="*/ 5251272 h 5251272"/>
              <a:gd name="connsiteX6" fmla="*/ 0 w 9243396"/>
              <a:gd name="connsiteY6" fmla="*/ 1549990 h 5251272"/>
              <a:gd name="connsiteX0" fmla="*/ 0 w 9243396"/>
              <a:gd name="connsiteY0" fmla="*/ 1549990 h 5251272"/>
              <a:gd name="connsiteX1" fmla="*/ 2469615 w 9243396"/>
              <a:gd name="connsiteY1" fmla="*/ 34012 h 5251272"/>
              <a:gd name="connsiteX2" fmla="*/ 6223468 w 9243396"/>
              <a:gd name="connsiteY2" fmla="*/ 2043286 h 5251272"/>
              <a:gd name="connsiteX3" fmla="*/ 9243396 w 9243396"/>
              <a:gd name="connsiteY3" fmla="*/ 2187664 h 5251272"/>
              <a:gd name="connsiteX4" fmla="*/ 9207301 w 9243396"/>
              <a:gd name="connsiteY4" fmla="*/ 5251272 h 5251272"/>
              <a:gd name="connsiteX5" fmla="*/ 48126 w 9243396"/>
              <a:gd name="connsiteY5" fmla="*/ 5251272 h 5251272"/>
              <a:gd name="connsiteX6" fmla="*/ 0 w 9243396"/>
              <a:gd name="connsiteY6" fmla="*/ 1549990 h 5251272"/>
              <a:gd name="connsiteX0" fmla="*/ 0 w 9243396"/>
              <a:gd name="connsiteY0" fmla="*/ 1553368 h 5254650"/>
              <a:gd name="connsiteX1" fmla="*/ 2469615 w 9243396"/>
              <a:gd name="connsiteY1" fmla="*/ 37390 h 5254650"/>
              <a:gd name="connsiteX2" fmla="*/ 6223468 w 9243396"/>
              <a:gd name="connsiteY2" fmla="*/ 2046664 h 5254650"/>
              <a:gd name="connsiteX3" fmla="*/ 9243396 w 9243396"/>
              <a:gd name="connsiteY3" fmla="*/ 2191042 h 5254650"/>
              <a:gd name="connsiteX4" fmla="*/ 9207301 w 9243396"/>
              <a:gd name="connsiteY4" fmla="*/ 5254650 h 5254650"/>
              <a:gd name="connsiteX5" fmla="*/ 48126 w 9243396"/>
              <a:gd name="connsiteY5" fmla="*/ 5254650 h 5254650"/>
              <a:gd name="connsiteX6" fmla="*/ 0 w 9243396"/>
              <a:gd name="connsiteY6" fmla="*/ 1553368 h 5254650"/>
              <a:gd name="connsiteX0" fmla="*/ 0 w 9243396"/>
              <a:gd name="connsiteY0" fmla="*/ 1555192 h 5256474"/>
              <a:gd name="connsiteX1" fmla="*/ 2469615 w 9243396"/>
              <a:gd name="connsiteY1" fmla="*/ 39214 h 5256474"/>
              <a:gd name="connsiteX2" fmla="*/ 6223468 w 9243396"/>
              <a:gd name="connsiteY2" fmla="*/ 2048488 h 5256474"/>
              <a:gd name="connsiteX3" fmla="*/ 9243396 w 9243396"/>
              <a:gd name="connsiteY3" fmla="*/ 2192866 h 5256474"/>
              <a:gd name="connsiteX4" fmla="*/ 9207301 w 9243396"/>
              <a:gd name="connsiteY4" fmla="*/ 5256474 h 5256474"/>
              <a:gd name="connsiteX5" fmla="*/ 48126 w 9243396"/>
              <a:gd name="connsiteY5" fmla="*/ 5256474 h 5256474"/>
              <a:gd name="connsiteX6" fmla="*/ 0 w 9243396"/>
              <a:gd name="connsiteY6" fmla="*/ 1555192 h 5256474"/>
              <a:gd name="connsiteX0" fmla="*/ 0 w 9243396"/>
              <a:gd name="connsiteY0" fmla="*/ 1555192 h 5256474"/>
              <a:gd name="connsiteX1" fmla="*/ 2469615 w 9243396"/>
              <a:gd name="connsiteY1" fmla="*/ 39214 h 5256474"/>
              <a:gd name="connsiteX2" fmla="*/ 6223468 w 9243396"/>
              <a:gd name="connsiteY2" fmla="*/ 2048488 h 5256474"/>
              <a:gd name="connsiteX3" fmla="*/ 9243396 w 9243396"/>
              <a:gd name="connsiteY3" fmla="*/ 2192866 h 5256474"/>
              <a:gd name="connsiteX4" fmla="*/ 9207301 w 9243396"/>
              <a:gd name="connsiteY4" fmla="*/ 5256474 h 5256474"/>
              <a:gd name="connsiteX5" fmla="*/ 48126 w 9243396"/>
              <a:gd name="connsiteY5" fmla="*/ 5256474 h 5256474"/>
              <a:gd name="connsiteX6" fmla="*/ 0 w 9243396"/>
              <a:gd name="connsiteY6" fmla="*/ 1555192 h 5256474"/>
              <a:gd name="connsiteX0" fmla="*/ 0 w 9243396"/>
              <a:gd name="connsiteY0" fmla="*/ 1514369 h 5215651"/>
              <a:gd name="connsiteX1" fmla="*/ 2373363 w 9243396"/>
              <a:gd name="connsiteY1" fmla="*/ 34486 h 5215651"/>
              <a:gd name="connsiteX2" fmla="*/ 6223468 w 9243396"/>
              <a:gd name="connsiteY2" fmla="*/ 2007665 h 5215651"/>
              <a:gd name="connsiteX3" fmla="*/ 9243396 w 9243396"/>
              <a:gd name="connsiteY3" fmla="*/ 2152043 h 5215651"/>
              <a:gd name="connsiteX4" fmla="*/ 9207301 w 9243396"/>
              <a:gd name="connsiteY4" fmla="*/ 5215651 h 5215651"/>
              <a:gd name="connsiteX5" fmla="*/ 48126 w 9243396"/>
              <a:gd name="connsiteY5" fmla="*/ 5215651 h 5215651"/>
              <a:gd name="connsiteX6" fmla="*/ 0 w 9243396"/>
              <a:gd name="connsiteY6" fmla="*/ 1514369 h 5215651"/>
              <a:gd name="connsiteX0" fmla="*/ 0 w 9243396"/>
              <a:gd name="connsiteY0" fmla="*/ 1483351 h 5184633"/>
              <a:gd name="connsiteX1" fmla="*/ 2373363 w 9243396"/>
              <a:gd name="connsiteY1" fmla="*/ 3468 h 5184633"/>
              <a:gd name="connsiteX2" fmla="*/ 6271595 w 9243396"/>
              <a:gd name="connsiteY2" fmla="*/ 1868363 h 5184633"/>
              <a:gd name="connsiteX3" fmla="*/ 9243396 w 9243396"/>
              <a:gd name="connsiteY3" fmla="*/ 2121025 h 5184633"/>
              <a:gd name="connsiteX4" fmla="*/ 9207301 w 9243396"/>
              <a:gd name="connsiteY4" fmla="*/ 5184633 h 5184633"/>
              <a:gd name="connsiteX5" fmla="*/ 48126 w 9243396"/>
              <a:gd name="connsiteY5" fmla="*/ 5184633 h 5184633"/>
              <a:gd name="connsiteX6" fmla="*/ 0 w 9243396"/>
              <a:gd name="connsiteY6" fmla="*/ 1483351 h 5184633"/>
              <a:gd name="connsiteX0" fmla="*/ 0 w 9243396"/>
              <a:gd name="connsiteY0" fmla="*/ 1483351 h 5184633"/>
              <a:gd name="connsiteX1" fmla="*/ 2373363 w 9243396"/>
              <a:gd name="connsiteY1" fmla="*/ 3468 h 5184633"/>
              <a:gd name="connsiteX2" fmla="*/ 6271595 w 9243396"/>
              <a:gd name="connsiteY2" fmla="*/ 1868363 h 5184633"/>
              <a:gd name="connsiteX3" fmla="*/ 9243396 w 9243396"/>
              <a:gd name="connsiteY3" fmla="*/ 2121025 h 5184633"/>
              <a:gd name="connsiteX4" fmla="*/ 9207301 w 9243396"/>
              <a:gd name="connsiteY4" fmla="*/ 5184633 h 5184633"/>
              <a:gd name="connsiteX5" fmla="*/ 48126 w 9243396"/>
              <a:gd name="connsiteY5" fmla="*/ 5184633 h 5184633"/>
              <a:gd name="connsiteX6" fmla="*/ 0 w 9243396"/>
              <a:gd name="connsiteY6" fmla="*/ 1483351 h 5184633"/>
              <a:gd name="connsiteX0" fmla="*/ 0 w 9243396"/>
              <a:gd name="connsiteY0" fmla="*/ 1480225 h 5181507"/>
              <a:gd name="connsiteX1" fmla="*/ 2373363 w 9243396"/>
              <a:gd name="connsiteY1" fmla="*/ 342 h 5181507"/>
              <a:gd name="connsiteX2" fmla="*/ 5537669 w 9243396"/>
              <a:gd name="connsiteY2" fmla="*/ 1371942 h 5181507"/>
              <a:gd name="connsiteX3" fmla="*/ 9243396 w 9243396"/>
              <a:gd name="connsiteY3" fmla="*/ 2117899 h 5181507"/>
              <a:gd name="connsiteX4" fmla="*/ 9207301 w 9243396"/>
              <a:gd name="connsiteY4" fmla="*/ 5181507 h 5181507"/>
              <a:gd name="connsiteX5" fmla="*/ 48126 w 9243396"/>
              <a:gd name="connsiteY5" fmla="*/ 5181507 h 5181507"/>
              <a:gd name="connsiteX6" fmla="*/ 0 w 9243396"/>
              <a:gd name="connsiteY6" fmla="*/ 1480225 h 5181507"/>
              <a:gd name="connsiteX0" fmla="*/ 0 w 9243396"/>
              <a:gd name="connsiteY0" fmla="*/ 1480319 h 5181601"/>
              <a:gd name="connsiteX1" fmla="*/ 2373363 w 9243396"/>
              <a:gd name="connsiteY1" fmla="*/ 436 h 5181601"/>
              <a:gd name="connsiteX2" fmla="*/ 5537669 w 9243396"/>
              <a:gd name="connsiteY2" fmla="*/ 1372036 h 5181601"/>
              <a:gd name="connsiteX3" fmla="*/ 9243396 w 9243396"/>
              <a:gd name="connsiteY3" fmla="*/ 2117993 h 5181601"/>
              <a:gd name="connsiteX4" fmla="*/ 9207301 w 9243396"/>
              <a:gd name="connsiteY4" fmla="*/ 5181601 h 5181601"/>
              <a:gd name="connsiteX5" fmla="*/ 48126 w 9243396"/>
              <a:gd name="connsiteY5" fmla="*/ 5181601 h 5181601"/>
              <a:gd name="connsiteX6" fmla="*/ 0 w 9243396"/>
              <a:gd name="connsiteY6" fmla="*/ 1480319 h 5181601"/>
              <a:gd name="connsiteX0" fmla="*/ 0 w 9231365"/>
              <a:gd name="connsiteY0" fmla="*/ 1480111 h 5181393"/>
              <a:gd name="connsiteX1" fmla="*/ 2373363 w 9231365"/>
              <a:gd name="connsiteY1" fmla="*/ 228 h 5181393"/>
              <a:gd name="connsiteX2" fmla="*/ 5537669 w 9231365"/>
              <a:gd name="connsiteY2" fmla="*/ 1371828 h 5181393"/>
              <a:gd name="connsiteX3" fmla="*/ 9231365 w 9231365"/>
              <a:gd name="connsiteY3" fmla="*/ 1985437 h 5181393"/>
              <a:gd name="connsiteX4" fmla="*/ 9207301 w 9231365"/>
              <a:gd name="connsiteY4" fmla="*/ 5181393 h 5181393"/>
              <a:gd name="connsiteX5" fmla="*/ 48126 w 9231365"/>
              <a:gd name="connsiteY5" fmla="*/ 5181393 h 5181393"/>
              <a:gd name="connsiteX6" fmla="*/ 0 w 9231365"/>
              <a:gd name="connsiteY6" fmla="*/ 1480111 h 5181393"/>
              <a:gd name="connsiteX0" fmla="*/ 0 w 9231365"/>
              <a:gd name="connsiteY0" fmla="*/ 1480111 h 5181393"/>
              <a:gd name="connsiteX1" fmla="*/ 2373363 w 9231365"/>
              <a:gd name="connsiteY1" fmla="*/ 228 h 5181393"/>
              <a:gd name="connsiteX2" fmla="*/ 5537669 w 9231365"/>
              <a:gd name="connsiteY2" fmla="*/ 1371828 h 5181393"/>
              <a:gd name="connsiteX3" fmla="*/ 9231365 w 9231365"/>
              <a:gd name="connsiteY3" fmla="*/ 1985437 h 5181393"/>
              <a:gd name="connsiteX4" fmla="*/ 9207301 w 9231365"/>
              <a:gd name="connsiteY4" fmla="*/ 5181393 h 5181393"/>
              <a:gd name="connsiteX5" fmla="*/ 48126 w 9231365"/>
              <a:gd name="connsiteY5" fmla="*/ 5181393 h 5181393"/>
              <a:gd name="connsiteX6" fmla="*/ 0 w 9231365"/>
              <a:gd name="connsiteY6" fmla="*/ 1480111 h 5181393"/>
              <a:gd name="connsiteX0" fmla="*/ 0 w 9231365"/>
              <a:gd name="connsiteY0" fmla="*/ 1480111 h 5181393"/>
              <a:gd name="connsiteX1" fmla="*/ 2373363 w 9231365"/>
              <a:gd name="connsiteY1" fmla="*/ 228 h 5181393"/>
              <a:gd name="connsiteX2" fmla="*/ 5537669 w 9231365"/>
              <a:gd name="connsiteY2" fmla="*/ 1371828 h 5181393"/>
              <a:gd name="connsiteX3" fmla="*/ 9231365 w 9231365"/>
              <a:gd name="connsiteY3" fmla="*/ 1985437 h 5181393"/>
              <a:gd name="connsiteX4" fmla="*/ 9207301 w 9231365"/>
              <a:gd name="connsiteY4" fmla="*/ 5181393 h 5181393"/>
              <a:gd name="connsiteX5" fmla="*/ 48126 w 9231365"/>
              <a:gd name="connsiteY5" fmla="*/ 5181393 h 5181393"/>
              <a:gd name="connsiteX6" fmla="*/ 0 w 9231365"/>
              <a:gd name="connsiteY6" fmla="*/ 1480111 h 5181393"/>
              <a:gd name="connsiteX0" fmla="*/ 0 w 9231365"/>
              <a:gd name="connsiteY0" fmla="*/ 1480237 h 5181519"/>
              <a:gd name="connsiteX1" fmla="*/ 2373363 w 9231365"/>
              <a:gd name="connsiteY1" fmla="*/ 354 h 5181519"/>
              <a:gd name="connsiteX2" fmla="*/ 5537669 w 9231365"/>
              <a:gd name="connsiteY2" fmla="*/ 1371954 h 5181519"/>
              <a:gd name="connsiteX3" fmla="*/ 9231365 w 9231365"/>
              <a:gd name="connsiteY3" fmla="*/ 1985563 h 5181519"/>
              <a:gd name="connsiteX4" fmla="*/ 9207301 w 9231365"/>
              <a:gd name="connsiteY4" fmla="*/ 5181519 h 5181519"/>
              <a:gd name="connsiteX5" fmla="*/ 48126 w 9231365"/>
              <a:gd name="connsiteY5" fmla="*/ 5181519 h 5181519"/>
              <a:gd name="connsiteX6" fmla="*/ 0 w 9231365"/>
              <a:gd name="connsiteY6" fmla="*/ 1480237 h 5181519"/>
              <a:gd name="connsiteX0" fmla="*/ 0 w 9231365"/>
              <a:gd name="connsiteY0" fmla="*/ 1480660 h 5181942"/>
              <a:gd name="connsiteX1" fmla="*/ 2373363 w 9231365"/>
              <a:gd name="connsiteY1" fmla="*/ 777 h 5181942"/>
              <a:gd name="connsiteX2" fmla="*/ 5537669 w 9231365"/>
              <a:gd name="connsiteY2" fmla="*/ 1324251 h 5181942"/>
              <a:gd name="connsiteX3" fmla="*/ 9231365 w 9231365"/>
              <a:gd name="connsiteY3" fmla="*/ 1985986 h 5181942"/>
              <a:gd name="connsiteX4" fmla="*/ 9207301 w 9231365"/>
              <a:gd name="connsiteY4" fmla="*/ 5181942 h 5181942"/>
              <a:gd name="connsiteX5" fmla="*/ 48126 w 9231365"/>
              <a:gd name="connsiteY5" fmla="*/ 5181942 h 5181942"/>
              <a:gd name="connsiteX6" fmla="*/ 0 w 9231365"/>
              <a:gd name="connsiteY6" fmla="*/ 1480660 h 5181942"/>
              <a:gd name="connsiteX0" fmla="*/ 0 w 9231365"/>
              <a:gd name="connsiteY0" fmla="*/ 1480562 h 5181844"/>
              <a:gd name="connsiteX1" fmla="*/ 2373363 w 9231365"/>
              <a:gd name="connsiteY1" fmla="*/ 679 h 5181844"/>
              <a:gd name="connsiteX2" fmla="*/ 5537669 w 9231365"/>
              <a:gd name="connsiteY2" fmla="*/ 1324153 h 5181844"/>
              <a:gd name="connsiteX3" fmla="*/ 9231365 w 9231365"/>
              <a:gd name="connsiteY3" fmla="*/ 1985888 h 5181844"/>
              <a:gd name="connsiteX4" fmla="*/ 9207301 w 9231365"/>
              <a:gd name="connsiteY4" fmla="*/ 5181844 h 5181844"/>
              <a:gd name="connsiteX5" fmla="*/ 48126 w 9231365"/>
              <a:gd name="connsiteY5" fmla="*/ 5181844 h 5181844"/>
              <a:gd name="connsiteX6" fmla="*/ 0 w 9231365"/>
              <a:gd name="connsiteY6" fmla="*/ 1480562 h 5181844"/>
              <a:gd name="connsiteX0" fmla="*/ 0 w 9231365"/>
              <a:gd name="connsiteY0" fmla="*/ 1480562 h 5181844"/>
              <a:gd name="connsiteX1" fmla="*/ 2373363 w 9231365"/>
              <a:gd name="connsiteY1" fmla="*/ 679 h 5181844"/>
              <a:gd name="connsiteX2" fmla="*/ 5537669 w 9231365"/>
              <a:gd name="connsiteY2" fmla="*/ 1324153 h 5181844"/>
              <a:gd name="connsiteX3" fmla="*/ 9231365 w 9231365"/>
              <a:gd name="connsiteY3" fmla="*/ 1985888 h 5181844"/>
              <a:gd name="connsiteX4" fmla="*/ 9207301 w 9231365"/>
              <a:gd name="connsiteY4" fmla="*/ 5181844 h 5181844"/>
              <a:gd name="connsiteX5" fmla="*/ 48126 w 9231365"/>
              <a:gd name="connsiteY5" fmla="*/ 5181844 h 5181844"/>
              <a:gd name="connsiteX6" fmla="*/ 0 w 9231365"/>
              <a:gd name="connsiteY6" fmla="*/ 1480562 h 5181844"/>
              <a:gd name="connsiteX0" fmla="*/ 0 w 9231365"/>
              <a:gd name="connsiteY0" fmla="*/ 1484814 h 5186096"/>
              <a:gd name="connsiteX1" fmla="*/ 2373363 w 9231365"/>
              <a:gd name="connsiteY1" fmla="*/ 4931 h 5186096"/>
              <a:gd name="connsiteX2" fmla="*/ 5537669 w 9231365"/>
              <a:gd name="connsiteY2" fmla="*/ 1328405 h 5186096"/>
              <a:gd name="connsiteX3" fmla="*/ 9231365 w 9231365"/>
              <a:gd name="connsiteY3" fmla="*/ 1990140 h 5186096"/>
              <a:gd name="connsiteX4" fmla="*/ 9207301 w 9231365"/>
              <a:gd name="connsiteY4" fmla="*/ 5186096 h 5186096"/>
              <a:gd name="connsiteX5" fmla="*/ 48126 w 9231365"/>
              <a:gd name="connsiteY5" fmla="*/ 5186096 h 5186096"/>
              <a:gd name="connsiteX6" fmla="*/ 0 w 9231365"/>
              <a:gd name="connsiteY6" fmla="*/ 1484814 h 5186096"/>
              <a:gd name="connsiteX0" fmla="*/ 0 w 9231365"/>
              <a:gd name="connsiteY0" fmla="*/ 1519567 h 5220849"/>
              <a:gd name="connsiteX1" fmla="*/ 2662121 w 9231365"/>
              <a:gd name="connsiteY1" fmla="*/ 3589 h 5220849"/>
              <a:gd name="connsiteX2" fmla="*/ 5537669 w 9231365"/>
              <a:gd name="connsiteY2" fmla="*/ 1363158 h 5220849"/>
              <a:gd name="connsiteX3" fmla="*/ 9231365 w 9231365"/>
              <a:gd name="connsiteY3" fmla="*/ 2024893 h 5220849"/>
              <a:gd name="connsiteX4" fmla="*/ 9207301 w 9231365"/>
              <a:gd name="connsiteY4" fmla="*/ 5220849 h 5220849"/>
              <a:gd name="connsiteX5" fmla="*/ 48126 w 9231365"/>
              <a:gd name="connsiteY5" fmla="*/ 5220849 h 5220849"/>
              <a:gd name="connsiteX6" fmla="*/ 0 w 9231365"/>
              <a:gd name="connsiteY6" fmla="*/ 1519567 h 5220849"/>
              <a:gd name="connsiteX0" fmla="*/ 0 w 9231365"/>
              <a:gd name="connsiteY0" fmla="*/ 1395689 h 5217287"/>
              <a:gd name="connsiteX1" fmla="*/ 2662121 w 9231365"/>
              <a:gd name="connsiteY1" fmla="*/ 27 h 5217287"/>
              <a:gd name="connsiteX2" fmla="*/ 5537669 w 9231365"/>
              <a:gd name="connsiteY2" fmla="*/ 1359596 h 5217287"/>
              <a:gd name="connsiteX3" fmla="*/ 9231365 w 9231365"/>
              <a:gd name="connsiteY3" fmla="*/ 2021331 h 5217287"/>
              <a:gd name="connsiteX4" fmla="*/ 9207301 w 9231365"/>
              <a:gd name="connsiteY4" fmla="*/ 5217287 h 5217287"/>
              <a:gd name="connsiteX5" fmla="*/ 48126 w 9231365"/>
              <a:gd name="connsiteY5" fmla="*/ 5217287 h 5217287"/>
              <a:gd name="connsiteX6" fmla="*/ 0 w 9231365"/>
              <a:gd name="connsiteY6" fmla="*/ 1395689 h 5217287"/>
              <a:gd name="connsiteX0" fmla="*/ 0 w 9231365"/>
              <a:gd name="connsiteY0" fmla="*/ 1395689 h 5217287"/>
              <a:gd name="connsiteX1" fmla="*/ 2662121 w 9231365"/>
              <a:gd name="connsiteY1" fmla="*/ 27 h 5217287"/>
              <a:gd name="connsiteX2" fmla="*/ 5537669 w 9231365"/>
              <a:gd name="connsiteY2" fmla="*/ 1359596 h 5217287"/>
              <a:gd name="connsiteX3" fmla="*/ 9231365 w 9231365"/>
              <a:gd name="connsiteY3" fmla="*/ 2021331 h 5217287"/>
              <a:gd name="connsiteX4" fmla="*/ 9207301 w 9231365"/>
              <a:gd name="connsiteY4" fmla="*/ 5217287 h 5217287"/>
              <a:gd name="connsiteX5" fmla="*/ 48126 w 9231365"/>
              <a:gd name="connsiteY5" fmla="*/ 5217287 h 5217287"/>
              <a:gd name="connsiteX6" fmla="*/ 0 w 9231365"/>
              <a:gd name="connsiteY6" fmla="*/ 1395689 h 5217287"/>
              <a:gd name="connsiteX0" fmla="*/ 0 w 9231365"/>
              <a:gd name="connsiteY0" fmla="*/ 1395694 h 5217292"/>
              <a:gd name="connsiteX1" fmla="*/ 2662121 w 9231365"/>
              <a:gd name="connsiteY1" fmla="*/ 32 h 5217292"/>
              <a:gd name="connsiteX2" fmla="*/ 5537669 w 9231365"/>
              <a:gd name="connsiteY2" fmla="*/ 1359601 h 5217292"/>
              <a:gd name="connsiteX3" fmla="*/ 9231365 w 9231365"/>
              <a:gd name="connsiteY3" fmla="*/ 2021336 h 5217292"/>
              <a:gd name="connsiteX4" fmla="*/ 9207301 w 9231365"/>
              <a:gd name="connsiteY4" fmla="*/ 5217292 h 5217292"/>
              <a:gd name="connsiteX5" fmla="*/ 48126 w 9231365"/>
              <a:gd name="connsiteY5" fmla="*/ 5217292 h 5217292"/>
              <a:gd name="connsiteX6" fmla="*/ 0 w 9231365"/>
              <a:gd name="connsiteY6" fmla="*/ 1395694 h 5217292"/>
              <a:gd name="connsiteX0" fmla="*/ 0 w 9231365"/>
              <a:gd name="connsiteY0" fmla="*/ 1395697 h 5217295"/>
              <a:gd name="connsiteX1" fmla="*/ 2662121 w 9231365"/>
              <a:gd name="connsiteY1" fmla="*/ 35 h 5217295"/>
              <a:gd name="connsiteX2" fmla="*/ 5537669 w 9231365"/>
              <a:gd name="connsiteY2" fmla="*/ 1359604 h 5217295"/>
              <a:gd name="connsiteX3" fmla="*/ 9231365 w 9231365"/>
              <a:gd name="connsiteY3" fmla="*/ 2021339 h 5217295"/>
              <a:gd name="connsiteX4" fmla="*/ 9207301 w 9231365"/>
              <a:gd name="connsiteY4" fmla="*/ 5217295 h 5217295"/>
              <a:gd name="connsiteX5" fmla="*/ 48126 w 9231365"/>
              <a:gd name="connsiteY5" fmla="*/ 5217295 h 5217295"/>
              <a:gd name="connsiteX6" fmla="*/ 0 w 9231365"/>
              <a:gd name="connsiteY6" fmla="*/ 1395697 h 5217295"/>
              <a:gd name="connsiteX0" fmla="*/ 0 w 9231365"/>
              <a:gd name="connsiteY0" fmla="*/ 1399409 h 5221007"/>
              <a:gd name="connsiteX1" fmla="*/ 2662121 w 9231365"/>
              <a:gd name="connsiteY1" fmla="*/ 3747 h 5221007"/>
              <a:gd name="connsiteX2" fmla="*/ 5537669 w 9231365"/>
              <a:gd name="connsiteY2" fmla="*/ 1363316 h 5221007"/>
              <a:gd name="connsiteX3" fmla="*/ 9231365 w 9231365"/>
              <a:gd name="connsiteY3" fmla="*/ 2025051 h 5221007"/>
              <a:gd name="connsiteX4" fmla="*/ 9207301 w 9231365"/>
              <a:gd name="connsiteY4" fmla="*/ 5221007 h 5221007"/>
              <a:gd name="connsiteX5" fmla="*/ 48126 w 9231365"/>
              <a:gd name="connsiteY5" fmla="*/ 5221007 h 5221007"/>
              <a:gd name="connsiteX6" fmla="*/ 0 w 9231365"/>
              <a:gd name="connsiteY6" fmla="*/ 1399409 h 5221007"/>
              <a:gd name="connsiteX0" fmla="*/ 0 w 9231365"/>
              <a:gd name="connsiteY0" fmla="*/ 1399088 h 5220686"/>
              <a:gd name="connsiteX1" fmla="*/ 2662121 w 9231365"/>
              <a:gd name="connsiteY1" fmla="*/ 3426 h 5220686"/>
              <a:gd name="connsiteX2" fmla="*/ 5537669 w 9231365"/>
              <a:gd name="connsiteY2" fmla="*/ 1362995 h 5220686"/>
              <a:gd name="connsiteX3" fmla="*/ 9231365 w 9231365"/>
              <a:gd name="connsiteY3" fmla="*/ 2024730 h 5220686"/>
              <a:gd name="connsiteX4" fmla="*/ 9207301 w 9231365"/>
              <a:gd name="connsiteY4" fmla="*/ 5220686 h 5220686"/>
              <a:gd name="connsiteX5" fmla="*/ 48126 w 9231365"/>
              <a:gd name="connsiteY5" fmla="*/ 5220686 h 5220686"/>
              <a:gd name="connsiteX6" fmla="*/ 0 w 9231365"/>
              <a:gd name="connsiteY6" fmla="*/ 1399088 h 5220686"/>
              <a:gd name="connsiteX0" fmla="*/ 0 w 9231365"/>
              <a:gd name="connsiteY0" fmla="*/ 1399088 h 5220686"/>
              <a:gd name="connsiteX1" fmla="*/ 2662121 w 9231365"/>
              <a:gd name="connsiteY1" fmla="*/ 3426 h 5220686"/>
              <a:gd name="connsiteX2" fmla="*/ 5537669 w 9231365"/>
              <a:gd name="connsiteY2" fmla="*/ 1362995 h 5220686"/>
              <a:gd name="connsiteX3" fmla="*/ 9231365 w 9231365"/>
              <a:gd name="connsiteY3" fmla="*/ 2024730 h 5220686"/>
              <a:gd name="connsiteX4" fmla="*/ 9207301 w 9231365"/>
              <a:gd name="connsiteY4" fmla="*/ 5220686 h 5220686"/>
              <a:gd name="connsiteX5" fmla="*/ 48126 w 9231365"/>
              <a:gd name="connsiteY5" fmla="*/ 5220686 h 5220686"/>
              <a:gd name="connsiteX6" fmla="*/ 0 w 9231365"/>
              <a:gd name="connsiteY6" fmla="*/ 1399088 h 5220686"/>
              <a:gd name="connsiteX0" fmla="*/ 0 w 9231365"/>
              <a:gd name="connsiteY0" fmla="*/ 1398527 h 5220125"/>
              <a:gd name="connsiteX1" fmla="*/ 2662121 w 9231365"/>
              <a:gd name="connsiteY1" fmla="*/ 2865 h 5220125"/>
              <a:gd name="connsiteX2" fmla="*/ 5537669 w 9231365"/>
              <a:gd name="connsiteY2" fmla="*/ 1362434 h 5220125"/>
              <a:gd name="connsiteX3" fmla="*/ 9231365 w 9231365"/>
              <a:gd name="connsiteY3" fmla="*/ 1964012 h 5220125"/>
              <a:gd name="connsiteX4" fmla="*/ 9207301 w 9231365"/>
              <a:gd name="connsiteY4" fmla="*/ 5220125 h 5220125"/>
              <a:gd name="connsiteX5" fmla="*/ 48126 w 9231365"/>
              <a:gd name="connsiteY5" fmla="*/ 5220125 h 5220125"/>
              <a:gd name="connsiteX6" fmla="*/ 0 w 9231365"/>
              <a:gd name="connsiteY6" fmla="*/ 1398527 h 5220125"/>
              <a:gd name="connsiteX0" fmla="*/ 0 w 9231365"/>
              <a:gd name="connsiteY0" fmla="*/ 1399319 h 5220917"/>
              <a:gd name="connsiteX1" fmla="*/ 2662121 w 9231365"/>
              <a:gd name="connsiteY1" fmla="*/ 3657 h 5220917"/>
              <a:gd name="connsiteX2" fmla="*/ 5537669 w 9231365"/>
              <a:gd name="connsiteY2" fmla="*/ 1363226 h 5220917"/>
              <a:gd name="connsiteX3" fmla="*/ 9231365 w 9231365"/>
              <a:gd name="connsiteY3" fmla="*/ 1964804 h 5220917"/>
              <a:gd name="connsiteX4" fmla="*/ 9207301 w 9231365"/>
              <a:gd name="connsiteY4" fmla="*/ 5220917 h 5220917"/>
              <a:gd name="connsiteX5" fmla="*/ 48126 w 9231365"/>
              <a:gd name="connsiteY5" fmla="*/ 5220917 h 5220917"/>
              <a:gd name="connsiteX6" fmla="*/ 0 w 9231365"/>
              <a:gd name="connsiteY6" fmla="*/ 1399319 h 5220917"/>
              <a:gd name="connsiteX0" fmla="*/ 0 w 9231365"/>
              <a:gd name="connsiteY0" fmla="*/ 1399418 h 5221016"/>
              <a:gd name="connsiteX1" fmla="*/ 2662121 w 9231365"/>
              <a:gd name="connsiteY1" fmla="*/ 3756 h 5221016"/>
              <a:gd name="connsiteX2" fmla="*/ 5537669 w 9231365"/>
              <a:gd name="connsiteY2" fmla="*/ 1363325 h 5221016"/>
              <a:gd name="connsiteX3" fmla="*/ 9231365 w 9231365"/>
              <a:gd name="connsiteY3" fmla="*/ 1964903 h 5221016"/>
              <a:gd name="connsiteX4" fmla="*/ 9207301 w 9231365"/>
              <a:gd name="connsiteY4" fmla="*/ 5221016 h 5221016"/>
              <a:gd name="connsiteX5" fmla="*/ 48126 w 9231365"/>
              <a:gd name="connsiteY5" fmla="*/ 5221016 h 5221016"/>
              <a:gd name="connsiteX6" fmla="*/ 0 w 9231365"/>
              <a:gd name="connsiteY6" fmla="*/ 1399418 h 5221016"/>
              <a:gd name="connsiteX0" fmla="*/ 0 w 9231365"/>
              <a:gd name="connsiteY0" fmla="*/ 1399418 h 5221016"/>
              <a:gd name="connsiteX1" fmla="*/ 2662121 w 9231365"/>
              <a:gd name="connsiteY1" fmla="*/ 3756 h 5221016"/>
              <a:gd name="connsiteX2" fmla="*/ 5537669 w 9231365"/>
              <a:gd name="connsiteY2" fmla="*/ 1363325 h 5221016"/>
              <a:gd name="connsiteX3" fmla="*/ 9231365 w 9231365"/>
              <a:gd name="connsiteY3" fmla="*/ 1964903 h 5221016"/>
              <a:gd name="connsiteX4" fmla="*/ 9207301 w 9231365"/>
              <a:gd name="connsiteY4" fmla="*/ 5221016 h 5221016"/>
              <a:gd name="connsiteX5" fmla="*/ 48126 w 9231365"/>
              <a:gd name="connsiteY5" fmla="*/ 5221016 h 5221016"/>
              <a:gd name="connsiteX6" fmla="*/ 0 w 9231365"/>
              <a:gd name="connsiteY6" fmla="*/ 1399418 h 5221016"/>
              <a:gd name="connsiteX0" fmla="*/ 0 w 9231365"/>
              <a:gd name="connsiteY0" fmla="*/ 1399688 h 5221286"/>
              <a:gd name="connsiteX1" fmla="*/ 2662121 w 9231365"/>
              <a:gd name="connsiteY1" fmla="*/ 4026 h 5221286"/>
              <a:gd name="connsiteX2" fmla="*/ 5537669 w 9231365"/>
              <a:gd name="connsiteY2" fmla="*/ 1363595 h 5221286"/>
              <a:gd name="connsiteX3" fmla="*/ 9231365 w 9231365"/>
              <a:gd name="connsiteY3" fmla="*/ 1965173 h 5221286"/>
              <a:gd name="connsiteX4" fmla="*/ 9207301 w 9231365"/>
              <a:gd name="connsiteY4" fmla="*/ 5221286 h 5221286"/>
              <a:gd name="connsiteX5" fmla="*/ 48126 w 9231365"/>
              <a:gd name="connsiteY5" fmla="*/ 5221286 h 5221286"/>
              <a:gd name="connsiteX6" fmla="*/ 0 w 9231365"/>
              <a:gd name="connsiteY6" fmla="*/ 1399688 h 5221286"/>
              <a:gd name="connsiteX0" fmla="*/ 0 w 9219333"/>
              <a:gd name="connsiteY0" fmla="*/ 1215923 h 5217995"/>
              <a:gd name="connsiteX1" fmla="*/ 2650089 w 9219333"/>
              <a:gd name="connsiteY1" fmla="*/ 735 h 5217995"/>
              <a:gd name="connsiteX2" fmla="*/ 5525637 w 9219333"/>
              <a:gd name="connsiteY2" fmla="*/ 1360304 h 5217995"/>
              <a:gd name="connsiteX3" fmla="*/ 9219333 w 9219333"/>
              <a:gd name="connsiteY3" fmla="*/ 1961882 h 5217995"/>
              <a:gd name="connsiteX4" fmla="*/ 9195269 w 9219333"/>
              <a:gd name="connsiteY4" fmla="*/ 5217995 h 5217995"/>
              <a:gd name="connsiteX5" fmla="*/ 36094 w 9219333"/>
              <a:gd name="connsiteY5" fmla="*/ 5217995 h 5217995"/>
              <a:gd name="connsiteX6" fmla="*/ 0 w 9219333"/>
              <a:gd name="connsiteY6" fmla="*/ 1215923 h 5217995"/>
              <a:gd name="connsiteX0" fmla="*/ 0 w 9219333"/>
              <a:gd name="connsiteY0" fmla="*/ 1396225 h 5398297"/>
              <a:gd name="connsiteX1" fmla="*/ 2674153 w 9219333"/>
              <a:gd name="connsiteY1" fmla="*/ 563 h 5398297"/>
              <a:gd name="connsiteX2" fmla="*/ 5525637 w 9219333"/>
              <a:gd name="connsiteY2" fmla="*/ 1540606 h 5398297"/>
              <a:gd name="connsiteX3" fmla="*/ 9219333 w 9219333"/>
              <a:gd name="connsiteY3" fmla="*/ 2142184 h 5398297"/>
              <a:gd name="connsiteX4" fmla="*/ 9195269 w 9219333"/>
              <a:gd name="connsiteY4" fmla="*/ 5398297 h 5398297"/>
              <a:gd name="connsiteX5" fmla="*/ 36094 w 9219333"/>
              <a:gd name="connsiteY5" fmla="*/ 5398297 h 5398297"/>
              <a:gd name="connsiteX6" fmla="*/ 0 w 9219333"/>
              <a:gd name="connsiteY6" fmla="*/ 1396225 h 5398297"/>
              <a:gd name="connsiteX0" fmla="*/ 0 w 9219333"/>
              <a:gd name="connsiteY0" fmla="*/ 1395665 h 5397737"/>
              <a:gd name="connsiteX1" fmla="*/ 2674153 w 9219333"/>
              <a:gd name="connsiteY1" fmla="*/ 3 h 5397737"/>
              <a:gd name="connsiteX2" fmla="*/ 5585795 w 9219333"/>
              <a:gd name="connsiteY2" fmla="*/ 1383636 h 5397737"/>
              <a:gd name="connsiteX3" fmla="*/ 9219333 w 9219333"/>
              <a:gd name="connsiteY3" fmla="*/ 2141624 h 5397737"/>
              <a:gd name="connsiteX4" fmla="*/ 9195269 w 9219333"/>
              <a:gd name="connsiteY4" fmla="*/ 5397737 h 5397737"/>
              <a:gd name="connsiteX5" fmla="*/ 36094 w 9219333"/>
              <a:gd name="connsiteY5" fmla="*/ 5397737 h 5397737"/>
              <a:gd name="connsiteX6" fmla="*/ 0 w 9219333"/>
              <a:gd name="connsiteY6" fmla="*/ 1395665 h 5397737"/>
              <a:gd name="connsiteX0" fmla="*/ 0 w 9219333"/>
              <a:gd name="connsiteY0" fmla="*/ 1395665 h 5397737"/>
              <a:gd name="connsiteX1" fmla="*/ 2674153 w 9219333"/>
              <a:gd name="connsiteY1" fmla="*/ 3 h 5397737"/>
              <a:gd name="connsiteX2" fmla="*/ 5585795 w 9219333"/>
              <a:gd name="connsiteY2" fmla="*/ 1383636 h 5397737"/>
              <a:gd name="connsiteX3" fmla="*/ 9219333 w 9219333"/>
              <a:gd name="connsiteY3" fmla="*/ 2009276 h 5397737"/>
              <a:gd name="connsiteX4" fmla="*/ 9195269 w 9219333"/>
              <a:gd name="connsiteY4" fmla="*/ 5397737 h 5397737"/>
              <a:gd name="connsiteX5" fmla="*/ 36094 w 9219333"/>
              <a:gd name="connsiteY5" fmla="*/ 5397737 h 5397737"/>
              <a:gd name="connsiteX6" fmla="*/ 0 w 9219333"/>
              <a:gd name="connsiteY6" fmla="*/ 1395665 h 5397737"/>
              <a:gd name="connsiteX0" fmla="*/ 0 w 9219333"/>
              <a:gd name="connsiteY0" fmla="*/ 1395666 h 5397738"/>
              <a:gd name="connsiteX1" fmla="*/ 2674153 w 9219333"/>
              <a:gd name="connsiteY1" fmla="*/ 4 h 5397738"/>
              <a:gd name="connsiteX2" fmla="*/ 5585795 w 9219333"/>
              <a:gd name="connsiteY2" fmla="*/ 1383637 h 5397738"/>
              <a:gd name="connsiteX3" fmla="*/ 9219333 w 9219333"/>
              <a:gd name="connsiteY3" fmla="*/ 2009277 h 5397738"/>
              <a:gd name="connsiteX4" fmla="*/ 9195269 w 9219333"/>
              <a:gd name="connsiteY4" fmla="*/ 5397738 h 5397738"/>
              <a:gd name="connsiteX5" fmla="*/ 36094 w 9219333"/>
              <a:gd name="connsiteY5" fmla="*/ 5397738 h 5397738"/>
              <a:gd name="connsiteX6" fmla="*/ 0 w 9219333"/>
              <a:gd name="connsiteY6" fmla="*/ 1395666 h 5397738"/>
              <a:gd name="connsiteX0" fmla="*/ 0 w 9219333"/>
              <a:gd name="connsiteY0" fmla="*/ 1397014 h 5399086"/>
              <a:gd name="connsiteX1" fmla="*/ 2674153 w 9219333"/>
              <a:gd name="connsiteY1" fmla="*/ 1352 h 5399086"/>
              <a:gd name="connsiteX2" fmla="*/ 5585795 w 9219333"/>
              <a:gd name="connsiteY2" fmla="*/ 1384985 h 5399086"/>
              <a:gd name="connsiteX3" fmla="*/ 9219333 w 9219333"/>
              <a:gd name="connsiteY3" fmla="*/ 2010625 h 5399086"/>
              <a:gd name="connsiteX4" fmla="*/ 9195269 w 9219333"/>
              <a:gd name="connsiteY4" fmla="*/ 5399086 h 5399086"/>
              <a:gd name="connsiteX5" fmla="*/ 36094 w 9219333"/>
              <a:gd name="connsiteY5" fmla="*/ 5399086 h 5399086"/>
              <a:gd name="connsiteX6" fmla="*/ 0 w 9219333"/>
              <a:gd name="connsiteY6" fmla="*/ 1397014 h 5399086"/>
              <a:gd name="connsiteX0" fmla="*/ 0 w 9219333"/>
              <a:gd name="connsiteY0" fmla="*/ 1397014 h 5399086"/>
              <a:gd name="connsiteX1" fmla="*/ 2674153 w 9219333"/>
              <a:gd name="connsiteY1" fmla="*/ 1352 h 5399086"/>
              <a:gd name="connsiteX2" fmla="*/ 5585795 w 9219333"/>
              <a:gd name="connsiteY2" fmla="*/ 1384985 h 5399086"/>
              <a:gd name="connsiteX3" fmla="*/ 9219333 w 9219333"/>
              <a:gd name="connsiteY3" fmla="*/ 2010625 h 5399086"/>
              <a:gd name="connsiteX4" fmla="*/ 9195269 w 9219333"/>
              <a:gd name="connsiteY4" fmla="*/ 5399086 h 5399086"/>
              <a:gd name="connsiteX5" fmla="*/ 36094 w 9219333"/>
              <a:gd name="connsiteY5" fmla="*/ 5399086 h 5399086"/>
              <a:gd name="connsiteX6" fmla="*/ 0 w 9219333"/>
              <a:gd name="connsiteY6" fmla="*/ 1397014 h 5399086"/>
              <a:gd name="connsiteX0" fmla="*/ 0 w 9219333"/>
              <a:gd name="connsiteY0" fmla="*/ 1396633 h 5398705"/>
              <a:gd name="connsiteX1" fmla="*/ 2674153 w 9219333"/>
              <a:gd name="connsiteY1" fmla="*/ 971 h 5398705"/>
              <a:gd name="connsiteX2" fmla="*/ 5585795 w 9219333"/>
              <a:gd name="connsiteY2" fmla="*/ 1384604 h 5398705"/>
              <a:gd name="connsiteX3" fmla="*/ 9219333 w 9219333"/>
              <a:gd name="connsiteY3" fmla="*/ 1962118 h 5398705"/>
              <a:gd name="connsiteX4" fmla="*/ 9195269 w 9219333"/>
              <a:gd name="connsiteY4" fmla="*/ 5398705 h 5398705"/>
              <a:gd name="connsiteX5" fmla="*/ 36094 w 9219333"/>
              <a:gd name="connsiteY5" fmla="*/ 5398705 h 5398705"/>
              <a:gd name="connsiteX6" fmla="*/ 0 w 9219333"/>
              <a:gd name="connsiteY6" fmla="*/ 1396633 h 5398705"/>
              <a:gd name="connsiteX0" fmla="*/ 0 w 9219333"/>
              <a:gd name="connsiteY0" fmla="*/ 1396633 h 5398705"/>
              <a:gd name="connsiteX1" fmla="*/ 2674153 w 9219333"/>
              <a:gd name="connsiteY1" fmla="*/ 971 h 5398705"/>
              <a:gd name="connsiteX2" fmla="*/ 5585795 w 9219333"/>
              <a:gd name="connsiteY2" fmla="*/ 1384604 h 5398705"/>
              <a:gd name="connsiteX3" fmla="*/ 9219333 w 9219333"/>
              <a:gd name="connsiteY3" fmla="*/ 1962118 h 5398705"/>
              <a:gd name="connsiteX4" fmla="*/ 9195269 w 9219333"/>
              <a:gd name="connsiteY4" fmla="*/ 5398705 h 5398705"/>
              <a:gd name="connsiteX5" fmla="*/ 36094 w 9219333"/>
              <a:gd name="connsiteY5" fmla="*/ 5398705 h 5398705"/>
              <a:gd name="connsiteX6" fmla="*/ 0 w 9219333"/>
              <a:gd name="connsiteY6" fmla="*/ 1396633 h 5398705"/>
              <a:gd name="connsiteX0" fmla="*/ 0 w 9219333"/>
              <a:gd name="connsiteY0" fmla="*/ 1396945 h 5399017"/>
              <a:gd name="connsiteX1" fmla="*/ 2674153 w 9219333"/>
              <a:gd name="connsiteY1" fmla="*/ 1283 h 5399017"/>
              <a:gd name="connsiteX2" fmla="*/ 5585795 w 9219333"/>
              <a:gd name="connsiteY2" fmla="*/ 1384916 h 5399017"/>
              <a:gd name="connsiteX3" fmla="*/ 9219333 w 9219333"/>
              <a:gd name="connsiteY3" fmla="*/ 1962430 h 5399017"/>
              <a:gd name="connsiteX4" fmla="*/ 9195269 w 9219333"/>
              <a:gd name="connsiteY4" fmla="*/ 5399017 h 5399017"/>
              <a:gd name="connsiteX5" fmla="*/ 36094 w 9219333"/>
              <a:gd name="connsiteY5" fmla="*/ 5399017 h 5399017"/>
              <a:gd name="connsiteX6" fmla="*/ 0 w 9219333"/>
              <a:gd name="connsiteY6" fmla="*/ 1396945 h 5399017"/>
              <a:gd name="connsiteX0" fmla="*/ 0 w 9219333"/>
              <a:gd name="connsiteY0" fmla="*/ 1396945 h 5399017"/>
              <a:gd name="connsiteX1" fmla="*/ 2674153 w 9219333"/>
              <a:gd name="connsiteY1" fmla="*/ 1283 h 5399017"/>
              <a:gd name="connsiteX2" fmla="*/ 5585795 w 9219333"/>
              <a:gd name="connsiteY2" fmla="*/ 1384916 h 5399017"/>
              <a:gd name="connsiteX3" fmla="*/ 9219333 w 9219333"/>
              <a:gd name="connsiteY3" fmla="*/ 1962430 h 5399017"/>
              <a:gd name="connsiteX4" fmla="*/ 9195269 w 9219333"/>
              <a:gd name="connsiteY4" fmla="*/ 5399017 h 5399017"/>
              <a:gd name="connsiteX5" fmla="*/ 36094 w 9219333"/>
              <a:gd name="connsiteY5" fmla="*/ 5399017 h 5399017"/>
              <a:gd name="connsiteX6" fmla="*/ 0 w 9219333"/>
              <a:gd name="connsiteY6" fmla="*/ 1396945 h 5399017"/>
              <a:gd name="connsiteX0" fmla="*/ 0 w 9219333"/>
              <a:gd name="connsiteY0" fmla="*/ 1400187 h 5402259"/>
              <a:gd name="connsiteX1" fmla="*/ 2674153 w 9219333"/>
              <a:gd name="connsiteY1" fmla="*/ 4525 h 5402259"/>
              <a:gd name="connsiteX2" fmla="*/ 5585795 w 9219333"/>
              <a:gd name="connsiteY2" fmla="*/ 1388158 h 5402259"/>
              <a:gd name="connsiteX3" fmla="*/ 9219333 w 9219333"/>
              <a:gd name="connsiteY3" fmla="*/ 1965672 h 5402259"/>
              <a:gd name="connsiteX4" fmla="*/ 9195269 w 9219333"/>
              <a:gd name="connsiteY4" fmla="*/ 5402259 h 5402259"/>
              <a:gd name="connsiteX5" fmla="*/ 36094 w 9219333"/>
              <a:gd name="connsiteY5" fmla="*/ 5402259 h 5402259"/>
              <a:gd name="connsiteX6" fmla="*/ 0 w 9219333"/>
              <a:gd name="connsiteY6" fmla="*/ 1400187 h 5402259"/>
              <a:gd name="connsiteX0" fmla="*/ 10488 w 9229821"/>
              <a:gd name="connsiteY0" fmla="*/ 1400187 h 5426411"/>
              <a:gd name="connsiteX1" fmla="*/ 2684641 w 9229821"/>
              <a:gd name="connsiteY1" fmla="*/ 4525 h 5426411"/>
              <a:gd name="connsiteX2" fmla="*/ 5596283 w 9229821"/>
              <a:gd name="connsiteY2" fmla="*/ 1388158 h 5426411"/>
              <a:gd name="connsiteX3" fmla="*/ 9229821 w 9229821"/>
              <a:gd name="connsiteY3" fmla="*/ 1965672 h 5426411"/>
              <a:gd name="connsiteX4" fmla="*/ 9205757 w 9229821"/>
              <a:gd name="connsiteY4" fmla="*/ 5402259 h 5426411"/>
              <a:gd name="connsiteX5" fmla="*/ 0 w 9229821"/>
              <a:gd name="connsiteY5" fmla="*/ 5426411 h 5426411"/>
              <a:gd name="connsiteX6" fmla="*/ 10488 w 9229821"/>
              <a:gd name="connsiteY6" fmla="*/ 1400187 h 5426411"/>
              <a:gd name="connsiteX0" fmla="*/ 0 w 9219333"/>
              <a:gd name="connsiteY0" fmla="*/ 1400187 h 5426411"/>
              <a:gd name="connsiteX1" fmla="*/ 2674153 w 9219333"/>
              <a:gd name="connsiteY1" fmla="*/ 4525 h 5426411"/>
              <a:gd name="connsiteX2" fmla="*/ 5585795 w 9219333"/>
              <a:gd name="connsiteY2" fmla="*/ 1388158 h 5426411"/>
              <a:gd name="connsiteX3" fmla="*/ 9219333 w 9219333"/>
              <a:gd name="connsiteY3" fmla="*/ 1965672 h 5426411"/>
              <a:gd name="connsiteX4" fmla="*/ 9195269 w 9219333"/>
              <a:gd name="connsiteY4" fmla="*/ 5402259 h 5426411"/>
              <a:gd name="connsiteX5" fmla="*/ 12803 w 9219333"/>
              <a:gd name="connsiteY5" fmla="*/ 5426411 h 5426411"/>
              <a:gd name="connsiteX6" fmla="*/ 0 w 9219333"/>
              <a:gd name="connsiteY6" fmla="*/ 1400187 h 5426411"/>
              <a:gd name="connsiteX0" fmla="*/ 11116 w 9230449"/>
              <a:gd name="connsiteY0" fmla="*/ 1400187 h 5426411"/>
              <a:gd name="connsiteX1" fmla="*/ 2685269 w 9230449"/>
              <a:gd name="connsiteY1" fmla="*/ 4525 h 5426411"/>
              <a:gd name="connsiteX2" fmla="*/ 5596911 w 9230449"/>
              <a:gd name="connsiteY2" fmla="*/ 1388158 h 5426411"/>
              <a:gd name="connsiteX3" fmla="*/ 9230449 w 9230449"/>
              <a:gd name="connsiteY3" fmla="*/ 1965672 h 5426411"/>
              <a:gd name="connsiteX4" fmla="*/ 9206385 w 9230449"/>
              <a:gd name="connsiteY4" fmla="*/ 5402259 h 5426411"/>
              <a:gd name="connsiteX5" fmla="*/ 628 w 9230449"/>
              <a:gd name="connsiteY5" fmla="*/ 5426411 h 5426411"/>
              <a:gd name="connsiteX6" fmla="*/ 11116 w 9230449"/>
              <a:gd name="connsiteY6" fmla="*/ 1400187 h 5426411"/>
              <a:gd name="connsiteX0" fmla="*/ 225 w 9219558"/>
              <a:gd name="connsiteY0" fmla="*/ 1400187 h 5438486"/>
              <a:gd name="connsiteX1" fmla="*/ 2674378 w 9219558"/>
              <a:gd name="connsiteY1" fmla="*/ 4525 h 5438486"/>
              <a:gd name="connsiteX2" fmla="*/ 5586020 w 9219558"/>
              <a:gd name="connsiteY2" fmla="*/ 1388158 h 5438486"/>
              <a:gd name="connsiteX3" fmla="*/ 9219558 w 9219558"/>
              <a:gd name="connsiteY3" fmla="*/ 1965672 h 5438486"/>
              <a:gd name="connsiteX4" fmla="*/ 9195494 w 9219558"/>
              <a:gd name="connsiteY4" fmla="*/ 5402259 h 5438486"/>
              <a:gd name="connsiteX5" fmla="*/ 1383 w 9219558"/>
              <a:gd name="connsiteY5" fmla="*/ 5438486 h 5438486"/>
              <a:gd name="connsiteX6" fmla="*/ 225 w 9219558"/>
              <a:gd name="connsiteY6" fmla="*/ 1400187 h 5438486"/>
              <a:gd name="connsiteX0" fmla="*/ 0 w 9219333"/>
              <a:gd name="connsiteY0" fmla="*/ 1400187 h 5402259"/>
              <a:gd name="connsiteX1" fmla="*/ 2674153 w 9219333"/>
              <a:gd name="connsiteY1" fmla="*/ 4525 h 5402259"/>
              <a:gd name="connsiteX2" fmla="*/ 5585795 w 9219333"/>
              <a:gd name="connsiteY2" fmla="*/ 1388158 h 5402259"/>
              <a:gd name="connsiteX3" fmla="*/ 9219333 w 9219333"/>
              <a:gd name="connsiteY3" fmla="*/ 1965672 h 5402259"/>
              <a:gd name="connsiteX4" fmla="*/ 9195269 w 9219333"/>
              <a:gd name="connsiteY4" fmla="*/ 5402259 h 5402259"/>
              <a:gd name="connsiteX5" fmla="*/ 58781 w 9219333"/>
              <a:gd name="connsiteY5" fmla="*/ 5371568 h 5402259"/>
              <a:gd name="connsiteX6" fmla="*/ 0 w 9219333"/>
              <a:gd name="connsiteY6" fmla="*/ 1400187 h 5402259"/>
              <a:gd name="connsiteX0" fmla="*/ 4565 w 9223898"/>
              <a:gd name="connsiteY0" fmla="*/ 1400187 h 5409807"/>
              <a:gd name="connsiteX1" fmla="*/ 2678718 w 9223898"/>
              <a:gd name="connsiteY1" fmla="*/ 4525 h 5409807"/>
              <a:gd name="connsiteX2" fmla="*/ 5590360 w 9223898"/>
              <a:gd name="connsiteY2" fmla="*/ 1388158 h 5409807"/>
              <a:gd name="connsiteX3" fmla="*/ 9223898 w 9223898"/>
              <a:gd name="connsiteY3" fmla="*/ 1965672 h 5409807"/>
              <a:gd name="connsiteX4" fmla="*/ 9199834 w 9223898"/>
              <a:gd name="connsiteY4" fmla="*/ 5402259 h 5409807"/>
              <a:gd name="connsiteX5" fmla="*/ 921 w 9223898"/>
              <a:gd name="connsiteY5" fmla="*/ 5409807 h 5409807"/>
              <a:gd name="connsiteX6" fmla="*/ 4565 w 9223898"/>
              <a:gd name="connsiteY6" fmla="*/ 1400187 h 5409807"/>
              <a:gd name="connsiteX0" fmla="*/ 4565 w 9223898"/>
              <a:gd name="connsiteY0" fmla="*/ 1400187 h 5409807"/>
              <a:gd name="connsiteX1" fmla="*/ 2678718 w 9223898"/>
              <a:gd name="connsiteY1" fmla="*/ 4525 h 5409807"/>
              <a:gd name="connsiteX2" fmla="*/ 5590360 w 9223898"/>
              <a:gd name="connsiteY2" fmla="*/ 1388158 h 5409807"/>
              <a:gd name="connsiteX3" fmla="*/ 9223898 w 9223898"/>
              <a:gd name="connsiteY3" fmla="*/ 1965672 h 5409807"/>
              <a:gd name="connsiteX4" fmla="*/ 9079788 w 9223898"/>
              <a:gd name="connsiteY4" fmla="*/ 5254083 h 5409807"/>
              <a:gd name="connsiteX5" fmla="*/ 921 w 9223898"/>
              <a:gd name="connsiteY5" fmla="*/ 5409807 h 5409807"/>
              <a:gd name="connsiteX6" fmla="*/ 4565 w 9223898"/>
              <a:gd name="connsiteY6" fmla="*/ 1400187 h 5409807"/>
              <a:gd name="connsiteX0" fmla="*/ 4565 w 9229434"/>
              <a:gd name="connsiteY0" fmla="*/ 1400187 h 5409807"/>
              <a:gd name="connsiteX1" fmla="*/ 2678718 w 9229434"/>
              <a:gd name="connsiteY1" fmla="*/ 4525 h 5409807"/>
              <a:gd name="connsiteX2" fmla="*/ 5590360 w 9229434"/>
              <a:gd name="connsiteY2" fmla="*/ 1388158 h 5409807"/>
              <a:gd name="connsiteX3" fmla="*/ 9223898 w 9229434"/>
              <a:gd name="connsiteY3" fmla="*/ 1965672 h 5409807"/>
              <a:gd name="connsiteX4" fmla="*/ 9228645 w 9229434"/>
              <a:gd name="connsiteY4" fmla="*/ 5407039 h 5409807"/>
              <a:gd name="connsiteX5" fmla="*/ 921 w 9229434"/>
              <a:gd name="connsiteY5" fmla="*/ 5409807 h 5409807"/>
              <a:gd name="connsiteX6" fmla="*/ 4565 w 9229434"/>
              <a:gd name="connsiteY6" fmla="*/ 1400187 h 5409807"/>
              <a:gd name="connsiteX0" fmla="*/ 4565 w 9229434"/>
              <a:gd name="connsiteY0" fmla="*/ 1399152 h 5408772"/>
              <a:gd name="connsiteX1" fmla="*/ 2678718 w 9229434"/>
              <a:gd name="connsiteY1" fmla="*/ 3490 h 5408772"/>
              <a:gd name="connsiteX2" fmla="*/ 5590360 w 9229434"/>
              <a:gd name="connsiteY2" fmla="*/ 1387123 h 5408772"/>
              <a:gd name="connsiteX3" fmla="*/ 9223898 w 9229434"/>
              <a:gd name="connsiteY3" fmla="*/ 1969416 h 5408772"/>
              <a:gd name="connsiteX4" fmla="*/ 9228645 w 9229434"/>
              <a:gd name="connsiteY4" fmla="*/ 5406004 h 5408772"/>
              <a:gd name="connsiteX5" fmla="*/ 921 w 9229434"/>
              <a:gd name="connsiteY5" fmla="*/ 5408772 h 5408772"/>
              <a:gd name="connsiteX6" fmla="*/ 4565 w 9229434"/>
              <a:gd name="connsiteY6" fmla="*/ 1399152 h 5408772"/>
              <a:gd name="connsiteX0" fmla="*/ 224 w 9229895"/>
              <a:gd name="connsiteY0" fmla="*/ 1400449 h 5405288"/>
              <a:gd name="connsiteX1" fmla="*/ 2679179 w 9229895"/>
              <a:gd name="connsiteY1" fmla="*/ 6 h 5405288"/>
              <a:gd name="connsiteX2" fmla="*/ 5590821 w 9229895"/>
              <a:gd name="connsiteY2" fmla="*/ 1383639 h 5405288"/>
              <a:gd name="connsiteX3" fmla="*/ 9224359 w 9229895"/>
              <a:gd name="connsiteY3" fmla="*/ 1965932 h 5405288"/>
              <a:gd name="connsiteX4" fmla="*/ 9229106 w 9229895"/>
              <a:gd name="connsiteY4" fmla="*/ 5402520 h 5405288"/>
              <a:gd name="connsiteX5" fmla="*/ 1382 w 9229895"/>
              <a:gd name="connsiteY5" fmla="*/ 5405288 h 5405288"/>
              <a:gd name="connsiteX6" fmla="*/ 224 w 9229895"/>
              <a:gd name="connsiteY6" fmla="*/ 1400449 h 5405288"/>
              <a:gd name="connsiteX0" fmla="*/ 157384 w 9228594"/>
              <a:gd name="connsiteY0" fmla="*/ 1371769 h 5405287"/>
              <a:gd name="connsiteX1" fmla="*/ 2677878 w 9228594"/>
              <a:gd name="connsiteY1" fmla="*/ 5 h 5405287"/>
              <a:gd name="connsiteX2" fmla="*/ 5589520 w 9228594"/>
              <a:gd name="connsiteY2" fmla="*/ 1383638 h 5405287"/>
              <a:gd name="connsiteX3" fmla="*/ 9223058 w 9228594"/>
              <a:gd name="connsiteY3" fmla="*/ 1965931 h 5405287"/>
              <a:gd name="connsiteX4" fmla="*/ 9227805 w 9228594"/>
              <a:gd name="connsiteY4" fmla="*/ 5402519 h 5405287"/>
              <a:gd name="connsiteX5" fmla="*/ 81 w 9228594"/>
              <a:gd name="connsiteY5" fmla="*/ 5405287 h 5405287"/>
              <a:gd name="connsiteX6" fmla="*/ 157384 w 9228594"/>
              <a:gd name="connsiteY6" fmla="*/ 1371769 h 5405287"/>
              <a:gd name="connsiteX0" fmla="*/ 223 w 9229895"/>
              <a:gd name="connsiteY0" fmla="*/ 1362217 h 5405295"/>
              <a:gd name="connsiteX1" fmla="*/ 2679179 w 9229895"/>
              <a:gd name="connsiteY1" fmla="*/ 13 h 5405295"/>
              <a:gd name="connsiteX2" fmla="*/ 5590821 w 9229895"/>
              <a:gd name="connsiteY2" fmla="*/ 1383646 h 5405295"/>
              <a:gd name="connsiteX3" fmla="*/ 9224359 w 9229895"/>
              <a:gd name="connsiteY3" fmla="*/ 1965939 h 5405295"/>
              <a:gd name="connsiteX4" fmla="*/ 9229106 w 9229895"/>
              <a:gd name="connsiteY4" fmla="*/ 5402527 h 5405295"/>
              <a:gd name="connsiteX5" fmla="*/ 1382 w 9229895"/>
              <a:gd name="connsiteY5" fmla="*/ 5405295 h 5405295"/>
              <a:gd name="connsiteX6" fmla="*/ 223 w 9229895"/>
              <a:gd name="connsiteY6" fmla="*/ 1362217 h 5405295"/>
              <a:gd name="connsiteX0" fmla="*/ 223 w 9229895"/>
              <a:gd name="connsiteY0" fmla="*/ 1362217 h 5405295"/>
              <a:gd name="connsiteX1" fmla="*/ 2679179 w 9229895"/>
              <a:gd name="connsiteY1" fmla="*/ 13 h 5405295"/>
              <a:gd name="connsiteX2" fmla="*/ 5590821 w 9229895"/>
              <a:gd name="connsiteY2" fmla="*/ 1383646 h 5405295"/>
              <a:gd name="connsiteX3" fmla="*/ 9224359 w 9229895"/>
              <a:gd name="connsiteY3" fmla="*/ 1965939 h 5405295"/>
              <a:gd name="connsiteX4" fmla="*/ 9229106 w 9229895"/>
              <a:gd name="connsiteY4" fmla="*/ 5402527 h 5405295"/>
              <a:gd name="connsiteX5" fmla="*/ 1382 w 9229895"/>
              <a:gd name="connsiteY5" fmla="*/ 5405295 h 5405295"/>
              <a:gd name="connsiteX6" fmla="*/ 223 w 9229895"/>
              <a:gd name="connsiteY6" fmla="*/ 1362217 h 5405295"/>
              <a:gd name="connsiteX0" fmla="*/ 223 w 9229895"/>
              <a:gd name="connsiteY0" fmla="*/ 1362217 h 5405295"/>
              <a:gd name="connsiteX1" fmla="*/ 2679179 w 9229895"/>
              <a:gd name="connsiteY1" fmla="*/ 13 h 5405295"/>
              <a:gd name="connsiteX2" fmla="*/ 5590821 w 9229895"/>
              <a:gd name="connsiteY2" fmla="*/ 1383646 h 5405295"/>
              <a:gd name="connsiteX3" fmla="*/ 9224359 w 9229895"/>
              <a:gd name="connsiteY3" fmla="*/ 1965939 h 5405295"/>
              <a:gd name="connsiteX4" fmla="*/ 9229106 w 9229895"/>
              <a:gd name="connsiteY4" fmla="*/ 5402527 h 5405295"/>
              <a:gd name="connsiteX5" fmla="*/ 1382 w 9229895"/>
              <a:gd name="connsiteY5" fmla="*/ 5405295 h 5405295"/>
              <a:gd name="connsiteX6" fmla="*/ 223 w 9229895"/>
              <a:gd name="connsiteY6" fmla="*/ 1362217 h 5405295"/>
              <a:gd name="connsiteX0" fmla="*/ 223 w 9229895"/>
              <a:gd name="connsiteY0" fmla="*/ 1363702 h 5406780"/>
              <a:gd name="connsiteX1" fmla="*/ 2679179 w 9229895"/>
              <a:gd name="connsiteY1" fmla="*/ 1498 h 5406780"/>
              <a:gd name="connsiteX2" fmla="*/ 5590821 w 9229895"/>
              <a:gd name="connsiteY2" fmla="*/ 1385131 h 5406780"/>
              <a:gd name="connsiteX3" fmla="*/ 9224359 w 9229895"/>
              <a:gd name="connsiteY3" fmla="*/ 1967424 h 5406780"/>
              <a:gd name="connsiteX4" fmla="*/ 9229106 w 9229895"/>
              <a:gd name="connsiteY4" fmla="*/ 5404012 h 5406780"/>
              <a:gd name="connsiteX5" fmla="*/ 1382 w 9229895"/>
              <a:gd name="connsiteY5" fmla="*/ 5406780 h 5406780"/>
              <a:gd name="connsiteX6" fmla="*/ 223 w 9229895"/>
              <a:gd name="connsiteY6" fmla="*/ 1363702 h 540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29895" h="5406780">
                <a:moveTo>
                  <a:pt x="223" y="1363702"/>
                </a:moveTo>
                <a:cubicBezTo>
                  <a:pt x="776784" y="694686"/>
                  <a:pt x="1565447" y="46228"/>
                  <a:pt x="2679179" y="1498"/>
                </a:cubicBezTo>
                <a:cubicBezTo>
                  <a:pt x="3792911" y="-43232"/>
                  <a:pt x="4924544" y="924647"/>
                  <a:pt x="5590821" y="1385131"/>
                </a:cubicBezTo>
                <a:cubicBezTo>
                  <a:pt x="6257098" y="1845615"/>
                  <a:pt x="7574028" y="2886575"/>
                  <a:pt x="9224359" y="1967424"/>
                </a:cubicBezTo>
                <a:cubicBezTo>
                  <a:pt x="9220349" y="2940500"/>
                  <a:pt x="9233116" y="4430936"/>
                  <a:pt x="9229106" y="5404012"/>
                </a:cubicBezTo>
                <a:lnTo>
                  <a:pt x="1382" y="5406780"/>
                </a:lnTo>
                <a:cubicBezTo>
                  <a:pt x="-2886" y="4064705"/>
                  <a:pt x="4491" y="2705777"/>
                  <a:pt x="223" y="1363702"/>
                </a:cubicBezTo>
                <a:close/>
              </a:path>
            </a:pathLst>
          </a:custGeom>
          <a:gradFill flip="none" rotWithShape="1">
            <a:gsLst>
              <a:gs pos="0">
                <a:schemeClr val="bg1">
                  <a:lumMod val="85000"/>
                </a:schemeClr>
              </a:gs>
              <a:gs pos="29000">
                <a:srgbClr val="F3F3F3"/>
              </a:gs>
              <a:gs pos="82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dirty="0"/>
          </a:p>
        </p:txBody>
      </p:sp>
      <p:sp>
        <p:nvSpPr>
          <p:cNvPr id="13" name="Text Placeholder 12"/>
          <p:cNvSpPr>
            <a:spLocks noGrp="1"/>
          </p:cNvSpPr>
          <p:nvPr>
            <p:ph type="body" sz="quarter" idx="13" hasCustomPrompt="1"/>
          </p:nvPr>
        </p:nvSpPr>
        <p:spPr>
          <a:xfrm>
            <a:off x="2743199" y="1828800"/>
            <a:ext cx="2057401" cy="1752600"/>
          </a:xfrm>
        </p:spPr>
        <p:txBody>
          <a:bodyPr anchor="ctr" anchorCtr="0">
            <a:noAutofit/>
          </a:bodyPr>
          <a:lstStyle>
            <a:lvl1pPr marL="0" indent="0" algn="ctr">
              <a:buFontTx/>
              <a:buNone/>
              <a:defRPr sz="11500" b="0" i="0" baseline="0">
                <a:solidFill>
                  <a:srgbClr val="A0B94F"/>
                </a:solidFill>
                <a:effectLst/>
                <a:latin typeface="Adobe Fan Heiti Std B" pitchFamily="34" charset="-128"/>
                <a:ea typeface="Adobe Fan Heiti Std B" pitchFamily="34" charset="-128"/>
              </a:defRPr>
            </a:lvl1pPr>
          </a:lstStyle>
          <a:p>
            <a:pPr lvl="0"/>
            <a:r>
              <a:rPr lang="en-US" dirty="0" smtClean="0"/>
              <a:t>1</a:t>
            </a:r>
            <a:endParaRPr lang="en-US" dirty="0"/>
          </a:p>
        </p:txBody>
      </p:sp>
      <p:sp>
        <p:nvSpPr>
          <p:cNvPr id="11" name="Subtitle 2"/>
          <p:cNvSpPr txBox="1">
            <a:spLocks/>
          </p:cNvSpPr>
          <p:nvPr userDrawn="1"/>
        </p:nvSpPr>
        <p:spPr>
          <a:xfrm>
            <a:off x="457200" y="2209800"/>
            <a:ext cx="2971800" cy="1066800"/>
          </a:xfrm>
          <a:prstGeom prst="rect">
            <a:avLst/>
          </a:prstGeom>
          <a:noFill/>
        </p:spPr>
        <p:txBody>
          <a:bodyPr vert="horz" lIns="91440" tIns="45720" rIns="91440" bIns="45720" rtlCol="0">
            <a:normAutofit/>
          </a:bodyPr>
          <a:lstStyle>
            <a:lvl1pPr marL="0" indent="0" algn="l" defTabSz="914400" rtl="0" eaLnBrk="1" latinLnBrk="0" hangingPunct="1">
              <a:lnSpc>
                <a:spcPts val="6800"/>
              </a:lnSpc>
              <a:spcBef>
                <a:spcPts val="600"/>
              </a:spcBef>
              <a:spcAft>
                <a:spcPts val="600"/>
              </a:spcAft>
              <a:buFont typeface="Arial" pitchFamily="34" charset="0"/>
              <a:buNone/>
              <a:defRPr sz="6600" kern="1200" baseline="0">
                <a:solidFill>
                  <a:schemeClr val="accent6">
                    <a:lumMod val="75000"/>
                  </a:schemeClr>
                </a:solidFill>
                <a:latin typeface="Verdana" panose="020B0604030504040204" pitchFamily="34" charset="0"/>
                <a:ea typeface="Verdana" panose="020B0604030504040204" pitchFamily="34" charset="0"/>
                <a:cs typeface="Verdana" panose="020B0604030504040204"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sz="3600" dirty="0" smtClean="0">
                <a:solidFill>
                  <a:schemeClr val="bg1">
                    <a:lumMod val="50000"/>
                  </a:schemeClr>
                </a:solidFill>
              </a:rPr>
              <a:t>PLUG</a:t>
            </a:r>
            <a:r>
              <a:rPr lang="en-US" sz="3600" baseline="0" dirty="0" smtClean="0">
                <a:solidFill>
                  <a:schemeClr val="bg1">
                    <a:lumMod val="50000"/>
                  </a:schemeClr>
                </a:solidFill>
              </a:rPr>
              <a:t> IT IN</a:t>
            </a:r>
            <a:endParaRPr lang="en-US" sz="3600" dirty="0">
              <a:solidFill>
                <a:schemeClr val="bg1">
                  <a:lumMod val="50000"/>
                </a:schemeClr>
              </a:solidFill>
            </a:endParaRPr>
          </a:p>
        </p:txBody>
      </p:sp>
      <p:cxnSp>
        <p:nvCxnSpPr>
          <p:cNvPr id="14" name="Straight Connector 13"/>
          <p:cNvCxnSpPr/>
          <p:nvPr userDrawn="1"/>
        </p:nvCxnSpPr>
        <p:spPr>
          <a:xfrm flipH="1">
            <a:off x="3200400" y="3429000"/>
            <a:ext cx="1143000"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5" name="Subtitle 2"/>
          <p:cNvSpPr>
            <a:spLocks noGrp="1"/>
          </p:cNvSpPr>
          <p:nvPr>
            <p:ph type="subTitle" idx="1" hasCustomPrompt="1"/>
          </p:nvPr>
        </p:nvSpPr>
        <p:spPr>
          <a:xfrm>
            <a:off x="609600" y="3886200"/>
            <a:ext cx="8382000" cy="2819400"/>
          </a:xfrm>
        </p:spPr>
        <p:txBody>
          <a:bodyPr>
            <a:normAutofit/>
          </a:bodyPr>
          <a:lstStyle>
            <a:lvl1pPr marL="0" indent="0" algn="l">
              <a:lnSpc>
                <a:spcPts val="6000"/>
              </a:lnSpc>
              <a:spcBef>
                <a:spcPts val="600"/>
              </a:spcBef>
              <a:spcAft>
                <a:spcPts val="600"/>
              </a:spcAft>
              <a:buNone/>
              <a:defRPr sz="7200" baseline="0">
                <a:solidFill>
                  <a:srgbClr val="D74B13"/>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Enter Chapter Title</a:t>
            </a:r>
            <a:endParaRPr lang="en-US" dirty="0"/>
          </a:p>
        </p:txBody>
      </p:sp>
    </p:spTree>
    <p:extLst>
      <p:ext uri="{BB962C8B-B14F-4D97-AF65-F5344CB8AC3E}">
        <p14:creationId xmlns:p14="http://schemas.microsoft.com/office/powerpoint/2010/main" val="4151629066"/>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I_Topic Level2">
    <p:spTree>
      <p:nvGrpSpPr>
        <p:cNvPr id="1" name=""/>
        <p:cNvGrpSpPr/>
        <p:nvPr/>
      </p:nvGrpSpPr>
      <p:grpSpPr>
        <a:xfrm>
          <a:off x="0" y="0"/>
          <a:ext cx="0" cy="0"/>
          <a:chOff x="0" y="0"/>
          <a:chExt cx="0" cy="0"/>
        </a:xfrm>
      </p:grpSpPr>
      <p:sp>
        <p:nvSpPr>
          <p:cNvPr id="13" name="Rectangle 12"/>
          <p:cNvSpPr/>
          <p:nvPr userDrawn="1"/>
        </p:nvSpPr>
        <p:spPr>
          <a:xfrm>
            <a:off x="0" y="1905000"/>
            <a:ext cx="9144000" cy="4419600"/>
          </a:xfrm>
          <a:prstGeom prst="rect">
            <a:avLst/>
          </a:prstGeom>
          <a:solidFill>
            <a:srgbClr val="FFFFCC">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2057400" y="304800"/>
            <a:ext cx="6553199" cy="1676400"/>
          </a:xfrm>
        </p:spPr>
        <p:txBody>
          <a:bodyPr>
            <a:normAutofit/>
          </a:bodyPr>
          <a:lstStyle>
            <a:lvl1pPr marL="0" indent="0" algn="l">
              <a:spcBef>
                <a:spcPts val="600"/>
              </a:spcBef>
              <a:spcAft>
                <a:spcPts val="600"/>
              </a:spcAft>
              <a:buNone/>
              <a:defRPr sz="4400" baseline="0">
                <a:solidFill>
                  <a:srgbClr val="FF9900"/>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10" name="Text Placeholder 9"/>
          <p:cNvSpPr>
            <a:spLocks noGrp="1"/>
          </p:cNvSpPr>
          <p:nvPr>
            <p:ph type="body" sz="quarter" idx="14" hasCustomPrompt="1"/>
          </p:nvPr>
        </p:nvSpPr>
        <p:spPr>
          <a:xfrm>
            <a:off x="76200" y="152400"/>
            <a:ext cx="1981200" cy="1524000"/>
          </a:xfrm>
        </p:spPr>
        <p:txBody>
          <a:bodyPr>
            <a:noAutofit/>
          </a:bodyPr>
          <a:lstStyle>
            <a:lvl1pPr marL="0" indent="0" algn="ctr">
              <a:buNone/>
              <a:defRPr sz="6000" baseline="0">
                <a:solidFill>
                  <a:schemeClr val="bg1">
                    <a:lumMod val="50000"/>
                  </a:schemeClr>
                </a:solidFill>
                <a:latin typeface="Century Gothic" pitchFamily="34" charset="0"/>
              </a:defRPr>
            </a:lvl1pPr>
            <a:lvl2pPr marL="457200" indent="0">
              <a:buNone/>
              <a:defRPr sz="7200" baseline="0">
                <a:latin typeface="Century Gothic" pitchFamily="34" charset="0"/>
              </a:defRPr>
            </a:lvl2pPr>
            <a:lvl3pPr marL="914400" indent="0">
              <a:buNone/>
              <a:defRPr sz="7200" baseline="0">
                <a:latin typeface="Century Gothic" pitchFamily="34" charset="0"/>
              </a:defRPr>
            </a:lvl3pPr>
            <a:lvl4pPr marL="1371600" indent="0">
              <a:buNone/>
              <a:defRPr sz="7200" baseline="0">
                <a:latin typeface="Century Gothic" pitchFamily="34" charset="0"/>
              </a:defRPr>
            </a:lvl4pPr>
            <a:lvl5pPr marL="1828800" indent="0">
              <a:buNone/>
              <a:defRPr sz="7200" baseline="0">
                <a:latin typeface="Century Gothic" pitchFamily="34" charset="0"/>
              </a:defRPr>
            </a:lvl5pPr>
          </a:lstStyle>
          <a:p>
            <a:pPr lvl="0"/>
            <a:r>
              <a:rPr lang="en-US" dirty="0" smtClean="0"/>
              <a:t>0.0</a:t>
            </a:r>
            <a:endParaRPr lang="en-US" dirty="0"/>
          </a:p>
        </p:txBody>
      </p:sp>
      <p:sp>
        <p:nvSpPr>
          <p:cNvPr id="21" name="Content Placeholder 20"/>
          <p:cNvSpPr>
            <a:spLocks noGrp="1"/>
          </p:cNvSpPr>
          <p:nvPr>
            <p:ph sz="quarter" idx="15"/>
          </p:nvPr>
        </p:nvSpPr>
        <p:spPr>
          <a:xfrm>
            <a:off x="609600" y="2133600"/>
            <a:ext cx="8001000" cy="4114800"/>
          </a:xfrm>
        </p:spPr>
        <p:txBody>
          <a:bodyPr/>
          <a:lstStyle>
            <a:lvl1pPr>
              <a:defRPr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vl2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050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4561057"/>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 Example / Opening Case">
    <p:spTree>
      <p:nvGrpSpPr>
        <p:cNvPr id="1" name=""/>
        <p:cNvGrpSpPr/>
        <p:nvPr/>
      </p:nvGrpSpPr>
      <p:grpSpPr>
        <a:xfrm>
          <a:off x="0" y="0"/>
          <a:ext cx="0" cy="0"/>
          <a:chOff x="0" y="0"/>
          <a:chExt cx="0" cy="0"/>
        </a:xfrm>
      </p:grpSpPr>
      <p:cxnSp>
        <p:nvCxnSpPr>
          <p:cNvPr id="8" name="Straight Connector 7"/>
          <p:cNvCxnSpPr/>
          <p:nvPr userDrawn="1"/>
        </p:nvCxnSpPr>
        <p:spPr>
          <a:xfrm>
            <a:off x="0" y="6477000"/>
            <a:ext cx="86868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Rectangle 8"/>
          <p:cNvSpPr/>
          <p:nvPr userDrawn="1"/>
        </p:nvSpPr>
        <p:spPr>
          <a:xfrm>
            <a:off x="8382000" y="5715000"/>
            <a:ext cx="304800" cy="762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609600" y="12192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a:xfrm>
            <a:off x="6553200" y="6119896"/>
            <a:ext cx="2133600" cy="365125"/>
          </a:xfrm>
        </p:spPr>
        <p:txBody>
          <a:bodyPr/>
          <a:lstStyle/>
          <a:p>
            <a:fld id="{AC392DC9-9688-4E44-A90B-C333AD8FEA09}" type="slidenum">
              <a:rPr lang="en-US" smtClean="0"/>
              <a:t>‹#›</a:t>
            </a:fld>
            <a:endParaRPr lang="en-US"/>
          </a:p>
        </p:txBody>
      </p:sp>
      <p:sp>
        <p:nvSpPr>
          <p:cNvPr id="7" name="Text Placeholder 6"/>
          <p:cNvSpPr>
            <a:spLocks noGrp="1"/>
          </p:cNvSpPr>
          <p:nvPr>
            <p:ph type="body" sz="quarter" idx="13"/>
          </p:nvPr>
        </p:nvSpPr>
        <p:spPr>
          <a:xfrm>
            <a:off x="457200" y="1371600"/>
            <a:ext cx="8229600" cy="4876800"/>
          </a:xfrm>
        </p:spPr>
        <p:txBody>
          <a:bodyPr>
            <a:normAutofit/>
          </a:bodyPr>
          <a:lstStyle>
            <a:lvl1pPr>
              <a:defRPr sz="3600" b="0" baseline="0">
                <a:solidFill>
                  <a:srgbClr val="9900FF"/>
                </a:solidFill>
                <a:latin typeface="Verdana" panose="020B0604030504040204" pitchFamily="34" charset="0"/>
                <a:ea typeface="Verdana" panose="020B0604030504040204" pitchFamily="34" charset="0"/>
                <a:cs typeface="Verdana" panose="020B0604030504040204" pitchFamily="34" charset="0"/>
              </a:defRPr>
            </a:lvl1pPr>
            <a:lvl2pPr marL="914400" indent="-457200">
              <a:buClr>
                <a:srgbClr val="FF9900"/>
              </a:buClr>
              <a:buFont typeface="+mj-lt"/>
              <a:buAutoNum type="arabicPeriod"/>
              <a:defRPr sz="3200"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sz="2800"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sz="2400"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sz="2400"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itle 1"/>
          <p:cNvSpPr>
            <a:spLocks noGrp="1"/>
          </p:cNvSpPr>
          <p:nvPr>
            <p:ph type="title" hasCustomPrompt="1"/>
          </p:nvPr>
        </p:nvSpPr>
        <p:spPr>
          <a:xfrm>
            <a:off x="457200" y="228600"/>
            <a:ext cx="5029200" cy="1143000"/>
          </a:xfrm>
        </p:spPr>
        <p:txBody>
          <a:bodyPr>
            <a:noAutofit/>
          </a:bodyPr>
          <a:lstStyle>
            <a:lvl1pPr algn="l">
              <a:defRPr sz="4400" b="1" baseline="0">
                <a:solidFill>
                  <a:srgbClr val="FF9900"/>
                </a:solidFill>
                <a:latin typeface="Verdana" panose="020B0604030504040204" pitchFamily="34" charset="0"/>
                <a:ea typeface="Verdana" panose="020B0604030504040204" pitchFamily="34" charset="0"/>
                <a:cs typeface="Verdana" panose="020B0604030504040204" pitchFamily="34" charset="0"/>
              </a:defRPr>
            </a:lvl1pPr>
          </a:lstStyle>
          <a:p>
            <a:r>
              <a:rPr lang="en-US" dirty="0" smtClean="0"/>
              <a:t>EXAMPLE</a:t>
            </a:r>
            <a:endParaRPr lang="en-US" dirty="0"/>
          </a:p>
        </p:txBody>
      </p:sp>
    </p:spTree>
    <p:extLst>
      <p:ext uri="{BB962C8B-B14F-4D97-AF65-F5344CB8AC3E}">
        <p14:creationId xmlns:p14="http://schemas.microsoft.com/office/powerpoint/2010/main" val="24346109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I_IT's_Personal">
    <p:spTree>
      <p:nvGrpSpPr>
        <p:cNvPr id="1" name=""/>
        <p:cNvGrpSpPr/>
        <p:nvPr/>
      </p:nvGrpSpPr>
      <p:grpSpPr>
        <a:xfrm>
          <a:off x="0" y="0"/>
          <a:ext cx="0" cy="0"/>
          <a:chOff x="0" y="0"/>
          <a:chExt cx="0" cy="0"/>
        </a:xfrm>
      </p:grpSpPr>
      <p:sp>
        <p:nvSpPr>
          <p:cNvPr id="4" name="Rectangle 3"/>
          <p:cNvSpPr/>
          <p:nvPr userDrawn="1"/>
        </p:nvSpPr>
        <p:spPr>
          <a:xfrm>
            <a:off x="0" y="2057400"/>
            <a:ext cx="9144000" cy="4267200"/>
          </a:xfrm>
          <a:prstGeom prst="rect">
            <a:avLst/>
          </a:prstGeom>
          <a:solidFill>
            <a:srgbClr val="FFFFCC">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457200" y="3200400"/>
            <a:ext cx="7772400" cy="2743200"/>
          </a:xfrm>
        </p:spPr>
        <p:txBody>
          <a:bodyPr>
            <a:normAutofit/>
          </a:bodyPr>
          <a:lstStyle>
            <a:lvl1pPr marL="0" indent="0" algn="l">
              <a:spcBef>
                <a:spcPts val="600"/>
              </a:spcBef>
              <a:spcAft>
                <a:spcPts val="600"/>
              </a:spcAft>
              <a:buNone/>
              <a:defRPr sz="5400"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25" name="Text Placeholder 24"/>
          <p:cNvSpPr>
            <a:spLocks noGrp="1"/>
          </p:cNvSpPr>
          <p:nvPr>
            <p:ph type="body" sz="quarter" idx="15" hasCustomPrompt="1"/>
          </p:nvPr>
        </p:nvSpPr>
        <p:spPr>
          <a:xfrm>
            <a:off x="1295400" y="1219200"/>
            <a:ext cx="7391400" cy="990600"/>
          </a:xfrm>
        </p:spPr>
        <p:txBody>
          <a:bodyPr>
            <a:normAutofit/>
          </a:bodyPr>
          <a:lstStyle>
            <a:lvl1pPr marL="0" indent="0">
              <a:buNone/>
              <a:defRPr sz="5400" b="0" i="0"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smtClean="0"/>
              <a:t>’S PERSONAL:</a:t>
            </a:r>
            <a:endParaRPr lang="en-US" dirty="0"/>
          </a:p>
        </p:txBody>
      </p:sp>
      <p:cxnSp>
        <p:nvCxnSpPr>
          <p:cNvPr id="15" name="Straight Connector 14"/>
          <p:cNvCxnSpPr/>
          <p:nvPr userDrawn="1"/>
        </p:nvCxnSpPr>
        <p:spPr>
          <a:xfrm>
            <a:off x="0" y="20574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8" name="Group 7"/>
          <p:cNvGrpSpPr/>
          <p:nvPr userDrawn="1"/>
        </p:nvGrpSpPr>
        <p:grpSpPr>
          <a:xfrm>
            <a:off x="609600" y="888704"/>
            <a:ext cx="923260" cy="1473496"/>
            <a:chOff x="495300" y="888704"/>
            <a:chExt cx="923260" cy="1473496"/>
          </a:xfrm>
          <a:effectLst>
            <a:outerShdw blurRad="76200" dist="88900" dir="4620000" sx="109000" sy="109000" algn="ctr" rotWithShape="0">
              <a:schemeClr val="bg1">
                <a:lumMod val="65000"/>
                <a:alpha val="19000"/>
              </a:schemeClr>
            </a:outerShdw>
          </a:effectLst>
        </p:grpSpPr>
        <p:sp>
          <p:nvSpPr>
            <p:cNvPr id="5" name="Rectangle 4"/>
            <p:cNvSpPr/>
            <p:nvPr userDrawn="1"/>
          </p:nvSpPr>
          <p:spPr>
            <a:xfrm>
              <a:off x="838200" y="1008888"/>
              <a:ext cx="246888" cy="1353312"/>
            </a:xfrm>
            <a:prstGeom prst="rect">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userDrawn="1"/>
          </p:nvSpPr>
          <p:spPr>
            <a:xfrm>
              <a:off x="495300" y="1219200"/>
              <a:ext cx="246888" cy="1143000"/>
            </a:xfrm>
            <a:prstGeom prst="rect">
              <a:avLst/>
            </a:prstGeom>
            <a:solidFill>
              <a:srgbClr val="99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userDrawn="1"/>
          </p:nvSpPr>
          <p:spPr>
            <a:xfrm rot="5400000">
              <a:off x="847060" y="545804"/>
              <a:ext cx="228600" cy="914400"/>
            </a:xfrm>
            <a:prstGeom prst="rect">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142108297"/>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C692F6-6F2F-4CFD-A777-05649129AE6F}" type="datetimeFigureOut">
              <a:rPr lang="en-US" smtClean="0"/>
              <a:t>10/27/2014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392DC9-9688-4E44-A90B-C333AD8FEA09}" type="slidenum">
              <a:rPr lang="en-US" smtClean="0"/>
              <a:t>‹#›</a:t>
            </a:fld>
            <a:endParaRPr lang="en-US"/>
          </a:p>
        </p:txBody>
      </p:sp>
    </p:spTree>
    <p:extLst>
      <p:ext uri="{BB962C8B-B14F-4D97-AF65-F5344CB8AC3E}">
        <p14:creationId xmlns:p14="http://schemas.microsoft.com/office/powerpoint/2010/main" val="29186416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5" r:id="rId3"/>
    <p:sldLayoutId id="2147483654" r:id="rId4"/>
    <p:sldLayoutId id="2147483662" r:id="rId5"/>
    <p:sldLayoutId id="2147483663" r:id="rId6"/>
    <p:sldLayoutId id="2147483676" r:id="rId7"/>
    <p:sldLayoutId id="2147483677" r:id="rId8"/>
    <p:sldLayoutId id="2147483682" r:id="rId9"/>
    <p:sldLayoutId id="2147483683" r:id="rId10"/>
    <p:sldLayoutId id="2147483664" r:id="rId11"/>
    <p:sldLayoutId id="2147483678" r:id="rId12"/>
    <p:sldLayoutId id="2147483679" r:id="rId13"/>
    <p:sldLayoutId id="2147483680" r:id="rId14"/>
    <p:sldLayoutId id="2147483681" r:id="rId15"/>
  </p:sldLayoutIdLst>
  <p:timing>
    <p:tnLst>
      <p:par>
        <p:cTn id="1" dur="indefinite" restart="never" nodeType="tmRoot"/>
      </p:par>
    </p:tnLst>
  </p:timing>
  <p:txStyles>
    <p:titleStyle>
      <a:lvl1pPr algn="l" defTabSz="914400" rtl="0" eaLnBrk="1" latinLnBrk="0" hangingPunct="1">
        <a:spcBef>
          <a:spcPct val="0"/>
        </a:spcBef>
        <a:buNone/>
        <a:defRPr sz="4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hyperlink" Target="http://www.sugarcrm.com/" TargetMode="External"/><Relationship Id="rId2" Type="http://schemas.openxmlformats.org/officeDocument/2006/relationships/notesSlide" Target="../notesSlides/notesSlide17.xml"/><Relationship Id="rId1" Type="http://schemas.openxmlformats.org/officeDocument/2006/relationships/slideLayout" Target="../slideLayouts/slideLayout9.xml"/><Relationship Id="rId5" Type="http://schemas.openxmlformats.org/officeDocument/2006/relationships/hyperlink" Target="http://www.vtiger.com/" TargetMode="External"/><Relationship Id="rId4" Type="http://schemas.openxmlformats.org/officeDocument/2006/relationships/hyperlink" Target="http://www.concursive.com/"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lstStyle/>
          <a:p>
            <a:r>
              <a:rPr lang="en-US" dirty="0" smtClean="0"/>
              <a:t>12</a:t>
            </a:r>
            <a:endParaRPr lang="en-US" dirty="0"/>
          </a:p>
        </p:txBody>
      </p:sp>
      <p:sp>
        <p:nvSpPr>
          <p:cNvPr id="4" name="Subtitle 3"/>
          <p:cNvSpPr>
            <a:spLocks noGrp="1"/>
          </p:cNvSpPr>
          <p:nvPr>
            <p:ph type="subTitle" idx="1"/>
          </p:nvPr>
        </p:nvSpPr>
        <p:spPr/>
        <p:txBody>
          <a:bodyPr/>
          <a:lstStyle/>
          <a:p>
            <a:r>
              <a:rPr lang="en-US" dirty="0" smtClean="0"/>
              <a:t>Customer Relationship Management</a:t>
            </a:r>
            <a:endParaRPr lang="en-US" dirty="0"/>
          </a:p>
        </p:txBody>
      </p:sp>
    </p:spTree>
    <p:extLst>
      <p:ext uri="{BB962C8B-B14F-4D97-AF65-F5344CB8AC3E}">
        <p14:creationId xmlns:p14="http://schemas.microsoft.com/office/powerpoint/2010/main" val="2495488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sp>
        <p:nvSpPr>
          <p:cNvPr id="5" name="Content Placeholder 4"/>
          <p:cNvSpPr>
            <a:spLocks noGrp="1"/>
          </p:cNvSpPr>
          <p:nvPr>
            <p:ph idx="1"/>
          </p:nvPr>
        </p:nvSpPr>
        <p:spPr/>
        <p:txBody>
          <a:bodyPr/>
          <a:lstStyle/>
          <a:p>
            <a:r>
              <a:rPr lang="en-US" dirty="0" smtClean="0"/>
              <a:t>Defining </a:t>
            </a:r>
            <a:r>
              <a:rPr lang="en-US" dirty="0"/>
              <a:t>Customer Relationship Management</a:t>
            </a:r>
          </a:p>
          <a:p>
            <a:r>
              <a:rPr lang="en-US" dirty="0"/>
              <a:t>Operational Customer Relationship Management Systems</a:t>
            </a:r>
          </a:p>
          <a:p>
            <a:r>
              <a:rPr lang="en-US" dirty="0"/>
              <a:t>Analytical Customer Relationship Management Systems</a:t>
            </a:r>
          </a:p>
          <a:p>
            <a:r>
              <a:rPr lang="en-US" dirty="0"/>
              <a:t>Other Types of Customer Relationship Management Systems</a:t>
            </a:r>
          </a:p>
        </p:txBody>
      </p:sp>
    </p:spTree>
    <p:extLst>
      <p:ext uri="{BB962C8B-B14F-4D97-AF65-F5344CB8AC3E}">
        <p14:creationId xmlns:p14="http://schemas.microsoft.com/office/powerpoint/2010/main" val="2968771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a:bodyPr>
          <a:lstStyle/>
          <a:p>
            <a:r>
              <a:rPr lang="en-US" dirty="0"/>
              <a:t>Identify the primary functions of both customer relationship management (CRM) and collaborative CRM strategies.</a:t>
            </a:r>
          </a:p>
          <a:p>
            <a:r>
              <a:rPr lang="en-US" dirty="0"/>
              <a:t>Describe how businesses might utilize applications of each of the two major components of operational CRM systems.</a:t>
            </a:r>
          </a:p>
          <a:p>
            <a:r>
              <a:rPr lang="en-US" dirty="0"/>
              <a:t>Discuss the </a:t>
            </a:r>
            <a:r>
              <a:rPr lang="en-US" dirty="0" smtClean="0"/>
              <a:t>benefits </a:t>
            </a:r>
            <a:r>
              <a:rPr lang="en-US" dirty="0"/>
              <a:t>of analytical CRM systems to businesses</a:t>
            </a:r>
            <a:r>
              <a:rPr lang="en-US" dirty="0" smtClean="0"/>
              <a:t>.</a:t>
            </a:r>
          </a:p>
        </p:txBody>
      </p:sp>
      <p:sp>
        <p:nvSpPr>
          <p:cNvPr id="5" name="Subtitle 4"/>
          <p:cNvSpPr>
            <a:spLocks noGrp="1"/>
          </p:cNvSpPr>
          <p:nvPr>
            <p:ph type="subTitle" idx="13"/>
          </p:nvPr>
        </p:nvSpPr>
        <p:spPr/>
        <p:txBody>
          <a:bodyPr/>
          <a:lstStyle/>
          <a:p>
            <a:endParaRPr lang="en-US"/>
          </a:p>
        </p:txBody>
      </p:sp>
    </p:spTree>
    <p:extLst>
      <p:ext uri="{BB962C8B-B14F-4D97-AF65-F5344CB8AC3E}">
        <p14:creationId xmlns:p14="http://schemas.microsoft.com/office/powerpoint/2010/main" val="5260035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a:bodyPr>
          <a:lstStyle/>
          <a:p>
            <a:pPr>
              <a:buFont typeface="+mj-lt"/>
              <a:buAutoNum type="arabicPeriod" startAt="4"/>
            </a:pPr>
            <a:r>
              <a:rPr lang="en-US" dirty="0" smtClean="0"/>
              <a:t>Explain the advantages and disadvantages of mobile CRM systems, on-demand CRM systems, and open-source CRM systems.</a:t>
            </a:r>
            <a:endParaRPr lang="en-US" dirty="0"/>
          </a:p>
        </p:txBody>
      </p:sp>
      <p:sp>
        <p:nvSpPr>
          <p:cNvPr id="5" name="Subtitle 4"/>
          <p:cNvSpPr>
            <a:spLocks noGrp="1"/>
          </p:cNvSpPr>
          <p:nvPr>
            <p:ph type="subTitle" idx="13"/>
          </p:nvPr>
        </p:nvSpPr>
        <p:spPr/>
        <p:txBody>
          <a:bodyPr/>
          <a:lstStyle/>
          <a:p>
            <a:endParaRPr lang="en-US"/>
          </a:p>
        </p:txBody>
      </p:sp>
    </p:spTree>
    <p:extLst>
      <p:ext uri="{BB962C8B-B14F-4D97-AF65-F5344CB8AC3E}">
        <p14:creationId xmlns:p14="http://schemas.microsoft.com/office/powerpoint/2010/main" val="14747773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lstStyle/>
          <a:p>
            <a:r>
              <a:rPr lang="en-US" dirty="0" smtClean="0"/>
              <a:t>Rating Online </a:t>
            </a:r>
            <a:r>
              <a:rPr lang="en-US" dirty="0" smtClean="0"/>
              <a:t/>
            </a:r>
            <a:br>
              <a:rPr lang="en-US" dirty="0" smtClean="0"/>
            </a:br>
            <a:r>
              <a:rPr lang="en-US" dirty="0" smtClean="0"/>
              <a:t>Customer </a:t>
            </a:r>
            <a:r>
              <a:rPr lang="en-US" dirty="0" smtClean="0"/>
              <a:t>Service</a:t>
            </a:r>
          </a:p>
          <a:p>
            <a:pPr lvl="1"/>
            <a:r>
              <a:rPr lang="en-US" dirty="0"/>
              <a:t>Why is it so valuable for </a:t>
            </a:r>
            <a:r>
              <a:rPr lang="en-US" dirty="0" smtClean="0"/>
              <a:t/>
            </a:r>
            <a:br>
              <a:rPr lang="en-US" dirty="0" smtClean="0"/>
            </a:br>
            <a:r>
              <a:rPr lang="en-US" dirty="0" smtClean="0"/>
              <a:t>an </a:t>
            </a:r>
            <a:r>
              <a:rPr lang="en-US" dirty="0"/>
              <a:t>online retailer to be </a:t>
            </a:r>
            <a:r>
              <a:rPr lang="en-US" dirty="0" smtClean="0"/>
              <a:t/>
            </a:r>
            <a:br>
              <a:rPr lang="en-US" dirty="0" smtClean="0"/>
            </a:br>
            <a:r>
              <a:rPr lang="en-US" dirty="0" smtClean="0"/>
              <a:t>able </a:t>
            </a:r>
            <a:r>
              <a:rPr lang="en-US" dirty="0"/>
              <a:t>to post </a:t>
            </a:r>
            <a:r>
              <a:rPr lang="en-US" dirty="0" smtClean="0"/>
              <a:t/>
            </a:r>
            <a:br>
              <a:rPr lang="en-US" dirty="0" smtClean="0"/>
            </a:br>
            <a:r>
              <a:rPr lang="en-US" dirty="0" err="1" smtClean="0"/>
              <a:t>StellaService’s</a:t>
            </a:r>
            <a:r>
              <a:rPr lang="en-US" dirty="0" smtClean="0"/>
              <a:t> </a:t>
            </a:r>
            <a:r>
              <a:rPr lang="en-US" dirty="0"/>
              <a:t>seal of </a:t>
            </a:r>
            <a:r>
              <a:rPr lang="en-US" dirty="0" smtClean="0"/>
              <a:t/>
            </a:r>
            <a:br>
              <a:rPr lang="en-US" dirty="0" smtClean="0"/>
            </a:br>
            <a:r>
              <a:rPr lang="en-US" dirty="0" smtClean="0"/>
              <a:t>approval </a:t>
            </a:r>
            <a:r>
              <a:rPr lang="en-US" dirty="0"/>
              <a:t>on its Web site and advertising materials?</a:t>
            </a:r>
          </a:p>
          <a:p>
            <a:pPr lvl="1"/>
            <a:r>
              <a:rPr lang="en-US" dirty="0"/>
              <a:t>Why doesn’t </a:t>
            </a:r>
            <a:r>
              <a:rPr lang="en-US" dirty="0" err="1"/>
              <a:t>StellaService</a:t>
            </a:r>
            <a:r>
              <a:rPr lang="en-US" dirty="0"/>
              <a:t> provide the same service for bricks-and-mortar retailers?</a:t>
            </a:r>
          </a:p>
        </p:txBody>
      </p:sp>
      <p:sp>
        <p:nvSpPr>
          <p:cNvPr id="4" name="Title 3"/>
          <p:cNvSpPr>
            <a:spLocks noGrp="1"/>
          </p:cNvSpPr>
          <p:nvPr>
            <p:ph type="title"/>
          </p:nvPr>
        </p:nvSpPr>
        <p:spPr/>
        <p:txBody>
          <a:bodyPr/>
          <a:lstStyle/>
          <a:p>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1200" y="1295400"/>
            <a:ext cx="3009900" cy="2266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963672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92500" lnSpcReduction="20000"/>
          </a:bodyPr>
          <a:lstStyle/>
          <a:p>
            <a:r>
              <a:rPr lang="en-US" dirty="0" smtClean="0"/>
              <a:t>Defining Customer Relationship Management</a:t>
            </a:r>
            <a:endParaRPr lang="en-US" dirty="0"/>
          </a:p>
        </p:txBody>
      </p:sp>
      <p:sp>
        <p:nvSpPr>
          <p:cNvPr id="5" name="Text Placeholder 4"/>
          <p:cNvSpPr>
            <a:spLocks noGrp="1"/>
          </p:cNvSpPr>
          <p:nvPr>
            <p:ph type="body" sz="quarter" idx="14"/>
          </p:nvPr>
        </p:nvSpPr>
        <p:spPr/>
        <p:txBody>
          <a:bodyPr/>
          <a:lstStyle/>
          <a:p>
            <a:r>
              <a:rPr lang="en-US" dirty="0" smtClean="0"/>
              <a:t>12.1</a:t>
            </a:r>
            <a:endParaRPr lang="en-US" dirty="0"/>
          </a:p>
        </p:txBody>
      </p:sp>
      <p:sp>
        <p:nvSpPr>
          <p:cNvPr id="6" name="Content Placeholder 5"/>
          <p:cNvSpPr>
            <a:spLocks noGrp="1"/>
          </p:cNvSpPr>
          <p:nvPr>
            <p:ph sz="quarter" idx="15"/>
          </p:nvPr>
        </p:nvSpPr>
        <p:spPr/>
        <p:txBody>
          <a:bodyPr>
            <a:normAutofit/>
          </a:bodyPr>
          <a:lstStyle/>
          <a:p>
            <a:r>
              <a:rPr lang="en-US" dirty="0" smtClean="0"/>
              <a:t>Customer Touch Points</a:t>
            </a:r>
          </a:p>
          <a:p>
            <a:r>
              <a:rPr lang="en-US" dirty="0" smtClean="0"/>
              <a:t>Data Consolidation</a:t>
            </a:r>
          </a:p>
          <a:p>
            <a:endParaRPr lang="en-US" dirty="0"/>
          </a:p>
        </p:txBody>
      </p:sp>
    </p:spTree>
    <p:extLst>
      <p:ext uri="{BB962C8B-B14F-4D97-AF65-F5344CB8AC3E}">
        <p14:creationId xmlns:p14="http://schemas.microsoft.com/office/powerpoint/2010/main" val="10888372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5"/>
          </p:nvPr>
        </p:nvSpPr>
        <p:spPr/>
        <p:txBody>
          <a:bodyPr/>
          <a:lstStyle/>
          <a:p>
            <a:r>
              <a:rPr lang="en-US" dirty="0" smtClean="0"/>
              <a:t>’S ABOUT BUSINESS 12.1</a:t>
            </a:r>
            <a:endParaRPr lang="en-US" dirty="0"/>
          </a:p>
        </p:txBody>
      </p:sp>
      <p:sp>
        <p:nvSpPr>
          <p:cNvPr id="4" name="Subtitle 3"/>
          <p:cNvSpPr>
            <a:spLocks noGrp="1"/>
          </p:cNvSpPr>
          <p:nvPr>
            <p:ph sz="quarter" idx="16"/>
          </p:nvPr>
        </p:nvSpPr>
        <p:spPr/>
        <p:txBody>
          <a:bodyPr>
            <a:normAutofit/>
          </a:bodyPr>
          <a:lstStyle/>
          <a:p>
            <a:r>
              <a:rPr lang="en-US" dirty="0" smtClean="0"/>
              <a:t>Amazon: Truly </a:t>
            </a:r>
            <a:r>
              <a:rPr lang="en-US" dirty="0" smtClean="0"/>
              <a:t/>
            </a:r>
            <a:br>
              <a:rPr lang="en-US" dirty="0" smtClean="0"/>
            </a:br>
            <a:r>
              <a:rPr lang="en-US" dirty="0" smtClean="0"/>
              <a:t>Superb </a:t>
            </a:r>
            <a:r>
              <a:rPr lang="en-US" dirty="0" smtClean="0"/>
              <a:t>Customer </a:t>
            </a:r>
            <a:r>
              <a:rPr lang="en-US" dirty="0" smtClean="0"/>
              <a:t/>
            </a:r>
            <a:br>
              <a:rPr lang="en-US" dirty="0" smtClean="0"/>
            </a:br>
            <a:r>
              <a:rPr lang="en-US" dirty="0" smtClean="0"/>
              <a:t>Service</a:t>
            </a:r>
            <a:endParaRPr lang="en-US" dirty="0" smtClean="0"/>
          </a:p>
          <a:p>
            <a:pPr lvl="1"/>
            <a:r>
              <a:rPr lang="en-US" dirty="0"/>
              <a:t>Describe the advantages </a:t>
            </a:r>
            <a:r>
              <a:rPr lang="en-US" dirty="0" smtClean="0"/>
              <a:t/>
            </a:r>
            <a:br>
              <a:rPr lang="en-US" dirty="0" smtClean="0"/>
            </a:br>
            <a:r>
              <a:rPr lang="en-US" dirty="0" smtClean="0"/>
              <a:t>that </a:t>
            </a:r>
            <a:r>
              <a:rPr lang="en-US" dirty="0"/>
              <a:t>Amazon has over </a:t>
            </a:r>
            <a:r>
              <a:rPr lang="en-US" dirty="0" smtClean="0"/>
              <a:t>bricks-and-mortar </a:t>
            </a:r>
            <a:r>
              <a:rPr lang="en-US" dirty="0"/>
              <a:t>retailers.</a:t>
            </a:r>
          </a:p>
          <a:p>
            <a:pPr lvl="1"/>
            <a:r>
              <a:rPr lang="en-US" dirty="0"/>
              <a:t>Describe the many facets of Amazon’s relentless focus on customer relationship management.</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9800" y="1524000"/>
            <a:ext cx="2581275" cy="2066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049243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Figure 12.1: CRM Process</a:t>
            </a:r>
            <a:endParaRPr lang="en-US" dirty="0"/>
          </a:p>
        </p:txBody>
      </p:sp>
      <p:pic>
        <p:nvPicPr>
          <p:cNvPr id="3074" name="Picture 2"/>
          <p:cNvPicPr>
            <a:picLocks noGrp="1" noChangeAspect="1" noChangeArrowheads="1"/>
          </p:cNvPicPr>
          <p:nvPr>
            <p:ph sz="quarter" idx="15"/>
          </p:nvPr>
        </p:nvPicPr>
        <p:blipFill>
          <a:blip r:embed="rId2">
            <a:extLst>
              <a:ext uri="{28A0092B-C50C-407E-A947-70E740481C1C}">
                <a14:useLocalDpi xmlns:a14="http://schemas.microsoft.com/office/drawing/2010/main" val="0"/>
              </a:ext>
            </a:extLst>
          </a:blip>
          <a:srcRect/>
          <a:stretch>
            <a:fillRect/>
          </a:stretch>
        </p:blipFill>
        <p:spPr bwMode="auto">
          <a:xfrm>
            <a:off x="1494536" y="1524000"/>
            <a:ext cx="6078728" cy="472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44906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lnSpcReduction="10000"/>
          </a:bodyPr>
          <a:lstStyle/>
          <a:p>
            <a:r>
              <a:rPr lang="en-US" dirty="0" smtClean="0"/>
              <a:t>Figure 12.2: Customer </a:t>
            </a:r>
            <a:r>
              <a:rPr lang="en-US" dirty="0" err="1" smtClean="0"/>
              <a:t>Touchpoints</a:t>
            </a:r>
            <a:endParaRPr lang="en-US" dirty="0"/>
          </a:p>
        </p:txBody>
      </p:sp>
      <p:pic>
        <p:nvPicPr>
          <p:cNvPr id="4098" name="Picture 2"/>
          <p:cNvPicPr>
            <a:picLocks noGrp="1" noChangeAspect="1" noChangeArrowheads="1"/>
          </p:cNvPicPr>
          <p:nvPr>
            <p:ph sz="quarter" idx="15"/>
          </p:nvPr>
        </p:nvPicPr>
        <p:blipFill>
          <a:blip r:embed="rId2">
            <a:extLst>
              <a:ext uri="{28A0092B-C50C-407E-A947-70E740481C1C}">
                <a14:useLocalDpi xmlns:a14="http://schemas.microsoft.com/office/drawing/2010/main" val="0"/>
              </a:ext>
            </a:extLst>
          </a:blip>
          <a:srcRect/>
          <a:stretch>
            <a:fillRect/>
          </a:stretch>
        </p:blipFill>
        <p:spPr bwMode="auto">
          <a:xfrm>
            <a:off x="1295400" y="1524000"/>
            <a:ext cx="5621351" cy="472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4200" y="4800600"/>
            <a:ext cx="2095500" cy="1457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085921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92500" lnSpcReduction="20000"/>
          </a:bodyPr>
          <a:lstStyle/>
          <a:p>
            <a:r>
              <a:rPr lang="en-US" dirty="0" smtClean="0"/>
              <a:t>Operational Customer Relationship Management System</a:t>
            </a:r>
            <a:endParaRPr lang="en-US" dirty="0"/>
          </a:p>
        </p:txBody>
      </p:sp>
      <p:sp>
        <p:nvSpPr>
          <p:cNvPr id="5" name="Text Placeholder 4"/>
          <p:cNvSpPr>
            <a:spLocks noGrp="1"/>
          </p:cNvSpPr>
          <p:nvPr>
            <p:ph type="body" sz="quarter" idx="14"/>
          </p:nvPr>
        </p:nvSpPr>
        <p:spPr/>
        <p:txBody>
          <a:bodyPr/>
          <a:lstStyle/>
          <a:p>
            <a:r>
              <a:rPr lang="en-US" dirty="0" smtClean="0"/>
              <a:t>12.2</a:t>
            </a:r>
            <a:endParaRPr lang="en-US" dirty="0"/>
          </a:p>
        </p:txBody>
      </p:sp>
      <p:sp>
        <p:nvSpPr>
          <p:cNvPr id="6" name="Content Placeholder 5"/>
          <p:cNvSpPr>
            <a:spLocks noGrp="1"/>
          </p:cNvSpPr>
          <p:nvPr>
            <p:ph sz="quarter" idx="15"/>
          </p:nvPr>
        </p:nvSpPr>
        <p:spPr/>
        <p:txBody>
          <a:bodyPr>
            <a:normAutofit/>
          </a:bodyPr>
          <a:lstStyle/>
          <a:p>
            <a:r>
              <a:rPr lang="en-US" dirty="0" smtClean="0"/>
              <a:t>Customer-Facing Applications</a:t>
            </a:r>
          </a:p>
          <a:p>
            <a:r>
              <a:rPr lang="en-US" dirty="0" smtClean="0"/>
              <a:t>Customer-Touching Applications</a:t>
            </a:r>
          </a:p>
          <a:p>
            <a:endParaRPr lang="en-US" dirty="0" smtClean="0"/>
          </a:p>
          <a:p>
            <a:endParaRPr lang="en-US" dirty="0"/>
          </a:p>
        </p:txBody>
      </p:sp>
    </p:spTree>
    <p:extLst>
      <p:ext uri="{BB962C8B-B14F-4D97-AF65-F5344CB8AC3E}">
        <p14:creationId xmlns:p14="http://schemas.microsoft.com/office/powerpoint/2010/main" val="8349548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smtClean="0"/>
              <a:t>Customer Facing Applications</a:t>
            </a:r>
            <a:endParaRPr lang="en-US" dirty="0"/>
          </a:p>
        </p:txBody>
      </p:sp>
      <p:sp>
        <p:nvSpPr>
          <p:cNvPr id="6" name="Content Placeholder 5"/>
          <p:cNvSpPr>
            <a:spLocks noGrp="1"/>
          </p:cNvSpPr>
          <p:nvPr>
            <p:ph sz="quarter" idx="15"/>
          </p:nvPr>
        </p:nvSpPr>
        <p:spPr/>
        <p:txBody>
          <a:bodyPr/>
          <a:lstStyle/>
          <a:p>
            <a:r>
              <a:rPr lang="en-US" dirty="0" smtClean="0"/>
              <a:t>Customer Service and Support</a:t>
            </a:r>
          </a:p>
          <a:p>
            <a:r>
              <a:rPr lang="en-US" dirty="0" smtClean="0"/>
              <a:t>Sales Force Automation</a:t>
            </a:r>
          </a:p>
          <a:p>
            <a:r>
              <a:rPr lang="en-US" dirty="0" smtClean="0"/>
              <a:t>Marketing</a:t>
            </a:r>
          </a:p>
          <a:p>
            <a:r>
              <a:rPr lang="en-US" dirty="0" smtClean="0"/>
              <a:t>Campaign Management</a:t>
            </a:r>
            <a:endParaRPr lang="en-US" dirty="0"/>
          </a:p>
        </p:txBody>
      </p:sp>
    </p:spTree>
    <p:extLst>
      <p:ext uri="{BB962C8B-B14F-4D97-AF65-F5344CB8AC3E}">
        <p14:creationId xmlns:p14="http://schemas.microsoft.com/office/powerpoint/2010/main" val="32340116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92500"/>
          </a:bodyPr>
          <a:lstStyle/>
          <a:p>
            <a:r>
              <a:rPr lang="en-US" dirty="0" smtClean="0"/>
              <a:t>Customer Facing Applications: Customer </a:t>
            </a:r>
            <a:r>
              <a:rPr lang="en-US" dirty="0"/>
              <a:t>Service </a:t>
            </a:r>
            <a:r>
              <a:rPr lang="en-US" dirty="0" smtClean="0"/>
              <a:t>&amp; Support</a:t>
            </a:r>
            <a:endParaRPr lang="en-US" dirty="0"/>
          </a:p>
        </p:txBody>
      </p:sp>
      <p:sp>
        <p:nvSpPr>
          <p:cNvPr id="5" name="Content Placeholder 4"/>
          <p:cNvSpPr>
            <a:spLocks noGrp="1"/>
          </p:cNvSpPr>
          <p:nvPr>
            <p:ph sz="quarter" idx="15"/>
          </p:nvPr>
        </p:nvSpPr>
        <p:spPr/>
        <p:txBody>
          <a:bodyPr>
            <a:normAutofit/>
          </a:bodyPr>
          <a:lstStyle/>
          <a:p>
            <a:r>
              <a:rPr lang="en-US" dirty="0"/>
              <a:t>Customer Interaction Centers (CIC</a:t>
            </a:r>
            <a:r>
              <a:rPr lang="en-US" dirty="0" smtClean="0"/>
              <a:t>)</a:t>
            </a:r>
          </a:p>
          <a:p>
            <a:r>
              <a:rPr lang="en-US" dirty="0" smtClean="0"/>
              <a:t>Call Center</a:t>
            </a:r>
          </a:p>
          <a:p>
            <a:r>
              <a:rPr lang="en-US" dirty="0" err="1" smtClean="0"/>
              <a:t>Oubound</a:t>
            </a:r>
            <a:r>
              <a:rPr lang="en-US" dirty="0" smtClean="0"/>
              <a:t> Telesales</a:t>
            </a:r>
          </a:p>
          <a:p>
            <a:r>
              <a:rPr lang="en-US" dirty="0" smtClean="0"/>
              <a:t>Inbound </a:t>
            </a:r>
            <a:r>
              <a:rPr lang="en-US" dirty="0" err="1" smtClean="0"/>
              <a:t>Teleservice</a:t>
            </a:r>
            <a:endParaRPr lang="en-US" dirty="0" smtClean="0"/>
          </a:p>
          <a:p>
            <a:r>
              <a:rPr lang="en-US" dirty="0" smtClean="0"/>
              <a:t>Information </a:t>
            </a:r>
            <a:r>
              <a:rPr lang="en-US" dirty="0"/>
              <a:t>Help </a:t>
            </a:r>
            <a:r>
              <a:rPr lang="en-US" dirty="0" smtClean="0"/>
              <a:t>Desk</a:t>
            </a:r>
          </a:p>
          <a:p>
            <a:r>
              <a:rPr lang="en-US" dirty="0" smtClean="0"/>
              <a:t>Live Chat</a:t>
            </a:r>
            <a:endParaRPr lang="en-US" dirty="0"/>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3352800"/>
            <a:ext cx="2943225" cy="2532909"/>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7119061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92500"/>
          </a:bodyPr>
          <a:lstStyle/>
          <a:p>
            <a:r>
              <a:rPr lang="en-US" dirty="0"/>
              <a:t>Customer Facing Applications: </a:t>
            </a:r>
            <a:r>
              <a:rPr lang="en-US" dirty="0" smtClean="0"/>
              <a:t> Sales </a:t>
            </a:r>
            <a:r>
              <a:rPr lang="en-US" dirty="0"/>
              <a:t>Force </a:t>
            </a:r>
            <a:r>
              <a:rPr lang="en-US" dirty="0" smtClean="0"/>
              <a:t>Automation</a:t>
            </a:r>
            <a:endParaRPr lang="en-US" dirty="0"/>
          </a:p>
        </p:txBody>
      </p:sp>
      <p:sp>
        <p:nvSpPr>
          <p:cNvPr id="5" name="Content Placeholder 4"/>
          <p:cNvSpPr>
            <a:spLocks noGrp="1"/>
          </p:cNvSpPr>
          <p:nvPr>
            <p:ph sz="quarter" idx="15"/>
          </p:nvPr>
        </p:nvSpPr>
        <p:spPr/>
        <p:txBody>
          <a:bodyPr>
            <a:normAutofit/>
          </a:bodyPr>
          <a:lstStyle/>
          <a:p>
            <a:r>
              <a:rPr lang="en-US" dirty="0"/>
              <a:t>Contact Management </a:t>
            </a:r>
            <a:r>
              <a:rPr lang="en-US" dirty="0" smtClean="0"/>
              <a:t>System</a:t>
            </a:r>
          </a:p>
          <a:p>
            <a:r>
              <a:rPr lang="en-US" dirty="0" smtClean="0"/>
              <a:t>Sales </a:t>
            </a:r>
            <a:r>
              <a:rPr lang="en-US" dirty="0"/>
              <a:t>Lead Tracking </a:t>
            </a:r>
            <a:r>
              <a:rPr lang="en-US" dirty="0" smtClean="0"/>
              <a:t>System</a:t>
            </a:r>
          </a:p>
          <a:p>
            <a:r>
              <a:rPr lang="en-US" dirty="0" smtClean="0"/>
              <a:t>Sales </a:t>
            </a:r>
            <a:r>
              <a:rPr lang="en-US" dirty="0"/>
              <a:t>Forecasting </a:t>
            </a:r>
            <a:r>
              <a:rPr lang="en-US" dirty="0" smtClean="0"/>
              <a:t>System</a:t>
            </a:r>
          </a:p>
          <a:p>
            <a:r>
              <a:rPr lang="en-US" dirty="0" smtClean="0"/>
              <a:t>Product </a:t>
            </a:r>
            <a:r>
              <a:rPr lang="en-US" dirty="0"/>
              <a:t>Knowledge </a:t>
            </a:r>
            <a:r>
              <a:rPr lang="en-US" dirty="0" smtClean="0"/>
              <a:t>System</a:t>
            </a:r>
          </a:p>
          <a:p>
            <a:r>
              <a:rPr lang="en-US" dirty="0" smtClean="0"/>
              <a:t>Configurator</a:t>
            </a:r>
            <a:endParaRPr lang="en-US" dirty="0"/>
          </a:p>
        </p:txBody>
      </p:sp>
    </p:spTree>
    <p:extLst>
      <p:ext uri="{BB962C8B-B14F-4D97-AF65-F5344CB8AC3E}">
        <p14:creationId xmlns:p14="http://schemas.microsoft.com/office/powerpoint/2010/main" val="8532204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a:bodyPr>
          <a:lstStyle/>
          <a:p>
            <a:r>
              <a:rPr lang="en-US" dirty="0"/>
              <a:t>Customer Facing Applications: </a:t>
            </a:r>
            <a:r>
              <a:rPr lang="en-US" dirty="0" smtClean="0"/>
              <a:t>Marketing</a:t>
            </a:r>
            <a:endParaRPr lang="en-US" dirty="0"/>
          </a:p>
        </p:txBody>
      </p:sp>
      <p:sp>
        <p:nvSpPr>
          <p:cNvPr id="5" name="Content Placeholder 4"/>
          <p:cNvSpPr>
            <a:spLocks noGrp="1"/>
          </p:cNvSpPr>
          <p:nvPr>
            <p:ph sz="quarter" idx="15"/>
          </p:nvPr>
        </p:nvSpPr>
        <p:spPr/>
        <p:txBody>
          <a:bodyPr>
            <a:normAutofit/>
          </a:bodyPr>
          <a:lstStyle/>
          <a:p>
            <a:r>
              <a:rPr lang="en-US" dirty="0"/>
              <a:t>Data </a:t>
            </a:r>
            <a:r>
              <a:rPr lang="en-US" dirty="0" smtClean="0"/>
              <a:t>Mining</a:t>
            </a:r>
          </a:p>
          <a:p>
            <a:r>
              <a:rPr lang="en-US" dirty="0" smtClean="0"/>
              <a:t>Cross-Selling</a:t>
            </a:r>
          </a:p>
          <a:p>
            <a:r>
              <a:rPr lang="en-US" dirty="0" smtClean="0"/>
              <a:t>Upselling</a:t>
            </a:r>
          </a:p>
          <a:p>
            <a:r>
              <a:rPr lang="en-US" dirty="0" smtClean="0"/>
              <a:t>Bundling</a:t>
            </a:r>
            <a:endParaRPr lang="en-US" dirty="0"/>
          </a:p>
        </p:txBody>
      </p:sp>
    </p:spTree>
    <p:extLst>
      <p:ext uri="{BB962C8B-B14F-4D97-AF65-F5344CB8AC3E}">
        <p14:creationId xmlns:p14="http://schemas.microsoft.com/office/powerpoint/2010/main" val="8532204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92500"/>
          </a:bodyPr>
          <a:lstStyle/>
          <a:p>
            <a:r>
              <a:rPr lang="en-US" dirty="0"/>
              <a:t>Customer Facing Applications: </a:t>
            </a:r>
            <a:r>
              <a:rPr lang="en-US" dirty="0" smtClean="0"/>
              <a:t>Campaign Management</a:t>
            </a:r>
            <a:endParaRPr lang="en-US" dirty="0"/>
          </a:p>
        </p:txBody>
      </p:sp>
      <p:sp>
        <p:nvSpPr>
          <p:cNvPr id="5" name="Content Placeholder 4"/>
          <p:cNvSpPr>
            <a:spLocks noGrp="1"/>
          </p:cNvSpPr>
          <p:nvPr>
            <p:ph sz="quarter" idx="15"/>
          </p:nvPr>
        </p:nvSpPr>
        <p:spPr/>
        <p:txBody>
          <a:bodyPr/>
          <a:lstStyle/>
          <a:p>
            <a:r>
              <a:rPr lang="en-US" dirty="0" smtClean="0"/>
              <a:t>Campaign Planning</a:t>
            </a:r>
          </a:p>
          <a:p>
            <a:pPr lvl="1"/>
            <a:r>
              <a:rPr lang="en-US" dirty="0" smtClean="0"/>
              <a:t>Right messages</a:t>
            </a:r>
          </a:p>
          <a:p>
            <a:pPr lvl="1"/>
            <a:r>
              <a:rPr lang="en-US" dirty="0" smtClean="0"/>
              <a:t>Right people</a:t>
            </a:r>
          </a:p>
          <a:p>
            <a:pPr lvl="1"/>
            <a:r>
              <a:rPr lang="en-US" dirty="0" smtClean="0"/>
              <a:t>Right channels</a:t>
            </a:r>
          </a:p>
          <a:p>
            <a:pPr lvl="1"/>
            <a:r>
              <a:rPr lang="en-US" dirty="0" smtClean="0"/>
              <a:t>Marketing communications opt-out</a:t>
            </a:r>
            <a:endParaRPr lang="en-US" dirty="0"/>
          </a:p>
        </p:txBody>
      </p:sp>
    </p:spTree>
    <p:extLst>
      <p:ext uri="{BB962C8B-B14F-4D97-AF65-F5344CB8AC3E}">
        <p14:creationId xmlns:p14="http://schemas.microsoft.com/office/powerpoint/2010/main" val="8532204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smtClean="0"/>
              <a:t>Customer Touching Applications</a:t>
            </a:r>
            <a:endParaRPr lang="en-US" dirty="0"/>
          </a:p>
        </p:txBody>
      </p:sp>
      <p:sp>
        <p:nvSpPr>
          <p:cNvPr id="6" name="Content Placeholder 5"/>
          <p:cNvSpPr>
            <a:spLocks noGrp="1"/>
          </p:cNvSpPr>
          <p:nvPr>
            <p:ph sz="quarter" idx="15"/>
          </p:nvPr>
        </p:nvSpPr>
        <p:spPr/>
        <p:txBody>
          <a:bodyPr>
            <a:normAutofit fontScale="85000" lnSpcReduction="20000"/>
          </a:bodyPr>
          <a:lstStyle/>
          <a:p>
            <a:r>
              <a:rPr lang="en-US" dirty="0" smtClean="0"/>
              <a:t>Search &amp; Comparison Capabilities</a:t>
            </a:r>
          </a:p>
          <a:p>
            <a:r>
              <a:rPr lang="en-US" dirty="0" smtClean="0"/>
              <a:t>Technical </a:t>
            </a:r>
            <a:r>
              <a:rPr lang="en-US" dirty="0"/>
              <a:t>and Other Information and </a:t>
            </a:r>
            <a:r>
              <a:rPr lang="en-US" dirty="0" smtClean="0"/>
              <a:t>Services</a:t>
            </a:r>
          </a:p>
          <a:p>
            <a:r>
              <a:rPr lang="en-US" dirty="0" smtClean="0"/>
              <a:t>Customized </a:t>
            </a:r>
            <a:r>
              <a:rPr lang="en-US" dirty="0"/>
              <a:t>Products and </a:t>
            </a:r>
            <a:r>
              <a:rPr lang="en-US" dirty="0" smtClean="0"/>
              <a:t>Services</a:t>
            </a:r>
          </a:p>
          <a:p>
            <a:r>
              <a:rPr lang="en-US" dirty="0" smtClean="0"/>
              <a:t>Mass Customization</a:t>
            </a:r>
          </a:p>
          <a:p>
            <a:r>
              <a:rPr lang="en-US" dirty="0" smtClean="0"/>
              <a:t>Personalized </a:t>
            </a:r>
            <a:r>
              <a:rPr lang="en-US" dirty="0"/>
              <a:t>Web </a:t>
            </a:r>
            <a:r>
              <a:rPr lang="en-US" dirty="0" smtClean="0"/>
              <a:t>Pages</a:t>
            </a:r>
          </a:p>
          <a:p>
            <a:r>
              <a:rPr lang="en-US" dirty="0" smtClean="0"/>
              <a:t>Frequently </a:t>
            </a:r>
            <a:r>
              <a:rPr lang="en-US" dirty="0"/>
              <a:t>Asked Questions (</a:t>
            </a:r>
            <a:r>
              <a:rPr lang="en-US" dirty="0" smtClean="0"/>
              <a:t>FAQs)</a:t>
            </a:r>
            <a:endParaRPr lang="en-US" dirty="0"/>
          </a:p>
          <a:p>
            <a:r>
              <a:rPr lang="en-US" dirty="0"/>
              <a:t>E-mail and Automated </a:t>
            </a:r>
            <a:r>
              <a:rPr lang="en-US" dirty="0" smtClean="0"/>
              <a:t>Response</a:t>
            </a:r>
          </a:p>
          <a:p>
            <a:r>
              <a:rPr lang="en-US" dirty="0" smtClean="0"/>
              <a:t>Loyalty Programs</a:t>
            </a:r>
            <a:endParaRPr lang="en-US" dirty="0"/>
          </a:p>
        </p:txBody>
      </p:sp>
    </p:spTree>
    <p:extLst>
      <p:ext uri="{BB962C8B-B14F-4D97-AF65-F5344CB8AC3E}">
        <p14:creationId xmlns:p14="http://schemas.microsoft.com/office/powerpoint/2010/main" val="33265501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85000" lnSpcReduction="10000"/>
          </a:bodyPr>
          <a:lstStyle/>
          <a:p>
            <a:r>
              <a:rPr lang="en-US" dirty="0" smtClean="0"/>
              <a:t>Analytical Customer Relationship Management (CRM) Systems</a:t>
            </a:r>
            <a:endParaRPr lang="en-US" dirty="0"/>
          </a:p>
        </p:txBody>
      </p:sp>
      <p:sp>
        <p:nvSpPr>
          <p:cNvPr id="5" name="Text Placeholder 4"/>
          <p:cNvSpPr>
            <a:spLocks noGrp="1"/>
          </p:cNvSpPr>
          <p:nvPr>
            <p:ph type="body" sz="quarter" idx="14"/>
          </p:nvPr>
        </p:nvSpPr>
        <p:spPr/>
        <p:txBody>
          <a:bodyPr/>
          <a:lstStyle/>
          <a:p>
            <a:r>
              <a:rPr lang="en-US" dirty="0" smtClean="0"/>
              <a:t>12.3</a:t>
            </a:r>
            <a:endParaRPr lang="en-US" dirty="0"/>
          </a:p>
        </p:txBody>
      </p:sp>
      <p:sp>
        <p:nvSpPr>
          <p:cNvPr id="6" name="Content Placeholder 5"/>
          <p:cNvSpPr>
            <a:spLocks noGrp="1"/>
          </p:cNvSpPr>
          <p:nvPr>
            <p:ph sz="quarter" idx="15"/>
          </p:nvPr>
        </p:nvSpPr>
        <p:spPr/>
        <p:txBody>
          <a:bodyPr>
            <a:normAutofit fontScale="85000" lnSpcReduction="10000"/>
          </a:bodyPr>
          <a:lstStyle/>
          <a:p>
            <a:pPr marL="0" indent="0">
              <a:buNone/>
            </a:pPr>
            <a:r>
              <a:rPr lang="en-US" b="1" dirty="0"/>
              <a:t>Analytical CRM Systems Analyze Customer Data for:</a:t>
            </a:r>
          </a:p>
          <a:p>
            <a:r>
              <a:rPr lang="en-US" dirty="0" smtClean="0"/>
              <a:t>Targeted </a:t>
            </a:r>
            <a:r>
              <a:rPr lang="en-US" dirty="0"/>
              <a:t>marketing campaigns</a:t>
            </a:r>
          </a:p>
          <a:p>
            <a:r>
              <a:rPr lang="en-US" dirty="0"/>
              <a:t>Increasing customer acquisition, cross-selling, and upselling</a:t>
            </a:r>
          </a:p>
          <a:p>
            <a:r>
              <a:rPr lang="en-US" dirty="0" smtClean="0"/>
              <a:t>Products </a:t>
            </a:r>
            <a:r>
              <a:rPr lang="en-US" dirty="0"/>
              <a:t>and services </a:t>
            </a:r>
            <a:r>
              <a:rPr lang="en-US" dirty="0" smtClean="0"/>
              <a:t>decision support </a:t>
            </a:r>
          </a:p>
          <a:p>
            <a:r>
              <a:rPr lang="en-US" dirty="0" smtClean="0"/>
              <a:t>Financial forecasting</a:t>
            </a:r>
          </a:p>
          <a:p>
            <a:r>
              <a:rPr lang="en-US" dirty="0" smtClean="0"/>
              <a:t>Customer </a:t>
            </a:r>
            <a:r>
              <a:rPr lang="en-US" dirty="0"/>
              <a:t>profitability analysis</a:t>
            </a:r>
          </a:p>
          <a:p>
            <a:endParaRPr lang="en-US" dirty="0" smtClean="0"/>
          </a:p>
          <a:p>
            <a:endParaRPr lang="en-US" dirty="0" smtClean="0"/>
          </a:p>
          <a:p>
            <a:endParaRPr lang="en-US" dirty="0"/>
          </a:p>
        </p:txBody>
      </p:sp>
    </p:spTree>
    <p:extLst>
      <p:ext uri="{BB962C8B-B14F-4D97-AF65-F5344CB8AC3E}">
        <p14:creationId xmlns:p14="http://schemas.microsoft.com/office/powerpoint/2010/main" val="20135540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fontScale="77500" lnSpcReduction="20000"/>
          </a:bodyPr>
          <a:lstStyle/>
          <a:p>
            <a:r>
              <a:rPr lang="en-US" dirty="0" smtClean="0"/>
              <a:t>Figure 12.3: Relationship Between Operational CRM &amp; Analytical CRM</a:t>
            </a:r>
            <a:endParaRPr lang="en-US" dirty="0"/>
          </a:p>
        </p:txBody>
      </p:sp>
      <p:pic>
        <p:nvPicPr>
          <p:cNvPr id="6146" name="Picture 2"/>
          <p:cNvPicPr>
            <a:picLocks noGrp="1" noChangeAspect="1" noChangeArrowheads="1"/>
          </p:cNvPicPr>
          <p:nvPr>
            <p:ph sz="quarter" idx="15"/>
          </p:nvPr>
        </p:nvPicPr>
        <p:blipFill>
          <a:blip r:embed="rId2">
            <a:extLst>
              <a:ext uri="{28A0092B-C50C-407E-A947-70E740481C1C}">
                <a14:useLocalDpi xmlns:a14="http://schemas.microsoft.com/office/drawing/2010/main" val="0"/>
              </a:ext>
            </a:extLst>
          </a:blip>
          <a:srcRect/>
          <a:stretch>
            <a:fillRect/>
          </a:stretch>
        </p:blipFill>
        <p:spPr bwMode="auto">
          <a:xfrm>
            <a:off x="457200" y="1706413"/>
            <a:ext cx="8153400" cy="43595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058047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92500" lnSpcReduction="20000"/>
          </a:bodyPr>
          <a:lstStyle/>
          <a:p>
            <a:r>
              <a:rPr lang="en-US" dirty="0" smtClean="0"/>
              <a:t>Other Types of Customer Relationship Management Systems</a:t>
            </a:r>
            <a:endParaRPr lang="en-US" dirty="0"/>
          </a:p>
        </p:txBody>
      </p:sp>
      <p:sp>
        <p:nvSpPr>
          <p:cNvPr id="5" name="Text Placeholder 4"/>
          <p:cNvSpPr>
            <a:spLocks noGrp="1"/>
          </p:cNvSpPr>
          <p:nvPr>
            <p:ph type="body" sz="quarter" idx="14"/>
          </p:nvPr>
        </p:nvSpPr>
        <p:spPr/>
        <p:txBody>
          <a:bodyPr/>
          <a:lstStyle/>
          <a:p>
            <a:r>
              <a:rPr lang="en-US" dirty="0" smtClean="0"/>
              <a:t>12.4</a:t>
            </a:r>
            <a:endParaRPr lang="en-US" dirty="0"/>
          </a:p>
        </p:txBody>
      </p:sp>
      <p:sp>
        <p:nvSpPr>
          <p:cNvPr id="6" name="Content Placeholder 5"/>
          <p:cNvSpPr>
            <a:spLocks noGrp="1"/>
          </p:cNvSpPr>
          <p:nvPr>
            <p:ph sz="quarter" idx="15"/>
          </p:nvPr>
        </p:nvSpPr>
        <p:spPr/>
        <p:txBody>
          <a:bodyPr>
            <a:normAutofit/>
          </a:bodyPr>
          <a:lstStyle/>
          <a:p>
            <a:r>
              <a:rPr lang="en-US" dirty="0" smtClean="0"/>
              <a:t>On-Demand CRM Systems</a:t>
            </a:r>
          </a:p>
          <a:p>
            <a:r>
              <a:rPr lang="en-US" dirty="0" smtClean="0"/>
              <a:t>Mobile CRM Systems</a:t>
            </a:r>
          </a:p>
          <a:p>
            <a:r>
              <a:rPr lang="en-US" dirty="0" smtClean="0"/>
              <a:t>Open-Source CRM Systems</a:t>
            </a:r>
          </a:p>
          <a:p>
            <a:r>
              <a:rPr lang="en-US" dirty="0" smtClean="0"/>
              <a:t>Social CRM</a:t>
            </a:r>
          </a:p>
          <a:p>
            <a:endParaRPr lang="en-US" dirty="0" smtClean="0"/>
          </a:p>
          <a:p>
            <a:endParaRPr lang="en-US" dirty="0" smtClean="0"/>
          </a:p>
          <a:p>
            <a:endParaRPr lang="en-US" dirty="0" smtClean="0"/>
          </a:p>
          <a:p>
            <a:endParaRPr lang="en-US" dirty="0"/>
          </a:p>
        </p:txBody>
      </p:sp>
    </p:spTree>
    <p:extLst>
      <p:ext uri="{BB962C8B-B14F-4D97-AF65-F5344CB8AC3E}">
        <p14:creationId xmlns:p14="http://schemas.microsoft.com/office/powerpoint/2010/main" val="12558127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a:t>On-Demand CRM </a:t>
            </a:r>
            <a:r>
              <a:rPr lang="en-US" dirty="0" smtClean="0"/>
              <a:t>Systems</a:t>
            </a:r>
            <a:endParaRPr lang="en-US" dirty="0"/>
          </a:p>
        </p:txBody>
      </p:sp>
      <p:sp>
        <p:nvSpPr>
          <p:cNvPr id="6" name="Content Placeholder 5"/>
          <p:cNvSpPr>
            <a:spLocks noGrp="1"/>
          </p:cNvSpPr>
          <p:nvPr>
            <p:ph sz="quarter" idx="15"/>
          </p:nvPr>
        </p:nvSpPr>
        <p:spPr/>
        <p:txBody>
          <a:bodyPr/>
          <a:lstStyle/>
          <a:p>
            <a:r>
              <a:rPr lang="en-US" dirty="0" smtClean="0"/>
              <a:t>On-Premise CRM Systems versus On-Demand CRM Systems</a:t>
            </a:r>
          </a:p>
          <a:p>
            <a:r>
              <a:rPr lang="en-US" dirty="0" smtClean="0"/>
              <a:t>Benefits of On-Demand CRM Systems</a:t>
            </a:r>
          </a:p>
          <a:p>
            <a:r>
              <a:rPr lang="en-US" dirty="0" smtClean="0"/>
              <a:t>Potential Problems with On-Demand CRM Systems</a:t>
            </a:r>
            <a:endParaRPr lang="en-US" dirty="0"/>
          </a:p>
        </p:txBody>
      </p:sp>
    </p:spTree>
    <p:extLst>
      <p:ext uri="{BB962C8B-B14F-4D97-AF65-F5344CB8AC3E}">
        <p14:creationId xmlns:p14="http://schemas.microsoft.com/office/powerpoint/2010/main" val="26506175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On-Demand CRM Systems: Benefits</a:t>
            </a:r>
            <a:endParaRPr lang="en-US" dirty="0"/>
          </a:p>
        </p:txBody>
      </p:sp>
      <p:sp>
        <p:nvSpPr>
          <p:cNvPr id="5" name="Content Placeholder 4"/>
          <p:cNvSpPr>
            <a:spLocks noGrp="1"/>
          </p:cNvSpPr>
          <p:nvPr>
            <p:ph sz="quarter" idx="15"/>
          </p:nvPr>
        </p:nvSpPr>
        <p:spPr/>
        <p:txBody>
          <a:bodyPr/>
          <a:lstStyle/>
          <a:p>
            <a:r>
              <a:rPr lang="en-US" dirty="0" smtClean="0"/>
              <a:t>Reduced cost when compared to purchasing the system</a:t>
            </a:r>
          </a:p>
          <a:p>
            <a:r>
              <a:rPr lang="en-US" dirty="0" smtClean="0"/>
              <a:t>Reduced maintenance costs</a:t>
            </a:r>
          </a:p>
          <a:p>
            <a:r>
              <a:rPr lang="en-US" dirty="0" smtClean="0"/>
              <a:t>Employees only need to know how to access and utilize the system</a:t>
            </a:r>
            <a:endParaRPr lang="en-US" dirty="0"/>
          </a:p>
        </p:txBody>
      </p:sp>
    </p:spTree>
    <p:extLst>
      <p:ext uri="{BB962C8B-B14F-4D97-AF65-F5344CB8AC3E}">
        <p14:creationId xmlns:p14="http://schemas.microsoft.com/office/powerpoint/2010/main" val="16463865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On-Demand CRM Systems: Potential Problems</a:t>
            </a:r>
            <a:endParaRPr lang="en-US" dirty="0"/>
          </a:p>
        </p:txBody>
      </p:sp>
      <p:sp>
        <p:nvSpPr>
          <p:cNvPr id="5" name="Content Placeholder 4"/>
          <p:cNvSpPr>
            <a:spLocks noGrp="1"/>
          </p:cNvSpPr>
          <p:nvPr>
            <p:ph sz="quarter" idx="15"/>
          </p:nvPr>
        </p:nvSpPr>
        <p:spPr/>
        <p:txBody>
          <a:bodyPr>
            <a:normAutofit/>
          </a:bodyPr>
          <a:lstStyle/>
          <a:p>
            <a:pPr marL="171450" indent="-171450"/>
            <a:r>
              <a:rPr lang="en-US" dirty="0"/>
              <a:t>Unreliable vendors</a:t>
            </a:r>
          </a:p>
          <a:p>
            <a:pPr marL="171450" indent="-171450"/>
            <a:r>
              <a:rPr lang="en-US" dirty="0"/>
              <a:t>Hosted software difficult to modify</a:t>
            </a:r>
          </a:p>
          <a:p>
            <a:pPr marL="171450" indent="-171450"/>
            <a:r>
              <a:rPr lang="en-US" dirty="0"/>
              <a:t>Upgrades only </a:t>
            </a:r>
            <a:r>
              <a:rPr lang="en-US" dirty="0" smtClean="0"/>
              <a:t>through </a:t>
            </a:r>
            <a:r>
              <a:rPr lang="en-US" dirty="0"/>
              <a:t>the vendor</a:t>
            </a:r>
          </a:p>
          <a:p>
            <a:pPr marL="171450" indent="-171450"/>
            <a:r>
              <a:rPr lang="en-US" dirty="0"/>
              <a:t>Difficult </a:t>
            </a:r>
            <a:r>
              <a:rPr lang="en-US" dirty="0" smtClean="0"/>
              <a:t>integration with </a:t>
            </a:r>
            <a:r>
              <a:rPr lang="en-US" dirty="0"/>
              <a:t>organization’s existing software</a:t>
            </a:r>
          </a:p>
          <a:p>
            <a:pPr marL="171450" indent="-171450"/>
            <a:r>
              <a:rPr lang="en-US" dirty="0"/>
              <a:t>Information security </a:t>
            </a:r>
            <a:r>
              <a:rPr lang="en-US" dirty="0" smtClean="0"/>
              <a:t>&amp; privacy risks</a:t>
            </a:r>
            <a:endParaRPr lang="en-US" dirty="0"/>
          </a:p>
        </p:txBody>
      </p:sp>
    </p:spTree>
    <p:extLst>
      <p:ext uri="{BB962C8B-B14F-4D97-AF65-F5344CB8AC3E}">
        <p14:creationId xmlns:p14="http://schemas.microsoft.com/office/powerpoint/2010/main" val="42303282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smtClean="0"/>
              <a:t>Open-Source </a:t>
            </a:r>
            <a:r>
              <a:rPr lang="en-US" dirty="0"/>
              <a:t>CRM </a:t>
            </a:r>
            <a:r>
              <a:rPr lang="en-US" dirty="0" smtClean="0"/>
              <a:t>Systems</a:t>
            </a:r>
            <a:endParaRPr lang="en-US" dirty="0"/>
          </a:p>
        </p:txBody>
      </p:sp>
      <p:sp>
        <p:nvSpPr>
          <p:cNvPr id="6" name="Content Placeholder 5"/>
          <p:cNvSpPr>
            <a:spLocks noGrp="1"/>
          </p:cNvSpPr>
          <p:nvPr>
            <p:ph sz="quarter" idx="15"/>
          </p:nvPr>
        </p:nvSpPr>
        <p:spPr/>
        <p:txBody>
          <a:bodyPr>
            <a:normAutofit/>
          </a:bodyPr>
          <a:lstStyle/>
          <a:p>
            <a:r>
              <a:rPr lang="en-US" dirty="0" smtClean="0"/>
              <a:t>Benefits of Open-Source CRM Systems</a:t>
            </a:r>
          </a:p>
          <a:p>
            <a:r>
              <a:rPr lang="en-US" dirty="0" smtClean="0"/>
              <a:t>Disadvantages of Open-Source CRM Systems</a:t>
            </a:r>
          </a:p>
          <a:p>
            <a:r>
              <a:rPr lang="en-US" dirty="0" smtClean="0"/>
              <a:t>Examples</a:t>
            </a:r>
          </a:p>
        </p:txBody>
      </p:sp>
    </p:spTree>
    <p:extLst>
      <p:ext uri="{BB962C8B-B14F-4D97-AF65-F5344CB8AC3E}">
        <p14:creationId xmlns:p14="http://schemas.microsoft.com/office/powerpoint/2010/main" val="39363785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smtClean="0"/>
              <a:t>Open-Source </a:t>
            </a:r>
            <a:r>
              <a:rPr lang="en-US" dirty="0"/>
              <a:t>CRM </a:t>
            </a:r>
            <a:r>
              <a:rPr lang="en-US" dirty="0" smtClean="0"/>
              <a:t>Systems: Benefits</a:t>
            </a:r>
            <a:endParaRPr lang="en-US" dirty="0"/>
          </a:p>
        </p:txBody>
      </p:sp>
      <p:sp>
        <p:nvSpPr>
          <p:cNvPr id="6" name="Content Placeholder 5"/>
          <p:cNvSpPr>
            <a:spLocks noGrp="1"/>
          </p:cNvSpPr>
          <p:nvPr>
            <p:ph sz="quarter" idx="15"/>
          </p:nvPr>
        </p:nvSpPr>
        <p:spPr/>
        <p:txBody>
          <a:bodyPr>
            <a:normAutofit/>
          </a:bodyPr>
          <a:lstStyle/>
          <a:p>
            <a:r>
              <a:rPr lang="en-US" dirty="0" smtClean="0"/>
              <a:t>Favorable </a:t>
            </a:r>
            <a:r>
              <a:rPr lang="en-US" dirty="0"/>
              <a:t>pricing</a:t>
            </a:r>
          </a:p>
          <a:p>
            <a:r>
              <a:rPr lang="en-US" dirty="0"/>
              <a:t>Wide variety of applications</a:t>
            </a:r>
          </a:p>
          <a:p>
            <a:r>
              <a:rPr lang="en-US" dirty="0"/>
              <a:t>Easy to customize</a:t>
            </a:r>
          </a:p>
          <a:p>
            <a:r>
              <a:rPr lang="en-US" dirty="0"/>
              <a:t>Updates and bug (software error) fixes rapidly distributed</a:t>
            </a:r>
          </a:p>
          <a:p>
            <a:r>
              <a:rPr lang="en-US" dirty="0"/>
              <a:t>Extensive support information available for free</a:t>
            </a:r>
          </a:p>
        </p:txBody>
      </p:sp>
    </p:spTree>
    <p:extLst>
      <p:ext uri="{BB962C8B-B14F-4D97-AF65-F5344CB8AC3E}">
        <p14:creationId xmlns:p14="http://schemas.microsoft.com/office/powerpoint/2010/main" val="4594137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smtClean="0"/>
              <a:t>Open-Source </a:t>
            </a:r>
            <a:r>
              <a:rPr lang="en-US" dirty="0"/>
              <a:t>CRM </a:t>
            </a:r>
            <a:r>
              <a:rPr lang="en-US" dirty="0" smtClean="0"/>
              <a:t>Systems: Disadvantages</a:t>
            </a:r>
            <a:endParaRPr lang="en-US" dirty="0"/>
          </a:p>
        </p:txBody>
      </p:sp>
      <p:sp>
        <p:nvSpPr>
          <p:cNvPr id="6" name="Content Placeholder 5"/>
          <p:cNvSpPr>
            <a:spLocks noGrp="1"/>
          </p:cNvSpPr>
          <p:nvPr>
            <p:ph sz="quarter" idx="15"/>
          </p:nvPr>
        </p:nvSpPr>
        <p:spPr/>
        <p:txBody>
          <a:bodyPr>
            <a:normAutofit/>
          </a:bodyPr>
          <a:lstStyle/>
          <a:p>
            <a:r>
              <a:rPr lang="en-US" dirty="0"/>
              <a:t>Risk related to quality control</a:t>
            </a:r>
          </a:p>
          <a:p>
            <a:r>
              <a:rPr lang="en-US" dirty="0" smtClean="0"/>
              <a:t>Company’s </a:t>
            </a:r>
            <a:r>
              <a:rPr lang="en-US" dirty="0"/>
              <a:t>IT platform must match development platform of open-source CRM </a:t>
            </a:r>
            <a:r>
              <a:rPr lang="en-US" dirty="0" smtClean="0"/>
              <a:t>system</a:t>
            </a:r>
            <a:endParaRPr lang="en-US" dirty="0"/>
          </a:p>
        </p:txBody>
      </p:sp>
    </p:spTree>
    <p:extLst>
      <p:ext uri="{BB962C8B-B14F-4D97-AF65-F5344CB8AC3E}">
        <p14:creationId xmlns:p14="http://schemas.microsoft.com/office/powerpoint/2010/main" val="8231529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smtClean="0"/>
              <a:t>Open-Source </a:t>
            </a:r>
            <a:r>
              <a:rPr lang="en-US" dirty="0"/>
              <a:t>CRM </a:t>
            </a:r>
            <a:r>
              <a:rPr lang="en-US" dirty="0" smtClean="0"/>
              <a:t>Systems: Examples</a:t>
            </a:r>
            <a:endParaRPr lang="en-US" dirty="0"/>
          </a:p>
        </p:txBody>
      </p:sp>
      <p:sp>
        <p:nvSpPr>
          <p:cNvPr id="6" name="Content Placeholder 5"/>
          <p:cNvSpPr>
            <a:spLocks noGrp="1"/>
          </p:cNvSpPr>
          <p:nvPr>
            <p:ph sz="quarter" idx="15"/>
          </p:nvPr>
        </p:nvSpPr>
        <p:spPr/>
        <p:txBody>
          <a:bodyPr>
            <a:normAutofit/>
          </a:bodyPr>
          <a:lstStyle/>
          <a:p>
            <a:r>
              <a:rPr lang="en-US" dirty="0" err="1" smtClean="0"/>
              <a:t>SugarCRM</a:t>
            </a:r>
            <a:r>
              <a:rPr lang="en-US" dirty="0" smtClean="0"/>
              <a:t> </a:t>
            </a:r>
          </a:p>
          <a:p>
            <a:pPr lvl="1"/>
            <a:r>
              <a:rPr lang="en-US" dirty="0" smtClean="0"/>
              <a:t>(</a:t>
            </a:r>
            <a:r>
              <a:rPr lang="en-US" dirty="0">
                <a:hlinkClick r:id="rId3"/>
              </a:rPr>
              <a:t>www.sugarcrm.com</a:t>
            </a:r>
            <a:r>
              <a:rPr lang="en-US" dirty="0"/>
              <a:t>)</a:t>
            </a:r>
          </a:p>
          <a:p>
            <a:r>
              <a:rPr lang="en-US" dirty="0" err="1" smtClean="0"/>
              <a:t>Concursive</a:t>
            </a:r>
            <a:endParaRPr lang="en-US" dirty="0" smtClean="0"/>
          </a:p>
          <a:p>
            <a:pPr lvl="1"/>
            <a:r>
              <a:rPr lang="en-US" dirty="0" smtClean="0"/>
              <a:t>(</a:t>
            </a:r>
            <a:r>
              <a:rPr lang="en-US" dirty="0" smtClean="0">
                <a:hlinkClick r:id="rId4"/>
              </a:rPr>
              <a:t>www.concursive.com</a:t>
            </a:r>
            <a:r>
              <a:rPr lang="en-US" dirty="0"/>
              <a:t>) </a:t>
            </a:r>
          </a:p>
          <a:p>
            <a:r>
              <a:rPr lang="en-US" dirty="0" err="1" smtClean="0"/>
              <a:t>Vtiger</a:t>
            </a:r>
            <a:endParaRPr lang="en-US" dirty="0" smtClean="0"/>
          </a:p>
          <a:p>
            <a:pPr lvl="1"/>
            <a:r>
              <a:rPr lang="en-US" dirty="0" smtClean="0"/>
              <a:t>(</a:t>
            </a:r>
            <a:r>
              <a:rPr lang="en-US" dirty="0" smtClean="0">
                <a:hlinkClick r:id="rId5"/>
              </a:rPr>
              <a:t>www.vtiger.com</a:t>
            </a:r>
            <a:r>
              <a:rPr lang="en-US" dirty="0"/>
              <a:t>)</a:t>
            </a:r>
          </a:p>
        </p:txBody>
      </p:sp>
    </p:spTree>
    <p:extLst>
      <p:ext uri="{BB962C8B-B14F-4D97-AF65-F5344CB8AC3E}">
        <p14:creationId xmlns:p14="http://schemas.microsoft.com/office/powerpoint/2010/main" val="3410594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smtClean="0"/>
              <a:t>Social </a:t>
            </a:r>
            <a:r>
              <a:rPr lang="en-US" dirty="0"/>
              <a:t>CRM</a:t>
            </a:r>
          </a:p>
        </p:txBody>
      </p:sp>
      <p:sp>
        <p:nvSpPr>
          <p:cNvPr id="6" name="Content Placeholder 5"/>
          <p:cNvSpPr>
            <a:spLocks noGrp="1"/>
          </p:cNvSpPr>
          <p:nvPr>
            <p:ph sz="quarter" idx="15"/>
          </p:nvPr>
        </p:nvSpPr>
        <p:spPr/>
        <p:txBody>
          <a:bodyPr/>
          <a:lstStyle/>
          <a:p>
            <a:r>
              <a:rPr lang="en-US" dirty="0" smtClean="0"/>
              <a:t>Provides two-way communication between organization &amp; customers</a:t>
            </a:r>
          </a:p>
          <a:p>
            <a:r>
              <a:rPr lang="en-US" dirty="0" smtClean="0"/>
              <a:t>Organizations monitor social media sites and respond accordingly</a:t>
            </a:r>
          </a:p>
          <a:p>
            <a:r>
              <a:rPr lang="en-US" dirty="0" smtClean="0"/>
              <a:t>Customers obtain faster, better customer service</a:t>
            </a:r>
          </a:p>
          <a:p>
            <a:endParaRPr lang="en-US" dirty="0"/>
          </a:p>
        </p:txBody>
      </p:sp>
    </p:spTree>
    <p:extLst>
      <p:ext uri="{BB962C8B-B14F-4D97-AF65-F5344CB8AC3E}">
        <p14:creationId xmlns:p14="http://schemas.microsoft.com/office/powerpoint/2010/main" val="39363785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5"/>
          </p:nvPr>
        </p:nvSpPr>
        <p:spPr/>
        <p:txBody>
          <a:bodyPr/>
          <a:lstStyle/>
          <a:p>
            <a:r>
              <a:rPr lang="en-US" dirty="0" smtClean="0"/>
              <a:t>’S ABOUT BUSINESS 12.2</a:t>
            </a:r>
            <a:endParaRPr lang="en-US" dirty="0"/>
          </a:p>
        </p:txBody>
      </p:sp>
      <p:sp>
        <p:nvSpPr>
          <p:cNvPr id="4" name="Subtitle 3"/>
          <p:cNvSpPr>
            <a:spLocks noGrp="1"/>
          </p:cNvSpPr>
          <p:nvPr>
            <p:ph sz="quarter" idx="16"/>
          </p:nvPr>
        </p:nvSpPr>
        <p:spPr/>
        <p:txBody>
          <a:bodyPr>
            <a:normAutofit/>
          </a:bodyPr>
          <a:lstStyle/>
          <a:p>
            <a:r>
              <a:rPr lang="en-US" dirty="0" err="1" smtClean="0"/>
              <a:t>uShip</a:t>
            </a:r>
            <a:r>
              <a:rPr lang="en-US" dirty="0" smtClean="0"/>
              <a:t> Benefits from </a:t>
            </a:r>
            <a:r>
              <a:rPr lang="en-US" dirty="0" err="1" smtClean="0"/>
              <a:t>SugarCRM</a:t>
            </a:r>
            <a:endParaRPr lang="en-US" dirty="0" smtClean="0"/>
          </a:p>
          <a:p>
            <a:pPr lvl="1"/>
            <a:r>
              <a:rPr lang="en-US" dirty="0"/>
              <a:t>Describe the advantages provided to </a:t>
            </a:r>
            <a:r>
              <a:rPr lang="en-US" dirty="0" err="1"/>
              <a:t>uShip</a:t>
            </a:r>
            <a:r>
              <a:rPr lang="en-US" dirty="0"/>
              <a:t> by the </a:t>
            </a:r>
            <a:r>
              <a:rPr lang="en-US" dirty="0" err="1"/>
              <a:t>SugarCRM</a:t>
            </a:r>
            <a:r>
              <a:rPr lang="en-US" dirty="0"/>
              <a:t> system.</a:t>
            </a:r>
          </a:p>
          <a:p>
            <a:pPr lvl="1"/>
            <a:r>
              <a:rPr lang="en-US" dirty="0"/>
              <a:t>Describe the business needs of </a:t>
            </a:r>
            <a:r>
              <a:rPr lang="en-US" dirty="0" err="1"/>
              <a:t>uShip</a:t>
            </a:r>
            <a:r>
              <a:rPr lang="en-US" dirty="0"/>
              <a:t> that led to the company’s decision to implement a CRM system.</a:t>
            </a:r>
          </a:p>
        </p:txBody>
      </p:sp>
    </p:spTree>
    <p:extLst>
      <p:ext uri="{BB962C8B-B14F-4D97-AF65-F5344CB8AC3E}">
        <p14:creationId xmlns:p14="http://schemas.microsoft.com/office/powerpoint/2010/main" val="11394272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5"/>
          </p:nvPr>
        </p:nvSpPr>
        <p:spPr/>
        <p:txBody>
          <a:bodyPr/>
          <a:lstStyle/>
          <a:p>
            <a:r>
              <a:rPr lang="en-US" dirty="0" smtClean="0"/>
              <a:t>’S ABOUT BUSINESS 12.3</a:t>
            </a:r>
            <a:endParaRPr lang="en-US" dirty="0"/>
          </a:p>
        </p:txBody>
      </p:sp>
      <p:sp>
        <p:nvSpPr>
          <p:cNvPr id="4" name="Subtitle 3"/>
          <p:cNvSpPr>
            <a:spLocks noGrp="1"/>
          </p:cNvSpPr>
          <p:nvPr>
            <p:ph sz="quarter" idx="16"/>
          </p:nvPr>
        </p:nvSpPr>
        <p:spPr/>
        <p:txBody>
          <a:bodyPr>
            <a:normAutofit/>
          </a:bodyPr>
          <a:lstStyle/>
          <a:p>
            <a:r>
              <a:rPr lang="en-US" dirty="0" smtClean="0"/>
              <a:t>Morton’s </a:t>
            </a:r>
            <a:r>
              <a:rPr lang="en-US" dirty="0" smtClean="0"/>
              <a:t>Steakhouse</a:t>
            </a:r>
            <a:br>
              <a:rPr lang="en-US" dirty="0" smtClean="0"/>
            </a:br>
            <a:r>
              <a:rPr lang="en-US" dirty="0" smtClean="0"/>
              <a:t> </a:t>
            </a:r>
            <a:r>
              <a:rPr lang="en-US" dirty="0" smtClean="0"/>
              <a:t>Surprises a </a:t>
            </a:r>
            <a:r>
              <a:rPr lang="en-US" dirty="0" smtClean="0"/>
              <a:t/>
            </a:r>
            <a:br>
              <a:rPr lang="en-US" dirty="0" smtClean="0"/>
            </a:br>
            <a:r>
              <a:rPr lang="en-US" dirty="0" smtClean="0"/>
              <a:t>Customer</a:t>
            </a:r>
            <a:endParaRPr lang="en-US" dirty="0" smtClean="0"/>
          </a:p>
          <a:p>
            <a:pPr lvl="1"/>
            <a:r>
              <a:rPr lang="en-US" dirty="0"/>
              <a:t>Explain how Morton’s </a:t>
            </a:r>
            <a:r>
              <a:rPr lang="en-US" dirty="0" smtClean="0"/>
              <a:t/>
            </a:r>
            <a:br>
              <a:rPr lang="en-US" dirty="0" smtClean="0"/>
            </a:br>
            <a:r>
              <a:rPr lang="en-US" dirty="0" smtClean="0"/>
              <a:t>monitoring </a:t>
            </a:r>
            <a:r>
              <a:rPr lang="en-US" dirty="0"/>
              <a:t>of social </a:t>
            </a:r>
            <a:r>
              <a:rPr lang="en-US" dirty="0" smtClean="0"/>
              <a:t>media</a:t>
            </a:r>
            <a:br>
              <a:rPr lang="en-US" dirty="0" smtClean="0"/>
            </a:br>
            <a:r>
              <a:rPr lang="en-US" dirty="0" smtClean="0"/>
              <a:t>illustrates </a:t>
            </a:r>
            <a:r>
              <a:rPr lang="en-US" dirty="0"/>
              <a:t>how CRM is reviving personal marketing.</a:t>
            </a:r>
          </a:p>
          <a:p>
            <a:pPr lvl="1"/>
            <a:r>
              <a:rPr lang="en-US" dirty="0"/>
              <a:t>Do you see any disadvantages in such close monitoring of social media? Provide </a:t>
            </a:r>
            <a:r>
              <a:rPr lang="en-US" dirty="0" smtClean="0"/>
              <a:t>specific </a:t>
            </a:r>
            <a:r>
              <a:rPr lang="en-US" dirty="0"/>
              <a:t>examples to support your answer.</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9800" y="1524000"/>
            <a:ext cx="2590800" cy="2238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010196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eorgia Custom">
      <a:majorFont>
        <a:latin typeface="Georgia"/>
        <a:ea typeface=""/>
        <a:cs typeface=""/>
      </a:majorFont>
      <a:minorFont>
        <a:latin typeface="Garamon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25431</TotalTime>
  <Words>2690</Words>
  <Application>Microsoft Office PowerPoint</Application>
  <PresentationFormat>On-screen Show (4:3)</PresentationFormat>
  <Paragraphs>280</Paragraphs>
  <Slides>29</Slides>
  <Notes>18</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dc:title>
  <dc:creator>John Kenneth Corley</dc:creator>
  <cp:lastModifiedBy>John Kenneth Corley</cp:lastModifiedBy>
  <cp:revision>754</cp:revision>
  <dcterms:created xsi:type="dcterms:W3CDTF">2013-08-07T23:49:12Z</dcterms:created>
  <dcterms:modified xsi:type="dcterms:W3CDTF">2014-10-27T17:02:39Z</dcterms:modified>
</cp:coreProperties>
</file>