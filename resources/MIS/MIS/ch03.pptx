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341" r:id="rId2"/>
    <p:sldId id="342" r:id="rId3"/>
    <p:sldId id="343" r:id="rId4"/>
    <p:sldId id="519" r:id="rId5"/>
    <p:sldId id="345" r:id="rId6"/>
    <p:sldId id="349" r:id="rId7"/>
    <p:sldId id="676" r:id="rId8"/>
    <p:sldId id="690" r:id="rId9"/>
    <p:sldId id="344" r:id="rId10"/>
    <p:sldId id="677" r:id="rId11"/>
    <p:sldId id="350" r:id="rId12"/>
    <p:sldId id="775" r:id="rId13"/>
    <p:sldId id="678" r:id="rId14"/>
    <p:sldId id="679" r:id="rId15"/>
    <p:sldId id="346" r:id="rId16"/>
    <p:sldId id="680" r:id="rId17"/>
    <p:sldId id="776" r:id="rId18"/>
    <p:sldId id="681" r:id="rId19"/>
    <p:sldId id="691" r:id="rId20"/>
    <p:sldId id="777" r:id="rId21"/>
    <p:sldId id="351" r:id="rId22"/>
    <p:sldId id="682" r:id="rId23"/>
    <p:sldId id="692" r:id="rId24"/>
    <p:sldId id="693" r:id="rId25"/>
    <p:sldId id="683" r:id="rId26"/>
    <p:sldId id="684" r:id="rId27"/>
    <p:sldId id="685" r:id="rId28"/>
    <p:sldId id="694" r:id="rId29"/>
    <p:sldId id="695" r:id="rId30"/>
    <p:sldId id="347" r:id="rId31"/>
    <p:sldId id="686" r:id="rId32"/>
    <p:sldId id="352" r:id="rId33"/>
    <p:sldId id="778" r:id="rId34"/>
    <p:sldId id="687" r:id="rId35"/>
    <p:sldId id="688" r:id="rId36"/>
    <p:sldId id="779" r:id="rId37"/>
    <p:sldId id="780" r:id="rId38"/>
    <p:sldId id="781" r:id="rId39"/>
    <p:sldId id="348" r:id="rId40"/>
    <p:sldId id="353" r:id="rId41"/>
    <p:sldId id="689" r:id="rId42"/>
    <p:sldId id="782"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FF"/>
    <a:srgbClr val="9900FF"/>
    <a:srgbClr val="6600FF"/>
    <a:srgbClr val="6600CC"/>
    <a:srgbClr val="FF9900"/>
    <a:srgbClr val="000099"/>
    <a:srgbClr val="0000CC"/>
    <a:srgbClr val="00CCFF"/>
    <a:srgbClr val="CC3399"/>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74" autoAdjust="0"/>
    <p:restoredTop sz="77143" autoAdjust="0"/>
  </p:normalViewPr>
  <p:slideViewPr>
    <p:cSldViewPr>
      <p:cViewPr varScale="1">
        <p:scale>
          <a:sx n="56" d="100"/>
          <a:sy n="56" d="100"/>
        </p:scale>
        <p:origin x="1932" y="60"/>
      </p:cViewPr>
      <p:guideLst>
        <p:guide orient="horz" pos="2160"/>
        <p:guide pos="2880"/>
      </p:guideLst>
    </p:cSldViewPr>
  </p:slideViewPr>
  <p:outlineViewPr>
    <p:cViewPr>
      <p:scale>
        <a:sx n="33" d="100"/>
        <a:sy n="33" d="100"/>
      </p:scale>
      <p:origin x="0" y="141348"/>
    </p:cViewPr>
  </p:outlineViewPr>
  <p:notesTextViewPr>
    <p:cViewPr>
      <p:scale>
        <a:sx n="1" d="1"/>
        <a:sy n="1" d="1"/>
      </p:scale>
      <p:origin x="0" y="0"/>
    </p:cViewPr>
  </p:notesTextViewPr>
  <p:sorterViewPr>
    <p:cViewPr>
      <p:scale>
        <a:sx n="100" d="100"/>
        <a:sy n="100" d="100"/>
      </p:scale>
      <p:origin x="0" y="7200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8EB6D6B-9C86-499A-A636-38829A5F60B2}" type="datetimeFigureOut">
              <a:rPr lang="en-US" smtClean="0"/>
              <a:t>8/4/2025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F41C25-7A1F-47FB-B705-003A328B9163}" type="slidenum">
              <a:rPr lang="en-US" smtClean="0"/>
              <a:t>‹#›</a:t>
            </a:fld>
            <a:endParaRPr lang="en-US"/>
          </a:p>
        </p:txBody>
      </p:sp>
    </p:spTree>
    <p:extLst>
      <p:ext uri="{BB962C8B-B14F-4D97-AF65-F5344CB8AC3E}">
        <p14:creationId xmlns:p14="http://schemas.microsoft.com/office/powerpoint/2010/main" val="4252309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smtClean="0"/>
              <a:t>The amount of data increases exponentially over time</a:t>
            </a:r>
          </a:p>
          <a:p>
            <a:pPr marL="171450" indent="-171450">
              <a:buFont typeface="Arial" panose="020B0604020202020204" pitchFamily="34" charset="0"/>
              <a:buChar char="•"/>
            </a:pPr>
            <a:r>
              <a:rPr lang="en-US" dirty="0" smtClean="0"/>
              <a:t>Data are scattered throughout organizations</a:t>
            </a:r>
          </a:p>
          <a:p>
            <a:pPr marL="171450" indent="-171450">
              <a:buFont typeface="Arial" panose="020B0604020202020204" pitchFamily="34" charset="0"/>
              <a:buChar char="•"/>
            </a:pPr>
            <a:r>
              <a:rPr lang="en-US" dirty="0" smtClean="0"/>
              <a:t>Data are generated from multiple sources (internal, personal, external)</a:t>
            </a:r>
          </a:p>
          <a:p>
            <a:pPr marL="171450" indent="-171450">
              <a:buFont typeface="Arial" panose="020B0604020202020204" pitchFamily="34" charset="0"/>
              <a:buChar char="•"/>
            </a:pPr>
            <a:r>
              <a:rPr lang="en-US" dirty="0" smtClean="0"/>
              <a:t>New sources of data (e.g., blogs, podcasts, </a:t>
            </a:r>
            <a:r>
              <a:rPr lang="en-US" dirty="0" err="1" smtClean="0"/>
              <a:t>videocasts</a:t>
            </a:r>
            <a:r>
              <a:rPr lang="en-US" dirty="0" smtClean="0"/>
              <a:t>, and RFID tags and other wireless sensors)</a:t>
            </a:r>
          </a:p>
          <a:p>
            <a:pPr marL="171450" indent="-171450">
              <a:buFont typeface="Arial" panose="020B0604020202020204" pitchFamily="34" charset="0"/>
              <a:buChar char="•"/>
            </a:pPr>
            <a:r>
              <a:rPr lang="en-US" dirty="0" smtClean="0"/>
              <a:t>Data Degradation (e.g., customers move to new addresses, change their names, etc.)</a:t>
            </a:r>
          </a:p>
          <a:p>
            <a:pPr marL="171450" indent="-171450">
              <a:buFont typeface="Arial" panose="020B0604020202020204" pitchFamily="34" charset="0"/>
              <a:buChar char="•"/>
            </a:pPr>
            <a:r>
              <a:rPr lang="en-US" dirty="0" smtClean="0"/>
              <a:t>Data Rot</a:t>
            </a:r>
          </a:p>
          <a:p>
            <a:pPr marL="171450" indent="-171450">
              <a:buFont typeface="Arial" panose="020B0604020202020204" pitchFamily="34" charset="0"/>
              <a:buChar char="•"/>
            </a:pPr>
            <a:r>
              <a:rPr lang="en-US" dirty="0" smtClean="0"/>
              <a:t>Data security, quality, and integrity are critical</a:t>
            </a:r>
          </a:p>
          <a:p>
            <a:pPr marL="171450" indent="-171450">
              <a:buFont typeface="Arial" panose="020B0604020202020204" pitchFamily="34" charset="0"/>
              <a:buChar char="•"/>
            </a:pPr>
            <a:r>
              <a:rPr lang="en-US" dirty="0" smtClean="0"/>
              <a:t>Legal requirements change frequently and differ among countries and industries</a:t>
            </a:r>
          </a:p>
          <a:p>
            <a:endParaRPr lang="en-US" b="1" dirty="0" smtClean="0"/>
          </a:p>
          <a:p>
            <a:r>
              <a:rPr lang="en-US" b="1" dirty="0" smtClean="0"/>
              <a:t>Internal Data Sources </a:t>
            </a:r>
            <a:r>
              <a:rPr lang="en-US" dirty="0" smtClean="0"/>
              <a:t>(e.g., corporate databases and company documents)</a:t>
            </a:r>
          </a:p>
          <a:p>
            <a:r>
              <a:rPr lang="en-US" b="1" dirty="0" smtClean="0"/>
              <a:t>Personal Data Sources </a:t>
            </a:r>
            <a:r>
              <a:rPr lang="en-US" dirty="0" smtClean="0"/>
              <a:t>(e.g., personal thoughts, opinions, and experiences)</a:t>
            </a:r>
          </a:p>
          <a:p>
            <a:r>
              <a:rPr lang="en-US" b="1" dirty="0" smtClean="0"/>
              <a:t>External Data Sources </a:t>
            </a:r>
            <a:r>
              <a:rPr lang="en-US" dirty="0" smtClean="0"/>
              <a:t>(e.g., commercial databases, government reports, and corporate Web sites).</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Data Rot: </a:t>
            </a:r>
            <a:r>
              <a:rPr lang="en-US" dirty="0" smtClean="0"/>
              <a:t>refers primarily to problems with the media on which the data are stored. Over time, temperature, humidity, and exposure to light can cause physical problems with storage media and thus make it difficult to access the data.</a:t>
            </a:r>
          </a:p>
          <a:p>
            <a:endParaRPr lang="en-US" dirty="0" smtClean="0"/>
          </a:p>
          <a:p>
            <a:endParaRPr lang="en-US" b="1"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Federal regulations:</a:t>
            </a:r>
          </a:p>
          <a:p>
            <a:r>
              <a:rPr lang="en-US" dirty="0" smtClean="0"/>
              <a:t>-- Sarbanes–Oxley Act of 2002 requires that:</a:t>
            </a:r>
          </a:p>
          <a:p>
            <a:r>
              <a:rPr lang="en-US" dirty="0" smtClean="0"/>
              <a:t>(1) public companies evaluate and disclose the effectiveness of their internal fi </a:t>
            </a:r>
            <a:r>
              <a:rPr lang="en-US" dirty="0" err="1" smtClean="0"/>
              <a:t>nancial</a:t>
            </a:r>
            <a:r>
              <a:rPr lang="en-US" dirty="0" smtClean="0"/>
              <a:t> controls</a:t>
            </a:r>
          </a:p>
          <a:p>
            <a:r>
              <a:rPr lang="en-US" dirty="0" smtClean="0"/>
              <a:t>(2) independent auditors for these companies agree to this disclosure. </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7</a:t>
            </a:fld>
            <a:endParaRPr lang="en-US"/>
          </a:p>
        </p:txBody>
      </p:sp>
    </p:spTree>
    <p:extLst>
      <p:ext uri="{BB962C8B-B14F-4D97-AF65-F5344CB8AC3E}">
        <p14:creationId xmlns:p14="http://schemas.microsoft.com/office/powerpoint/2010/main" val="1870076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smtClean="0"/>
              <a:t>The amount of data increases exponentially over time</a:t>
            </a:r>
          </a:p>
          <a:p>
            <a:pPr marL="171450" indent="-171450">
              <a:buFont typeface="Arial" panose="020B0604020202020204" pitchFamily="34" charset="0"/>
              <a:buChar char="•"/>
            </a:pPr>
            <a:r>
              <a:rPr lang="en-US" dirty="0" smtClean="0"/>
              <a:t>Data are scattered throughout organizations</a:t>
            </a:r>
          </a:p>
          <a:p>
            <a:pPr marL="171450" indent="-171450">
              <a:buFont typeface="Arial" panose="020B0604020202020204" pitchFamily="34" charset="0"/>
              <a:buChar char="•"/>
            </a:pPr>
            <a:r>
              <a:rPr lang="en-US" dirty="0" smtClean="0"/>
              <a:t>Data are generated from multiple sources (internal, personal, external)</a:t>
            </a:r>
          </a:p>
          <a:p>
            <a:pPr marL="171450" indent="-171450">
              <a:buFont typeface="Arial" panose="020B0604020202020204" pitchFamily="34" charset="0"/>
              <a:buChar char="•"/>
            </a:pPr>
            <a:r>
              <a:rPr lang="en-US" dirty="0" smtClean="0"/>
              <a:t>New sources of data (e.g., blogs, podcasts, </a:t>
            </a:r>
            <a:r>
              <a:rPr lang="en-US" dirty="0" err="1" smtClean="0"/>
              <a:t>videocasts</a:t>
            </a:r>
            <a:r>
              <a:rPr lang="en-US" dirty="0" smtClean="0"/>
              <a:t>, and RFID tags and other wireless sensors)</a:t>
            </a:r>
          </a:p>
          <a:p>
            <a:pPr marL="171450" indent="-171450">
              <a:buFont typeface="Arial" panose="020B0604020202020204" pitchFamily="34" charset="0"/>
              <a:buChar char="•"/>
            </a:pPr>
            <a:r>
              <a:rPr lang="en-US" dirty="0" smtClean="0"/>
              <a:t>Data Degradation (e.g., customers move to new addresses, change their names, etc.)</a:t>
            </a:r>
          </a:p>
          <a:p>
            <a:pPr marL="171450" indent="-171450">
              <a:buFont typeface="Arial" panose="020B0604020202020204" pitchFamily="34" charset="0"/>
              <a:buChar char="•"/>
            </a:pPr>
            <a:r>
              <a:rPr lang="en-US" dirty="0" smtClean="0"/>
              <a:t>Data Rot</a:t>
            </a:r>
          </a:p>
          <a:p>
            <a:pPr marL="171450" indent="-171450">
              <a:buFont typeface="Arial" panose="020B0604020202020204" pitchFamily="34" charset="0"/>
              <a:buChar char="•"/>
            </a:pPr>
            <a:r>
              <a:rPr lang="en-US" dirty="0" smtClean="0"/>
              <a:t>Data security, quality, and integrity are critical</a:t>
            </a:r>
          </a:p>
          <a:p>
            <a:pPr marL="171450" indent="-171450">
              <a:buFont typeface="Arial" panose="020B0604020202020204" pitchFamily="34" charset="0"/>
              <a:buChar char="•"/>
            </a:pPr>
            <a:r>
              <a:rPr lang="en-US" dirty="0" smtClean="0"/>
              <a:t>Legal requirements change frequently and differ among countries and industries</a:t>
            </a:r>
          </a:p>
          <a:p>
            <a:endParaRPr lang="en-US" b="1" dirty="0" smtClean="0"/>
          </a:p>
          <a:p>
            <a:r>
              <a:rPr lang="en-US" b="1" dirty="0" smtClean="0"/>
              <a:t>Internal Data Sources </a:t>
            </a:r>
            <a:r>
              <a:rPr lang="en-US" dirty="0" smtClean="0"/>
              <a:t>(e.g., corporate databases and company documents)</a:t>
            </a:r>
          </a:p>
          <a:p>
            <a:r>
              <a:rPr lang="en-US" b="1" dirty="0" smtClean="0"/>
              <a:t>Personal Data Sources </a:t>
            </a:r>
            <a:r>
              <a:rPr lang="en-US" dirty="0" smtClean="0"/>
              <a:t>(e.g., personal thoughts, opinions, and experiences)</a:t>
            </a:r>
          </a:p>
          <a:p>
            <a:r>
              <a:rPr lang="en-US" b="1" dirty="0" smtClean="0"/>
              <a:t>External Data Sources </a:t>
            </a:r>
            <a:r>
              <a:rPr lang="en-US" dirty="0" smtClean="0"/>
              <a:t>(e.g., commercial databases, government reports, and corporate Web sites).</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Data Rot: </a:t>
            </a:r>
            <a:r>
              <a:rPr lang="en-US" dirty="0" smtClean="0"/>
              <a:t>refers primarily to problems with the media on which the data are stored. Over time, temperature, humidity, and exposure to light can cause physical problems with storage media and thus make it difficult to access the data.</a:t>
            </a:r>
          </a:p>
          <a:p>
            <a:endParaRPr lang="en-US" dirty="0" smtClean="0"/>
          </a:p>
          <a:p>
            <a:endParaRPr lang="en-US" b="1"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Federal regulations:</a:t>
            </a:r>
          </a:p>
          <a:p>
            <a:r>
              <a:rPr lang="en-US" dirty="0" smtClean="0"/>
              <a:t>-- Sarbanes–Oxley Act of 2002 requires that:</a:t>
            </a:r>
          </a:p>
          <a:p>
            <a:r>
              <a:rPr lang="en-US" dirty="0" smtClean="0"/>
              <a:t>(1) public companies evaluate and disclose the effectiveness of their internal fi </a:t>
            </a:r>
            <a:r>
              <a:rPr lang="en-US" dirty="0" err="1" smtClean="0"/>
              <a:t>nancial</a:t>
            </a:r>
            <a:r>
              <a:rPr lang="en-US" dirty="0" smtClean="0"/>
              <a:t> controls</a:t>
            </a:r>
          </a:p>
          <a:p>
            <a:r>
              <a:rPr lang="en-US" dirty="0" smtClean="0"/>
              <a:t>(2) independent auditors for these companies agree to this disclosure. </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8</a:t>
            </a:fld>
            <a:endParaRPr lang="en-US"/>
          </a:p>
        </p:txBody>
      </p:sp>
    </p:spTree>
    <p:extLst>
      <p:ext uri="{BB962C8B-B14F-4D97-AF65-F5344CB8AC3E}">
        <p14:creationId xmlns:p14="http://schemas.microsoft.com/office/powerpoint/2010/main" val="1870076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Data Governance: </a:t>
            </a:r>
            <a:r>
              <a:rPr lang="en-US" dirty="0" smtClean="0"/>
              <a:t>is an approach to managing information across an entire organization involving a formal set of unambiguous rules for creating, collecting, handling, and protecting its information.</a:t>
            </a:r>
          </a:p>
          <a:p>
            <a:r>
              <a:rPr lang="en-US" b="1" dirty="0" smtClean="0"/>
              <a:t>Master Data Management: </a:t>
            </a:r>
            <a:r>
              <a:rPr lang="en-US" dirty="0" smtClean="0"/>
              <a:t>a strategy for data governance involving a process that spans all organizational business processes and applications providing companies with the ability to store, maintain, exchange, and synchronize a consistent, accurate, and timely for the company’s master data.</a:t>
            </a:r>
          </a:p>
          <a:p>
            <a:r>
              <a:rPr lang="en-US" b="1" dirty="0" smtClean="0"/>
              <a:t>Master Data: </a:t>
            </a:r>
            <a:r>
              <a:rPr lang="en-US" dirty="0" smtClean="0"/>
              <a:t>a set of core data (e.g., customer, product, employee, vendor, geographic location, etc.) that span the enterprise information systems.</a:t>
            </a:r>
          </a:p>
        </p:txBody>
      </p:sp>
      <p:sp>
        <p:nvSpPr>
          <p:cNvPr id="4" name="Slide Number Placeholder 3"/>
          <p:cNvSpPr>
            <a:spLocks noGrp="1"/>
          </p:cNvSpPr>
          <p:nvPr>
            <p:ph type="sldNum" sz="quarter" idx="10"/>
          </p:nvPr>
        </p:nvSpPr>
        <p:spPr/>
        <p:txBody>
          <a:bodyPr/>
          <a:lstStyle/>
          <a:p>
            <a:fld id="{2CF41C25-7A1F-47FB-B705-003A328B9163}" type="slidenum">
              <a:rPr lang="en-US" smtClean="0"/>
              <a:t>10</a:t>
            </a:fld>
            <a:endParaRPr lang="en-US"/>
          </a:p>
        </p:txBody>
      </p:sp>
    </p:spTree>
    <p:extLst>
      <p:ext uri="{BB962C8B-B14F-4D97-AF65-F5344CB8AC3E}">
        <p14:creationId xmlns:p14="http://schemas.microsoft.com/office/powerpoint/2010/main" val="2752012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Data File: </a:t>
            </a:r>
            <a:r>
              <a:rPr lang="en-US" dirty="0" smtClean="0"/>
              <a:t>a collection of logically related records.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11</a:t>
            </a:fld>
            <a:endParaRPr lang="en-US"/>
          </a:p>
        </p:txBody>
      </p:sp>
    </p:spTree>
    <p:extLst>
      <p:ext uri="{BB962C8B-B14F-4D97-AF65-F5344CB8AC3E}">
        <p14:creationId xmlns:p14="http://schemas.microsoft.com/office/powerpoint/2010/main" val="40371775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Bit (binary digit): </a:t>
            </a:r>
            <a:r>
              <a:rPr lang="en-US" dirty="0" smtClean="0"/>
              <a:t>represents the smallest unit of data a computer can process and it consists only of a 0 or a 1.</a:t>
            </a:r>
          </a:p>
          <a:p>
            <a:r>
              <a:rPr lang="en-US" b="1" dirty="0" smtClean="0"/>
              <a:t>Byte: </a:t>
            </a:r>
            <a:r>
              <a:rPr lang="en-US" dirty="0" smtClean="0"/>
              <a:t>A group of eight bits represents a single character (letter, number, or symbol).</a:t>
            </a:r>
          </a:p>
          <a:p>
            <a:r>
              <a:rPr lang="en-US" b="1" dirty="0" smtClean="0"/>
              <a:t>Field: </a:t>
            </a:r>
            <a:r>
              <a:rPr lang="en-US" dirty="0" smtClean="0"/>
              <a:t>A column of data containing a logical grouping of characters into a word, a small group of words (e.g., last name, social security number, etc.).</a:t>
            </a:r>
          </a:p>
          <a:p>
            <a:r>
              <a:rPr lang="en-US" b="1" dirty="0" smtClean="0"/>
              <a:t>Record: </a:t>
            </a:r>
            <a:r>
              <a:rPr lang="en-US" dirty="0" smtClean="0"/>
              <a:t>A logical grouping of related fi </a:t>
            </a:r>
            <a:r>
              <a:rPr lang="en-US" dirty="0" err="1" smtClean="0"/>
              <a:t>elds</a:t>
            </a:r>
            <a:r>
              <a:rPr lang="en-US" dirty="0" smtClean="0"/>
              <a:t> in a row (e.g., student’s name, the courses taken, the date, and the grade).</a:t>
            </a:r>
          </a:p>
          <a:p>
            <a:r>
              <a:rPr lang="en-US" b="1" dirty="0" smtClean="0"/>
              <a:t>Data File: </a:t>
            </a:r>
            <a:r>
              <a:rPr lang="en-US" dirty="0" smtClean="0"/>
              <a:t>logical grouping of related records is called a data file or a table similar in appearance to a </a:t>
            </a:r>
            <a:r>
              <a:rPr lang="en-US" dirty="0" err="1" smtClean="0"/>
              <a:t>speadsheet</a:t>
            </a:r>
            <a:r>
              <a:rPr lang="en-US" dirty="0" smtClean="0"/>
              <a:t> in Excel consisting of multiple columns and multiple rows.</a:t>
            </a:r>
          </a:p>
          <a:p>
            <a:r>
              <a:rPr lang="en-US" b="1" dirty="0" smtClean="0"/>
              <a:t>Database: </a:t>
            </a:r>
            <a:r>
              <a:rPr lang="en-US" dirty="0" smtClean="0"/>
              <a:t>logical grouping of related data files (aka database tables).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16</a:t>
            </a:fld>
            <a:endParaRPr lang="en-US"/>
          </a:p>
        </p:txBody>
      </p:sp>
    </p:spTree>
    <p:extLst>
      <p:ext uri="{BB962C8B-B14F-4D97-AF65-F5344CB8AC3E}">
        <p14:creationId xmlns:p14="http://schemas.microsoft.com/office/powerpoint/2010/main" val="3891358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Database Management System (DBMS): </a:t>
            </a:r>
            <a:r>
              <a:rPr lang="en-US" dirty="0" smtClean="0"/>
              <a:t>a set of programs that provide users with tools to create and manage a database.</a:t>
            </a:r>
          </a:p>
          <a:p>
            <a:r>
              <a:rPr lang="en-US" b="1" dirty="0" smtClean="0"/>
              <a:t>Relational Database Model: </a:t>
            </a:r>
            <a:r>
              <a:rPr lang="en-US" dirty="0" smtClean="0"/>
              <a:t>is based on the concept of two-dimensional tables and is usually designed with a number of related tables with each of these tables contains records (listed in rows) and attributes (listed in columns).</a:t>
            </a:r>
          </a:p>
          <a:p>
            <a:r>
              <a:rPr lang="en-US" b="1" dirty="0" smtClean="0"/>
              <a:t>Data Model:</a:t>
            </a:r>
            <a:r>
              <a:rPr lang="en-US" dirty="0" smtClean="0"/>
              <a:t> a diagram that represents entities in the database and their relationships.</a:t>
            </a:r>
          </a:p>
          <a:p>
            <a:r>
              <a:rPr lang="en-US" b="1" dirty="0" smtClean="0"/>
              <a:t>Entity: </a:t>
            </a:r>
            <a:r>
              <a:rPr lang="en-US" dirty="0" smtClean="0"/>
              <a:t>a person, place, thing, or event (e.g., customer, an employee, or a product).</a:t>
            </a:r>
          </a:p>
          <a:p>
            <a:r>
              <a:rPr lang="en-US" b="1" dirty="0" smtClean="0"/>
              <a:t>Record: </a:t>
            </a:r>
            <a:r>
              <a:rPr lang="en-US" dirty="0" smtClean="0"/>
              <a:t>generally describes an entity and an instance of an entity refers to each row in a relational table.</a:t>
            </a:r>
          </a:p>
          <a:p>
            <a:r>
              <a:rPr lang="en-US" b="1" dirty="0" smtClean="0"/>
              <a:t>Attribute: </a:t>
            </a:r>
            <a:r>
              <a:rPr lang="en-US" dirty="0" smtClean="0"/>
              <a:t>each characteristic or quality of a particular entity.</a:t>
            </a:r>
          </a:p>
          <a:p>
            <a:r>
              <a:rPr lang="en-US" b="1" dirty="0" smtClean="0"/>
              <a:t>Primary Key: </a:t>
            </a:r>
            <a:r>
              <a:rPr lang="en-US" dirty="0" smtClean="0"/>
              <a:t>a field in a database that uniquely identify each record so that it can be retrieved, updated, and sorted.</a:t>
            </a:r>
          </a:p>
          <a:p>
            <a:r>
              <a:rPr lang="en-US" b="1" dirty="0" smtClean="0"/>
              <a:t>Secondary Key: </a:t>
            </a:r>
            <a:r>
              <a:rPr lang="en-US" dirty="0" smtClean="0"/>
              <a:t>a field that has some identifying information, but typically does not identify the record with complete accuracy and therefore cannot serve at the Primary Key.</a:t>
            </a:r>
          </a:p>
          <a:p>
            <a:r>
              <a:rPr lang="en-US" b="1" dirty="0" smtClean="0"/>
              <a:t>Foreign Key: </a:t>
            </a:r>
            <a:r>
              <a:rPr lang="en-US" dirty="0" smtClean="0"/>
              <a:t>a field (or group of fields) in one table that uniquely identifies a row of another table. It is used to establish and enforce a link between two tables.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18</a:t>
            </a:fld>
            <a:endParaRPr lang="en-US"/>
          </a:p>
        </p:txBody>
      </p:sp>
    </p:spTree>
    <p:extLst>
      <p:ext uri="{BB962C8B-B14F-4D97-AF65-F5344CB8AC3E}">
        <p14:creationId xmlns:p14="http://schemas.microsoft.com/office/powerpoint/2010/main" val="22970875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Primary Key: </a:t>
            </a:r>
            <a:r>
              <a:rPr lang="en-US" dirty="0" smtClean="0"/>
              <a:t>a field in a database that uniquely identify each record so that it can be retrieved, updated, and sorted.</a:t>
            </a:r>
          </a:p>
          <a:p>
            <a:r>
              <a:rPr lang="en-US" b="1" dirty="0" smtClean="0"/>
              <a:t>Secondary Key: </a:t>
            </a:r>
            <a:r>
              <a:rPr lang="en-US" dirty="0" smtClean="0"/>
              <a:t>a field that has some identifying information, but typically does not identify the record with complete accuracy and therefore cannot serve at the Primary Key.</a:t>
            </a:r>
          </a:p>
          <a:p>
            <a:r>
              <a:rPr lang="en-US" b="1" dirty="0" smtClean="0"/>
              <a:t>Foreign Key: </a:t>
            </a:r>
            <a:r>
              <a:rPr lang="en-US" dirty="0" smtClean="0"/>
              <a:t>a field (or group of fields) in one table that uniquely identifies a row of another table. It is used to establish and enforce a link between two tables.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19</a:t>
            </a:fld>
            <a:endParaRPr lang="en-US"/>
          </a:p>
        </p:txBody>
      </p:sp>
    </p:spTree>
    <p:extLst>
      <p:ext uri="{BB962C8B-B14F-4D97-AF65-F5344CB8AC3E}">
        <p14:creationId xmlns:p14="http://schemas.microsoft.com/office/powerpoint/2010/main" val="35324313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Gartner (www.gartner.com): </a:t>
            </a:r>
            <a:r>
              <a:rPr lang="en-US" sz="1200" b="0" i="0" u="none" strike="noStrike" kern="1200" baseline="0" dirty="0" smtClean="0">
                <a:solidFill>
                  <a:schemeClr val="tx1"/>
                </a:solidFill>
                <a:latin typeface="+mn-lt"/>
                <a:ea typeface="+mn-ea"/>
                <a:cs typeface="+mn-cs"/>
              </a:rPr>
              <a:t>defines Big Data as diverse, high volume, high-velocity information assets that require new forms of processing to enable enhanced decision making, insight discovery, and process optimization. </a:t>
            </a:r>
          </a:p>
          <a:p>
            <a:r>
              <a:rPr lang="en-US" sz="1200" b="1" i="0" u="none" strike="noStrike" kern="1200" baseline="0" dirty="0" smtClean="0">
                <a:solidFill>
                  <a:schemeClr val="tx1"/>
                </a:solidFill>
                <a:latin typeface="+mn-lt"/>
                <a:ea typeface="+mn-ea"/>
                <a:cs typeface="+mn-cs"/>
              </a:rPr>
              <a:t>Big Data Institute (TBDI; www.the-bigdatainstitute.com): </a:t>
            </a:r>
            <a:r>
              <a:rPr lang="en-US" sz="1200" b="0" i="0" u="none" strike="noStrike" kern="1200" baseline="0" dirty="0" smtClean="0">
                <a:solidFill>
                  <a:schemeClr val="tx1"/>
                </a:solidFill>
                <a:latin typeface="+mn-lt"/>
                <a:ea typeface="+mn-ea"/>
                <a:cs typeface="+mn-cs"/>
              </a:rPr>
              <a:t>defines Big Data as vast datasets that:</a:t>
            </a:r>
          </a:p>
          <a:p>
            <a:pPr marL="171450" indent="-171450">
              <a:buFont typeface="Arial" panose="020B0604020202020204" pitchFamily="34" charset="0"/>
              <a:buChar char="•"/>
            </a:pPr>
            <a:r>
              <a:rPr lang="en-US" sz="1200" b="0" i="0" u="none" strike="noStrike" kern="1200" baseline="0" dirty="0" smtClean="0">
                <a:solidFill>
                  <a:schemeClr val="tx1"/>
                </a:solidFill>
                <a:latin typeface="+mn-lt"/>
                <a:ea typeface="+mn-ea"/>
                <a:cs typeface="+mn-cs"/>
              </a:rPr>
              <a:t>Exhibit variety;</a:t>
            </a:r>
          </a:p>
          <a:p>
            <a:pPr marL="171450" indent="-171450">
              <a:buFont typeface="Arial" panose="020B0604020202020204" pitchFamily="34" charset="0"/>
              <a:buChar char="•"/>
            </a:pPr>
            <a:r>
              <a:rPr lang="en-US" sz="1200" b="0" i="0" u="none" strike="noStrike" kern="1200" baseline="0" dirty="0" smtClean="0">
                <a:solidFill>
                  <a:schemeClr val="tx1"/>
                </a:solidFill>
                <a:latin typeface="+mn-lt"/>
                <a:ea typeface="+mn-ea"/>
                <a:cs typeface="+mn-cs"/>
              </a:rPr>
              <a:t>Include structured, unstructured, and semi-structured data;</a:t>
            </a:r>
          </a:p>
          <a:p>
            <a:pPr marL="171450" indent="-171450">
              <a:buFont typeface="Arial" panose="020B0604020202020204" pitchFamily="34" charset="0"/>
              <a:buChar char="•"/>
            </a:pPr>
            <a:r>
              <a:rPr lang="en-US" sz="1200" b="0" i="0" u="none" strike="noStrike" kern="1200" baseline="0" dirty="0" smtClean="0">
                <a:solidFill>
                  <a:schemeClr val="tx1"/>
                </a:solidFill>
                <a:latin typeface="+mn-lt"/>
                <a:ea typeface="+mn-ea"/>
                <a:cs typeface="+mn-cs"/>
              </a:rPr>
              <a:t>Are generated at high velocity with an uncertain pattern;</a:t>
            </a:r>
          </a:p>
          <a:p>
            <a:pPr marL="171450" indent="-171450">
              <a:buFont typeface="Arial" panose="020B0604020202020204" pitchFamily="34" charset="0"/>
              <a:buChar char="•"/>
            </a:pPr>
            <a:r>
              <a:rPr lang="en-US" sz="1200" b="0" i="0" u="none" strike="noStrike" kern="1200" baseline="0" dirty="0" smtClean="0">
                <a:solidFill>
                  <a:schemeClr val="tx1"/>
                </a:solidFill>
                <a:latin typeface="+mn-lt"/>
                <a:ea typeface="+mn-ea"/>
                <a:cs typeface="+mn-cs"/>
              </a:rPr>
              <a:t>Do not fit neatly into traditional, structured, relational databases; and</a:t>
            </a:r>
          </a:p>
          <a:p>
            <a:pPr marL="171450" indent="-171450">
              <a:buFont typeface="Arial" panose="020B0604020202020204" pitchFamily="34" charset="0"/>
              <a:buChar char="•"/>
            </a:pPr>
            <a:r>
              <a:rPr lang="en-US" sz="1200" b="0" i="0" u="none" strike="noStrike" kern="1200" baseline="0" dirty="0" smtClean="0">
                <a:solidFill>
                  <a:schemeClr val="tx1"/>
                </a:solidFill>
                <a:latin typeface="+mn-lt"/>
                <a:ea typeface="+mn-ea"/>
                <a:cs typeface="+mn-cs"/>
              </a:rPr>
              <a:t>Can be captured, processed, transformed, and analyzed in a reasonable amount of time only by sophisticated information systems.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22</a:t>
            </a:fld>
            <a:endParaRPr lang="en-US"/>
          </a:p>
        </p:txBody>
      </p:sp>
    </p:spTree>
    <p:extLst>
      <p:ext uri="{BB962C8B-B14F-4D97-AF65-F5344CB8AC3E}">
        <p14:creationId xmlns:p14="http://schemas.microsoft.com/office/powerpoint/2010/main" val="28505505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Gartner (www.gartner.com): </a:t>
            </a:r>
            <a:r>
              <a:rPr lang="en-US" sz="1200" b="0" i="0" u="none" strike="noStrike" kern="1200" baseline="0" dirty="0" smtClean="0">
                <a:solidFill>
                  <a:schemeClr val="tx1"/>
                </a:solidFill>
                <a:latin typeface="+mn-lt"/>
                <a:ea typeface="+mn-ea"/>
                <a:cs typeface="+mn-cs"/>
              </a:rPr>
              <a:t>defines Big Data as diverse, high volume, high-velocity information assets that require new forms of processing to enable enhanced decision making, insight discovery, and process optimization. </a:t>
            </a:r>
          </a:p>
          <a:p>
            <a:r>
              <a:rPr lang="en-US" sz="1200" b="1" i="0" u="none" strike="noStrike" kern="1200" baseline="0" dirty="0" smtClean="0">
                <a:solidFill>
                  <a:schemeClr val="tx1"/>
                </a:solidFill>
                <a:latin typeface="+mn-lt"/>
                <a:ea typeface="+mn-ea"/>
                <a:cs typeface="+mn-cs"/>
              </a:rPr>
              <a:t>Big Data Institute (TBDI; www.the-bigdatainstitute.com): </a:t>
            </a:r>
            <a:r>
              <a:rPr lang="en-US" sz="1200" b="0" i="0" u="none" strike="noStrike" kern="1200" baseline="0" dirty="0" smtClean="0">
                <a:solidFill>
                  <a:schemeClr val="tx1"/>
                </a:solidFill>
                <a:latin typeface="+mn-lt"/>
                <a:ea typeface="+mn-ea"/>
                <a:cs typeface="+mn-cs"/>
              </a:rPr>
              <a:t>defines Big Data as vast datasets that:</a:t>
            </a:r>
          </a:p>
          <a:p>
            <a:pPr marL="171450" indent="-171450">
              <a:buFont typeface="Arial" panose="020B0604020202020204" pitchFamily="34" charset="0"/>
              <a:buChar char="•"/>
            </a:pPr>
            <a:r>
              <a:rPr lang="en-US" sz="1200" b="0" i="0" u="none" strike="noStrike" kern="1200" baseline="0" dirty="0" smtClean="0">
                <a:solidFill>
                  <a:schemeClr val="tx1"/>
                </a:solidFill>
                <a:latin typeface="+mn-lt"/>
                <a:ea typeface="+mn-ea"/>
                <a:cs typeface="+mn-cs"/>
              </a:rPr>
              <a:t>Exhibit variety;</a:t>
            </a:r>
          </a:p>
          <a:p>
            <a:pPr marL="171450" indent="-171450">
              <a:buFont typeface="Arial" panose="020B0604020202020204" pitchFamily="34" charset="0"/>
              <a:buChar char="•"/>
            </a:pPr>
            <a:r>
              <a:rPr lang="en-US" sz="1200" b="0" i="0" u="none" strike="noStrike" kern="1200" baseline="0" dirty="0" smtClean="0">
                <a:solidFill>
                  <a:schemeClr val="tx1"/>
                </a:solidFill>
                <a:latin typeface="+mn-lt"/>
                <a:ea typeface="+mn-ea"/>
                <a:cs typeface="+mn-cs"/>
              </a:rPr>
              <a:t>Include structured, unstructured, and semi-structured data;</a:t>
            </a:r>
          </a:p>
          <a:p>
            <a:pPr marL="171450" indent="-171450">
              <a:buFont typeface="Arial" panose="020B0604020202020204" pitchFamily="34" charset="0"/>
              <a:buChar char="•"/>
            </a:pPr>
            <a:r>
              <a:rPr lang="en-US" sz="1200" b="0" i="0" u="none" strike="noStrike" kern="1200" baseline="0" dirty="0" smtClean="0">
                <a:solidFill>
                  <a:schemeClr val="tx1"/>
                </a:solidFill>
                <a:latin typeface="+mn-lt"/>
                <a:ea typeface="+mn-ea"/>
                <a:cs typeface="+mn-cs"/>
              </a:rPr>
              <a:t>Are generated at high velocity with an uncertain pattern;</a:t>
            </a:r>
          </a:p>
          <a:p>
            <a:pPr marL="171450" indent="-171450">
              <a:buFont typeface="Arial" panose="020B0604020202020204" pitchFamily="34" charset="0"/>
              <a:buChar char="•"/>
            </a:pPr>
            <a:r>
              <a:rPr lang="en-US" sz="1200" b="0" i="0" u="none" strike="noStrike" kern="1200" baseline="0" dirty="0" smtClean="0">
                <a:solidFill>
                  <a:schemeClr val="tx1"/>
                </a:solidFill>
                <a:latin typeface="+mn-lt"/>
                <a:ea typeface="+mn-ea"/>
                <a:cs typeface="+mn-cs"/>
              </a:rPr>
              <a:t>Do not fit neatly into traditional, structured, relational databases; and</a:t>
            </a:r>
          </a:p>
          <a:p>
            <a:pPr marL="171450" indent="-171450">
              <a:buFont typeface="Arial" panose="020B0604020202020204" pitchFamily="34" charset="0"/>
              <a:buChar char="•"/>
            </a:pPr>
            <a:r>
              <a:rPr lang="en-US" sz="1200" b="0" i="0" u="none" strike="noStrike" kern="1200" baseline="0" dirty="0" smtClean="0">
                <a:solidFill>
                  <a:schemeClr val="tx1"/>
                </a:solidFill>
                <a:latin typeface="+mn-lt"/>
                <a:ea typeface="+mn-ea"/>
                <a:cs typeface="+mn-cs"/>
              </a:rPr>
              <a:t>Can be captured, processed, transformed, and analyzed in a reasonable amount of time only by sophisticated information systems.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23</a:t>
            </a:fld>
            <a:endParaRPr lang="en-US"/>
          </a:p>
        </p:txBody>
      </p:sp>
    </p:spTree>
    <p:extLst>
      <p:ext uri="{BB962C8B-B14F-4D97-AF65-F5344CB8AC3E}">
        <p14:creationId xmlns:p14="http://schemas.microsoft.com/office/powerpoint/2010/main" val="28505505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Gartner (www.gartner.com): </a:t>
            </a:r>
            <a:r>
              <a:rPr lang="en-US" sz="1200" b="0" i="0" u="none" strike="noStrike" kern="1200" baseline="0" dirty="0" smtClean="0">
                <a:solidFill>
                  <a:schemeClr val="tx1"/>
                </a:solidFill>
                <a:latin typeface="+mn-lt"/>
                <a:ea typeface="+mn-ea"/>
                <a:cs typeface="+mn-cs"/>
              </a:rPr>
              <a:t>defines Big Data as diverse, high volume, high-velocity information assets that require new forms of processing to enable enhanced decision making, insight discovery, and process optimization. </a:t>
            </a:r>
          </a:p>
          <a:p>
            <a:r>
              <a:rPr lang="en-US" sz="1200" b="1" i="0" u="none" strike="noStrike" kern="1200" baseline="0" dirty="0" smtClean="0">
                <a:solidFill>
                  <a:schemeClr val="tx1"/>
                </a:solidFill>
                <a:latin typeface="+mn-lt"/>
                <a:ea typeface="+mn-ea"/>
                <a:cs typeface="+mn-cs"/>
              </a:rPr>
              <a:t>Big Data Institute (TBDI; www.the-bigdatainstitute.com): </a:t>
            </a:r>
            <a:r>
              <a:rPr lang="en-US" sz="1200" b="0" i="0" u="none" strike="noStrike" kern="1200" baseline="0" dirty="0" smtClean="0">
                <a:solidFill>
                  <a:schemeClr val="tx1"/>
                </a:solidFill>
                <a:latin typeface="+mn-lt"/>
                <a:ea typeface="+mn-ea"/>
                <a:cs typeface="+mn-cs"/>
              </a:rPr>
              <a:t>defines Big Data as vast datasets that:</a:t>
            </a:r>
          </a:p>
          <a:p>
            <a:pPr marL="171450" indent="-171450">
              <a:buFont typeface="Arial" panose="020B0604020202020204" pitchFamily="34" charset="0"/>
              <a:buChar char="•"/>
            </a:pPr>
            <a:r>
              <a:rPr lang="en-US" sz="1200" b="0" i="0" u="none" strike="noStrike" kern="1200" baseline="0" dirty="0" smtClean="0">
                <a:solidFill>
                  <a:schemeClr val="tx1"/>
                </a:solidFill>
                <a:latin typeface="+mn-lt"/>
                <a:ea typeface="+mn-ea"/>
                <a:cs typeface="+mn-cs"/>
              </a:rPr>
              <a:t>Exhibit variety;</a:t>
            </a:r>
          </a:p>
          <a:p>
            <a:pPr marL="171450" indent="-171450">
              <a:buFont typeface="Arial" panose="020B0604020202020204" pitchFamily="34" charset="0"/>
              <a:buChar char="•"/>
            </a:pPr>
            <a:r>
              <a:rPr lang="en-US" sz="1200" b="0" i="0" u="none" strike="noStrike" kern="1200" baseline="0" dirty="0" smtClean="0">
                <a:solidFill>
                  <a:schemeClr val="tx1"/>
                </a:solidFill>
                <a:latin typeface="+mn-lt"/>
                <a:ea typeface="+mn-ea"/>
                <a:cs typeface="+mn-cs"/>
              </a:rPr>
              <a:t>Include structured, unstructured, and semi-structured data;</a:t>
            </a:r>
          </a:p>
          <a:p>
            <a:pPr marL="171450" indent="-171450">
              <a:buFont typeface="Arial" panose="020B0604020202020204" pitchFamily="34" charset="0"/>
              <a:buChar char="•"/>
            </a:pPr>
            <a:r>
              <a:rPr lang="en-US" sz="1200" b="0" i="0" u="none" strike="noStrike" kern="1200" baseline="0" dirty="0" smtClean="0">
                <a:solidFill>
                  <a:schemeClr val="tx1"/>
                </a:solidFill>
                <a:latin typeface="+mn-lt"/>
                <a:ea typeface="+mn-ea"/>
                <a:cs typeface="+mn-cs"/>
              </a:rPr>
              <a:t>Are generated at high velocity with an uncertain pattern;</a:t>
            </a:r>
          </a:p>
          <a:p>
            <a:pPr marL="171450" indent="-171450">
              <a:buFont typeface="Arial" panose="020B0604020202020204" pitchFamily="34" charset="0"/>
              <a:buChar char="•"/>
            </a:pPr>
            <a:r>
              <a:rPr lang="en-US" sz="1200" b="0" i="0" u="none" strike="noStrike" kern="1200" baseline="0" dirty="0" smtClean="0">
                <a:solidFill>
                  <a:schemeClr val="tx1"/>
                </a:solidFill>
                <a:latin typeface="+mn-lt"/>
                <a:ea typeface="+mn-ea"/>
                <a:cs typeface="+mn-cs"/>
              </a:rPr>
              <a:t>Do not fit neatly into traditional, structured, relational databases; and</a:t>
            </a:r>
          </a:p>
          <a:p>
            <a:pPr marL="171450" indent="-171450">
              <a:buFont typeface="Arial" panose="020B0604020202020204" pitchFamily="34" charset="0"/>
              <a:buChar char="•"/>
            </a:pPr>
            <a:r>
              <a:rPr lang="en-US" sz="1200" b="0" i="0" u="none" strike="noStrike" kern="1200" baseline="0" dirty="0" smtClean="0">
                <a:solidFill>
                  <a:schemeClr val="tx1"/>
                </a:solidFill>
                <a:latin typeface="+mn-lt"/>
                <a:ea typeface="+mn-ea"/>
                <a:cs typeface="+mn-cs"/>
              </a:rPr>
              <a:t>Can be captured, processed, transformed, and analyzed in a reasonable amount of time only by sophisticated information systems.</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24</a:t>
            </a:fld>
            <a:endParaRPr lang="en-US"/>
          </a:p>
        </p:txBody>
      </p:sp>
    </p:spTree>
    <p:extLst>
      <p:ext uri="{BB962C8B-B14F-4D97-AF65-F5344CB8AC3E}">
        <p14:creationId xmlns:p14="http://schemas.microsoft.com/office/powerpoint/2010/main" val="28505505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Volume: </a:t>
            </a:r>
            <a:r>
              <a:rPr lang="en-US" dirty="0" smtClean="0"/>
              <a:t>incredible volume of data.</a:t>
            </a:r>
          </a:p>
          <a:p>
            <a:r>
              <a:rPr lang="en-US" b="1" dirty="0" smtClean="0"/>
              <a:t>Velocity: </a:t>
            </a:r>
            <a:r>
              <a:rPr lang="en-US" dirty="0" smtClean="0"/>
              <a:t>The rate at which data flow into an organization is rapidly increasing and it is critical because it increases the speed of the feedback loop between a company and its customers. </a:t>
            </a:r>
          </a:p>
          <a:p>
            <a:r>
              <a:rPr lang="en-US" b="1" dirty="0" smtClean="0"/>
              <a:t>Variety: </a:t>
            </a:r>
            <a:r>
              <a:rPr lang="en-US" dirty="0" smtClean="0"/>
              <a:t>Big Data formats change rapidly and can include </a:t>
            </a:r>
            <a:r>
              <a:rPr lang="en-US" dirty="0" err="1" smtClean="0"/>
              <a:t>include</a:t>
            </a:r>
            <a:r>
              <a:rPr lang="en-US" dirty="0" smtClean="0"/>
              <a:t> satellite imagery, broadcast audio streams, digital music files, Web page content.</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25</a:t>
            </a:fld>
            <a:endParaRPr lang="en-US"/>
          </a:p>
        </p:txBody>
      </p:sp>
    </p:spTree>
    <p:extLst>
      <p:ext uri="{BB962C8B-B14F-4D97-AF65-F5344CB8AC3E}">
        <p14:creationId xmlns:p14="http://schemas.microsoft.com/office/powerpoint/2010/main" val="3462345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Big Data can come from </a:t>
            </a:r>
            <a:r>
              <a:rPr lang="en-US" b="1" dirty="0" smtClean="0"/>
              <a:t>untrusted sources</a:t>
            </a:r>
            <a:r>
              <a:rPr lang="en-US" dirty="0" smtClean="0"/>
              <a:t>.</a:t>
            </a:r>
          </a:p>
          <a:p>
            <a:r>
              <a:rPr lang="en-US" b="1" dirty="0" smtClean="0"/>
              <a:t>Big Data is dirty: </a:t>
            </a:r>
            <a:r>
              <a:rPr lang="en-US" dirty="0" smtClean="0"/>
              <a:t>Dirty data refers to inaccurate, incomplete, incorrect, duplicate, or erroneous data.</a:t>
            </a:r>
          </a:p>
          <a:p>
            <a:r>
              <a:rPr lang="en-US" b="1" dirty="0" smtClean="0"/>
              <a:t>Big Data changes</a:t>
            </a:r>
            <a:r>
              <a:rPr lang="en-US" dirty="0" smtClean="0"/>
              <a:t>, especially in data streams: Organizations must be aware that data quality in an analysis can change, or the data itself can change, because the conditions under which the data are captured can change.</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26</a:t>
            </a:fld>
            <a:endParaRPr lang="en-US"/>
          </a:p>
        </p:txBody>
      </p:sp>
    </p:spTree>
    <p:extLst>
      <p:ext uri="{BB962C8B-B14F-4D97-AF65-F5344CB8AC3E}">
        <p14:creationId xmlns:p14="http://schemas.microsoft.com/office/powerpoint/2010/main" val="41564688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p:txBody>
      </p:sp>
      <p:sp>
        <p:nvSpPr>
          <p:cNvPr id="4" name="Slide Number Placeholder 3"/>
          <p:cNvSpPr>
            <a:spLocks noGrp="1"/>
          </p:cNvSpPr>
          <p:nvPr>
            <p:ph type="sldNum" sz="quarter" idx="10"/>
          </p:nvPr>
        </p:nvSpPr>
        <p:spPr/>
        <p:txBody>
          <a:bodyPr/>
          <a:lstStyle/>
          <a:p>
            <a:fld id="{2CF41C25-7A1F-47FB-B705-003A328B9163}" type="slidenum">
              <a:rPr lang="en-US" smtClean="0"/>
              <a:t>27</a:t>
            </a:fld>
            <a:endParaRPr lang="en-US"/>
          </a:p>
        </p:txBody>
      </p:sp>
    </p:spTree>
    <p:extLst>
      <p:ext uri="{BB962C8B-B14F-4D97-AF65-F5344CB8AC3E}">
        <p14:creationId xmlns:p14="http://schemas.microsoft.com/office/powerpoint/2010/main" val="28259578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First Step: </a:t>
            </a:r>
            <a:r>
              <a:rPr lang="en-US" dirty="0" smtClean="0"/>
              <a:t>integrate information silos into a database environment and develop data warehouses for decision making.</a:t>
            </a:r>
          </a:p>
          <a:p>
            <a:r>
              <a:rPr lang="en-US" b="1" dirty="0" smtClean="0"/>
              <a:t>Second Step: </a:t>
            </a:r>
            <a:r>
              <a:rPr lang="en-US" dirty="0" smtClean="0"/>
              <a:t>making sense of their proliferating data.</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Information Silo: </a:t>
            </a:r>
            <a:r>
              <a:rPr lang="en-US" dirty="0" smtClean="0"/>
              <a:t>is an information system that does not communicate with other, related information systems in an organization.</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28</a:t>
            </a:fld>
            <a:endParaRPr lang="en-US"/>
          </a:p>
        </p:txBody>
      </p:sp>
    </p:spTree>
    <p:extLst>
      <p:ext uri="{BB962C8B-B14F-4D97-AF65-F5344CB8AC3E}">
        <p14:creationId xmlns:p14="http://schemas.microsoft.com/office/powerpoint/2010/main" val="9370198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Many organizations are turning to NoSQL </a:t>
            </a:r>
            <a:r>
              <a:rPr lang="en-US" b="1" dirty="0" smtClean="0"/>
              <a:t>databases</a:t>
            </a:r>
            <a:r>
              <a:rPr lang="en-US" dirty="0" smtClean="0"/>
              <a:t> (think of them as “not only SQL” (structured query language) databases) to process Big Data.</a:t>
            </a: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t>NoSQL Database: </a:t>
            </a:r>
            <a:r>
              <a:rPr lang="en-US" dirty="0" smtClean="0"/>
              <a:t>can manipulate structured as well as unstructured data and inconsistent or missing data providing an alternative for firms that have more and different kinds of data (Big Data) in addition to the traditional, structured data that fit neatly into the rows and columns of relational databases.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29</a:t>
            </a:fld>
            <a:endParaRPr lang="en-US"/>
          </a:p>
        </p:txBody>
      </p:sp>
    </p:spTree>
    <p:extLst>
      <p:ext uri="{BB962C8B-B14F-4D97-AF65-F5344CB8AC3E}">
        <p14:creationId xmlns:p14="http://schemas.microsoft.com/office/powerpoint/2010/main" val="9370198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Making Big Data Available: </a:t>
            </a:r>
            <a:r>
              <a:rPr lang="en-US" dirty="0" smtClean="0"/>
              <a:t>Making Big Data available for relevant stakeholders can help organizations gain value.</a:t>
            </a:r>
          </a:p>
          <a:p>
            <a:r>
              <a:rPr lang="en-US" b="1" dirty="0" smtClean="0"/>
              <a:t>Enabling Organizations to Conduct Experiments: </a:t>
            </a:r>
            <a:r>
              <a:rPr lang="en-US" dirty="0" smtClean="0"/>
              <a:t>Big Data allows organizations to improve performance by conducting controlled experiments. For example, Amazon (and many other companies such as Google and LinkedIn) constantly experiments by offering slight different “looks” on its Web site.</a:t>
            </a:r>
          </a:p>
          <a:p>
            <a:r>
              <a:rPr lang="en-US" b="1" dirty="0" smtClean="0"/>
              <a:t>Micro-Segmentation of Customers: </a:t>
            </a:r>
            <a:r>
              <a:rPr lang="en-US" dirty="0" smtClean="0"/>
              <a:t>Segmentation of a company’s customers means dividing them up into groups that share one or more characteristics.</a:t>
            </a:r>
          </a:p>
          <a:p>
            <a:r>
              <a:rPr lang="en-US" b="1" dirty="0" smtClean="0"/>
              <a:t>Creating New Business Models: </a:t>
            </a:r>
            <a:r>
              <a:rPr lang="en-US" dirty="0" smtClean="0"/>
              <a:t>Companies are able to use Big Data to create new business models. For example, a commercial transportation company operated a large fleet of large, long-haul trucks. </a:t>
            </a:r>
            <a:r>
              <a:rPr lang="en-US" dirty="0" err="1" smtClean="0"/>
              <a:t>Th</a:t>
            </a:r>
            <a:r>
              <a:rPr lang="en-US" dirty="0" smtClean="0"/>
              <a:t> e company recently placed sensors on all its trucks. These sensors wirelessly communicate large amounts of information to the company, a process called telematics. </a:t>
            </a:r>
            <a:r>
              <a:rPr lang="en-US" dirty="0" err="1" smtClean="0"/>
              <a:t>Th</a:t>
            </a:r>
            <a:r>
              <a:rPr lang="en-US" dirty="0" smtClean="0"/>
              <a:t> e sensors collect data on vehicle usage (including acceleration, braking, cornering, etc.), driver performance, and vehicle maintenance. By analyzing this Big Data, the transportation company was able to improve the condition of its trucks through near-real-time analysis that proactively suggested preventive maintenance.</a:t>
            </a:r>
          </a:p>
          <a:p>
            <a:r>
              <a:rPr lang="en-US" b="1" dirty="0" smtClean="0"/>
              <a:t>Organizations Can Analyze Far More Data: </a:t>
            </a:r>
            <a:r>
              <a:rPr lang="en-US" dirty="0" smtClean="0"/>
              <a:t>In some cases, organizations can even process all the data in a population relating to a particular phenomenon, meaning that they do not have to rely as much on sampling. </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31</a:t>
            </a:fld>
            <a:endParaRPr lang="en-US"/>
          </a:p>
        </p:txBody>
      </p:sp>
    </p:spTree>
    <p:extLst>
      <p:ext uri="{BB962C8B-B14F-4D97-AF65-F5344CB8AC3E}">
        <p14:creationId xmlns:p14="http://schemas.microsoft.com/office/powerpoint/2010/main" val="10791266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32</a:t>
            </a:fld>
            <a:endParaRPr lang="en-US"/>
          </a:p>
        </p:txBody>
      </p:sp>
    </p:spTree>
    <p:extLst>
      <p:ext uri="{BB962C8B-B14F-4D97-AF65-F5344CB8AC3E}">
        <p14:creationId xmlns:p14="http://schemas.microsoft.com/office/powerpoint/2010/main" val="9161501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Data Warehouse: </a:t>
            </a:r>
            <a:r>
              <a:rPr lang="en-US" dirty="0" smtClean="0"/>
              <a:t>a repository of historical data that are organized by subject to support decision makers in the organization.</a:t>
            </a:r>
          </a:p>
          <a:p>
            <a:r>
              <a:rPr lang="en-US" b="1" dirty="0" smtClean="0"/>
              <a:t>Data Mart: </a:t>
            </a:r>
            <a:r>
              <a:rPr lang="en-US" dirty="0" smtClean="0"/>
              <a:t>a low-cost, scaled-down version of a data warehouse that is designed for the end-user needs in a strategic business unit (SBU) or an individual department.</a:t>
            </a:r>
          </a:p>
          <a:p>
            <a:r>
              <a:rPr lang="en-US" b="1" dirty="0" smtClean="0"/>
              <a:t>Basic Characteristics of Data Warehouses and Data Marts:</a:t>
            </a:r>
          </a:p>
          <a:p>
            <a:r>
              <a:rPr lang="en-US" b="1" dirty="0" smtClean="0"/>
              <a:t>Organized by business dimension or subject </a:t>
            </a:r>
            <a:r>
              <a:rPr lang="en-US" dirty="0" smtClean="0"/>
              <a:t>- Data are organized by subject. For example, by customer, vendor, product, price level, and region. This arrangement differs from transactional systems, where data are organized by business process, such as order entry, inventory control, and accounts receivable.</a:t>
            </a:r>
          </a:p>
          <a:p>
            <a:r>
              <a:rPr lang="en-US" b="1" dirty="0" smtClean="0"/>
              <a:t>Use online analytical processing (OLAP)</a:t>
            </a:r>
          </a:p>
          <a:p>
            <a:r>
              <a:rPr lang="en-US" b="1" dirty="0" smtClean="0"/>
              <a:t>Integrated</a:t>
            </a:r>
            <a:r>
              <a:rPr lang="en-US" dirty="0" smtClean="0"/>
              <a:t> - Data are collected from multiple systems and then integrated around subjects.</a:t>
            </a:r>
          </a:p>
          <a:p>
            <a:r>
              <a:rPr lang="en-US" b="1" dirty="0" smtClean="0"/>
              <a:t>Time variant </a:t>
            </a:r>
            <a:r>
              <a:rPr lang="en-US" dirty="0" smtClean="0"/>
              <a:t>- Data warehouses and data marts maintain historical data (i.e., data that include time as a variable).</a:t>
            </a:r>
          </a:p>
          <a:p>
            <a:r>
              <a:rPr lang="en-US" b="1" dirty="0" smtClean="0"/>
              <a:t>Nonvolatile</a:t>
            </a:r>
            <a:r>
              <a:rPr lang="en-US" dirty="0" smtClean="0"/>
              <a:t> - Data warehouses and data marts are nonvolatile—that is, users cannot change or update the data.</a:t>
            </a:r>
          </a:p>
          <a:p>
            <a:r>
              <a:rPr lang="en-US" b="1" dirty="0" smtClean="0"/>
              <a:t>Multidimensional</a:t>
            </a:r>
            <a:r>
              <a:rPr lang="en-US" dirty="0" smtClean="0"/>
              <a:t> - Typically the data warehouse or mart uses a multidimensional data structure. Recall that relational databases store data in two-dimensional tables.</a:t>
            </a:r>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34</a:t>
            </a:fld>
            <a:endParaRPr lang="en-US"/>
          </a:p>
        </p:txBody>
      </p:sp>
    </p:spTree>
    <p:extLst>
      <p:ext uri="{BB962C8B-B14F-4D97-AF65-F5344CB8AC3E}">
        <p14:creationId xmlns:p14="http://schemas.microsoft.com/office/powerpoint/2010/main" val="277858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Source Systems: </a:t>
            </a:r>
            <a:r>
              <a:rPr lang="en-US" dirty="0" smtClean="0"/>
              <a:t>Systems that provide a source of organizational data. </a:t>
            </a:r>
          </a:p>
          <a:p>
            <a:r>
              <a:rPr lang="en-US" b="1" dirty="0" smtClean="0"/>
              <a:t>Data Integration: </a:t>
            </a:r>
            <a:r>
              <a:rPr lang="en-US" dirty="0" smtClean="0"/>
              <a:t>reflects the growing number of ways that source system data can be handled. Typically organizations need to Extract, Transform, and Load (ETL) data from source system into a data warehouse or data mart.</a:t>
            </a:r>
          </a:p>
          <a:p>
            <a:r>
              <a:rPr lang="en-US" b="1" dirty="0" smtClean="0"/>
              <a:t>Storing the Data: </a:t>
            </a:r>
            <a:r>
              <a:rPr lang="en-US" dirty="0" smtClean="0"/>
              <a:t>A variety of architectures can be used to store decision-support data and the most common architecture is one central enterprise data warehouse, without data marts.</a:t>
            </a:r>
          </a:p>
          <a:p>
            <a:r>
              <a:rPr lang="en-US" b="1" dirty="0" smtClean="0"/>
              <a:t>Metadata: </a:t>
            </a:r>
            <a:r>
              <a:rPr lang="en-US" dirty="0" smtClean="0"/>
              <a:t>data maintained about the data within the data warehouse. (e.g., database, table, and column names; refresh schedules; and data-usage measures.</a:t>
            </a:r>
          </a:p>
          <a:p>
            <a:r>
              <a:rPr lang="en-US" b="1" dirty="0" smtClean="0"/>
              <a:t>Data Quality: </a:t>
            </a:r>
            <a:r>
              <a:rPr lang="en-US" dirty="0" smtClean="0"/>
              <a:t>quality of the data in the warehouse must meet users’ needs. If it does not, users will not trust the data and ultimately will not use it. Some of the data can be improved with data-cleansing soft ware, but the better, long-term solution is to improve the quality at the source system level.</a:t>
            </a:r>
          </a:p>
          <a:p>
            <a:r>
              <a:rPr lang="en-US" b="1" dirty="0" smtClean="0"/>
              <a:t>Governance: </a:t>
            </a:r>
            <a:r>
              <a:rPr lang="en-US" dirty="0" smtClean="0"/>
              <a:t>To ensure that BI is meeting their needs, organizations must implement governance to plan and control their BI activities. Governance requires that people, committees, and processes be in place.</a:t>
            </a:r>
          </a:p>
          <a:p>
            <a:r>
              <a:rPr lang="en-US" b="1" dirty="0" smtClean="0"/>
              <a:t>Users: </a:t>
            </a:r>
            <a:r>
              <a:rPr lang="en-US" dirty="0" smtClean="0"/>
              <a:t>There are many potential BI users, including IT developers; frontline workers; analysts; information workers; managers and executives; and suppliers, customers, and regulators.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
            </a:r>
          </a:p>
          <a:p>
            <a:r>
              <a:rPr lang="en-US" b="1" dirty="0" smtClean="0"/>
              <a:t>Common Examples of Source Systems Include:</a:t>
            </a:r>
          </a:p>
          <a:p>
            <a:r>
              <a:rPr lang="en-US" dirty="0" smtClean="0"/>
              <a:t>operational/transactional systems</a:t>
            </a:r>
          </a:p>
          <a:p>
            <a:r>
              <a:rPr lang="en-US" dirty="0" smtClean="0"/>
              <a:t>enterprise resource planning (ERP) systems</a:t>
            </a:r>
          </a:p>
          <a:p>
            <a:r>
              <a:rPr lang="en-US" dirty="0" smtClean="0"/>
              <a:t>Web site data</a:t>
            </a:r>
          </a:p>
          <a:p>
            <a:r>
              <a:rPr lang="en-US" dirty="0" smtClean="0"/>
              <a:t>third-party data (e.g., customer demographic data)</a:t>
            </a:r>
          </a:p>
          <a:p>
            <a:r>
              <a:rPr lang="en-US" dirty="0" smtClean="0"/>
              <a:t>operational databases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35</a:t>
            </a:fld>
            <a:endParaRPr lang="en-US"/>
          </a:p>
        </p:txBody>
      </p:sp>
    </p:spTree>
    <p:extLst>
      <p:ext uri="{BB962C8B-B14F-4D97-AF65-F5344CB8AC3E}">
        <p14:creationId xmlns:p14="http://schemas.microsoft.com/office/powerpoint/2010/main" val="30557381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40</a:t>
            </a:fld>
            <a:endParaRPr lang="en-US"/>
          </a:p>
        </p:txBody>
      </p:sp>
    </p:spTree>
    <p:extLst>
      <p:ext uri="{BB962C8B-B14F-4D97-AF65-F5344CB8AC3E}">
        <p14:creationId xmlns:p14="http://schemas.microsoft.com/office/powerpoint/2010/main" val="9161501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Knowledge management (KM): </a:t>
            </a:r>
            <a:r>
              <a:rPr lang="en-US" dirty="0" smtClean="0"/>
              <a:t>a process that helps organizations manipulate important knowledge that comprises part of the organization’s </a:t>
            </a:r>
            <a:r>
              <a:rPr lang="en-US" b="1" dirty="0" smtClean="0"/>
              <a:t>Knowledge: </a:t>
            </a:r>
            <a:r>
              <a:rPr lang="en-US" dirty="0" smtClean="0"/>
              <a:t>information that is contextual, relevant, and useful. It is information in action. Intellectual capital (or intellectual assets) is another term for knowledge.</a:t>
            </a:r>
          </a:p>
          <a:p>
            <a:r>
              <a:rPr lang="en-US" b="1" dirty="0" smtClean="0"/>
              <a:t>Explicit Knowledge: </a:t>
            </a:r>
            <a:r>
              <a:rPr lang="en-US" dirty="0" smtClean="0"/>
              <a:t>more objective, rational, and technical knowledge. In an organization, explicit knowledge consists of the policies, procedural guides, reports, products, strategies, goals, core competencies, and IT infrastructure of the enterprise.</a:t>
            </a:r>
          </a:p>
          <a:p>
            <a:r>
              <a:rPr lang="en-US" b="1" dirty="0" smtClean="0"/>
              <a:t>Tacit Knowledge: </a:t>
            </a:r>
            <a:r>
              <a:rPr lang="en-US" dirty="0" smtClean="0"/>
              <a:t>the cumulative store of subjective or experiential learning. In an organization, tacit knowledge consists of an organization’s experiences, insights, expertise, know-how, trade secrets, skill sets, understanding, and learning. It is generally imprecise and costly to transfer.</a:t>
            </a:r>
          </a:p>
          <a:p>
            <a:r>
              <a:rPr lang="en-US" b="1" dirty="0" smtClean="0"/>
              <a:t>Knowledge management systems (KMSs): </a:t>
            </a:r>
            <a:r>
              <a:rPr lang="en-US" dirty="0" smtClean="0"/>
              <a:t>refer to the use of modern information technologies—the Internet, intranets, extranets, databases—to systematize, enhance, and expedite intra-firm and inter-firm knowledge management. KMSs are intended to help an organization cope with turnover, rapid change, and downsizing by making the expertise of the organization’s human capital widely accessible.</a:t>
            </a:r>
          </a:p>
          <a:p>
            <a:r>
              <a:rPr lang="en-US" dirty="0" smtClean="0"/>
              <a:t>------------------------------</a:t>
            </a:r>
          </a:p>
          <a:p>
            <a:r>
              <a:rPr lang="en-US" b="1" dirty="0" smtClean="0"/>
              <a:t>The KMS Cycle Consists of Six Steps:</a:t>
            </a:r>
          </a:p>
          <a:p>
            <a:r>
              <a:rPr lang="en-US" b="1" dirty="0" smtClean="0"/>
              <a:t>Create knowledge: </a:t>
            </a:r>
            <a:r>
              <a:rPr lang="en-US" dirty="0" smtClean="0"/>
              <a:t>Knowledge is created as people determine new ways of doing things or develop know-how. Sometimes external knowledge is brought in.</a:t>
            </a:r>
          </a:p>
          <a:p>
            <a:r>
              <a:rPr lang="en-US" b="1" dirty="0" smtClean="0"/>
              <a:t>Capture knowledge: </a:t>
            </a:r>
            <a:r>
              <a:rPr lang="en-US" dirty="0" smtClean="0"/>
              <a:t>New knowledge must be identified as valuable and be represented in a reasonable way.</a:t>
            </a:r>
          </a:p>
          <a:p>
            <a:r>
              <a:rPr lang="en-US" b="1" dirty="0" smtClean="0"/>
              <a:t>Refine knowledge: </a:t>
            </a:r>
            <a:r>
              <a:rPr lang="en-US" dirty="0" smtClean="0"/>
              <a:t>New knowledge must be placed in context so that it is actionable. This is where tacit qualities (human insights) must be captured along with explicit facts.</a:t>
            </a:r>
          </a:p>
          <a:p>
            <a:r>
              <a:rPr lang="en-US" b="1" dirty="0" smtClean="0"/>
              <a:t>Store knowledge: </a:t>
            </a:r>
            <a:r>
              <a:rPr lang="en-US" dirty="0" smtClean="0"/>
              <a:t>Useful knowledge must then be stored in a reasonable format in a knowledge repository so that other people in the organization can access it.</a:t>
            </a:r>
          </a:p>
          <a:p>
            <a:r>
              <a:rPr lang="en-US" b="1" dirty="0" smtClean="0"/>
              <a:t>Manage knowledge: </a:t>
            </a:r>
            <a:r>
              <a:rPr lang="en-US" dirty="0" smtClean="0"/>
              <a:t>Like a library, the knowledge must be kept current. It must be reviewed regularly to verify that it is relevant and accurate.</a:t>
            </a:r>
          </a:p>
          <a:p>
            <a:r>
              <a:rPr lang="en-US" b="1" dirty="0" smtClean="0"/>
              <a:t>Disseminate knowledge: </a:t>
            </a:r>
            <a:r>
              <a:rPr lang="en-US" dirty="0" smtClean="0"/>
              <a:t>Knowledge must be made available in a useful format to anyone in the organization who needs it, anywhere and anytime.</a:t>
            </a:r>
            <a:endParaRPr lang="en-US" dirty="0"/>
          </a:p>
        </p:txBody>
      </p:sp>
      <p:sp>
        <p:nvSpPr>
          <p:cNvPr id="4" name="Slide Number Placeholder 3"/>
          <p:cNvSpPr>
            <a:spLocks noGrp="1"/>
          </p:cNvSpPr>
          <p:nvPr>
            <p:ph type="sldNum" sz="quarter" idx="10"/>
          </p:nvPr>
        </p:nvSpPr>
        <p:spPr/>
        <p:txBody>
          <a:bodyPr/>
          <a:lstStyle/>
          <a:p>
            <a:fld id="{2CF41C25-7A1F-47FB-B705-003A328B9163}" type="slidenum">
              <a:rPr lang="en-US" smtClean="0"/>
              <a:t>41</a:t>
            </a:fld>
            <a:endParaRPr lang="en-US"/>
          </a:p>
        </p:txBody>
      </p:sp>
    </p:spTree>
    <p:extLst>
      <p:ext uri="{BB962C8B-B14F-4D97-AF65-F5344CB8AC3E}">
        <p14:creationId xmlns:p14="http://schemas.microsoft.com/office/powerpoint/2010/main" val="14128028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Titl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l="813" t="1641" r="1785"/>
          <a:stretch/>
        </p:blipFill>
        <p:spPr>
          <a:xfrm>
            <a:off x="-1" y="0"/>
            <a:ext cx="9144001" cy="4571999"/>
          </a:xfrm>
          <a:prstGeom prst="rect">
            <a:avLst/>
          </a:prstGeom>
        </p:spPr>
      </p:pic>
      <p:sp>
        <p:nvSpPr>
          <p:cNvPr id="8" name="Rectangle 7"/>
          <p:cNvSpPr/>
          <p:nvPr userDrawn="1"/>
        </p:nvSpPr>
        <p:spPr>
          <a:xfrm>
            <a:off x="-4762" y="1478378"/>
            <a:ext cx="9154254" cy="5387145"/>
          </a:xfrm>
          <a:custGeom>
            <a:avLst/>
            <a:gdLst>
              <a:gd name="connsiteX0" fmla="*/ 0 w 9159175"/>
              <a:gd name="connsiteY0" fmla="*/ 0 h 6841524"/>
              <a:gd name="connsiteX1" fmla="*/ 9159175 w 9159175"/>
              <a:gd name="connsiteY1" fmla="*/ 0 h 6841524"/>
              <a:gd name="connsiteX2" fmla="*/ 9159175 w 9159175"/>
              <a:gd name="connsiteY2" fmla="*/ 6841524 h 6841524"/>
              <a:gd name="connsiteX3" fmla="*/ 0 w 9159175"/>
              <a:gd name="connsiteY3" fmla="*/ 6841524 h 6841524"/>
              <a:gd name="connsiteX4" fmla="*/ 0 w 9159175"/>
              <a:gd name="connsiteY4" fmla="*/ 0 h 6841524"/>
              <a:gd name="connsiteX0" fmla="*/ 0 w 9207301"/>
              <a:gd name="connsiteY0" fmla="*/ 3140242 h 6841524"/>
              <a:gd name="connsiteX1" fmla="*/ 9207301 w 9207301"/>
              <a:gd name="connsiteY1" fmla="*/ 0 h 6841524"/>
              <a:gd name="connsiteX2" fmla="*/ 9207301 w 9207301"/>
              <a:gd name="connsiteY2" fmla="*/ 6841524 h 6841524"/>
              <a:gd name="connsiteX3" fmla="*/ 48126 w 9207301"/>
              <a:gd name="connsiteY3" fmla="*/ 6841524 h 6841524"/>
              <a:gd name="connsiteX4" fmla="*/ 0 w 9207301"/>
              <a:gd name="connsiteY4" fmla="*/ 3140242 h 6841524"/>
              <a:gd name="connsiteX0" fmla="*/ 0 w 9219332"/>
              <a:gd name="connsiteY0" fmla="*/ 0 h 3701282"/>
              <a:gd name="connsiteX1" fmla="*/ 9219332 w 9219332"/>
              <a:gd name="connsiteY1" fmla="*/ 782053 h 3701282"/>
              <a:gd name="connsiteX2" fmla="*/ 9207301 w 9219332"/>
              <a:gd name="connsiteY2" fmla="*/ 3701282 h 3701282"/>
              <a:gd name="connsiteX3" fmla="*/ 48126 w 9219332"/>
              <a:gd name="connsiteY3" fmla="*/ 3701282 h 3701282"/>
              <a:gd name="connsiteX4" fmla="*/ 0 w 9219332"/>
              <a:gd name="connsiteY4" fmla="*/ 0 h 3701282"/>
              <a:gd name="connsiteX0" fmla="*/ 0 w 9219332"/>
              <a:gd name="connsiteY0" fmla="*/ 0 h 3701282"/>
              <a:gd name="connsiteX1" fmla="*/ 9219332 w 9219332"/>
              <a:gd name="connsiteY1" fmla="*/ 782053 h 3701282"/>
              <a:gd name="connsiteX2" fmla="*/ 9207301 w 9219332"/>
              <a:gd name="connsiteY2" fmla="*/ 3701282 h 3701282"/>
              <a:gd name="connsiteX3" fmla="*/ 48126 w 9219332"/>
              <a:gd name="connsiteY3" fmla="*/ 3701282 h 3701282"/>
              <a:gd name="connsiteX4" fmla="*/ 0 w 9219332"/>
              <a:gd name="connsiteY4" fmla="*/ 0 h 3701282"/>
              <a:gd name="connsiteX0" fmla="*/ 0 w 9219332"/>
              <a:gd name="connsiteY0" fmla="*/ 140297 h 3841579"/>
              <a:gd name="connsiteX1" fmla="*/ 3985595 w 9219332"/>
              <a:gd name="connsiteY1" fmla="*/ 790002 h 3841579"/>
              <a:gd name="connsiteX2" fmla="*/ 9219332 w 9219332"/>
              <a:gd name="connsiteY2" fmla="*/ 922350 h 3841579"/>
              <a:gd name="connsiteX3" fmla="*/ 9207301 w 9219332"/>
              <a:gd name="connsiteY3" fmla="*/ 3841579 h 3841579"/>
              <a:gd name="connsiteX4" fmla="*/ 48126 w 9219332"/>
              <a:gd name="connsiteY4" fmla="*/ 3841579 h 3841579"/>
              <a:gd name="connsiteX5" fmla="*/ 0 w 9219332"/>
              <a:gd name="connsiteY5" fmla="*/ 140297 h 3841579"/>
              <a:gd name="connsiteX0" fmla="*/ 0 w 9219332"/>
              <a:gd name="connsiteY0" fmla="*/ 1454745 h 5156027"/>
              <a:gd name="connsiteX1" fmla="*/ 2662121 w 9219332"/>
              <a:gd name="connsiteY1" fmla="*/ 10956 h 5156027"/>
              <a:gd name="connsiteX2" fmla="*/ 9219332 w 9219332"/>
              <a:gd name="connsiteY2" fmla="*/ 2236798 h 5156027"/>
              <a:gd name="connsiteX3" fmla="*/ 9207301 w 9219332"/>
              <a:gd name="connsiteY3" fmla="*/ 5156027 h 5156027"/>
              <a:gd name="connsiteX4" fmla="*/ 48126 w 9219332"/>
              <a:gd name="connsiteY4" fmla="*/ 5156027 h 5156027"/>
              <a:gd name="connsiteX5" fmla="*/ 0 w 9219332"/>
              <a:gd name="connsiteY5" fmla="*/ 1454745 h 5156027"/>
              <a:gd name="connsiteX0" fmla="*/ 0 w 9219332"/>
              <a:gd name="connsiteY0" fmla="*/ 1443789 h 5145071"/>
              <a:gd name="connsiteX1" fmla="*/ 2662121 w 9219332"/>
              <a:gd name="connsiteY1" fmla="*/ 0 h 5145071"/>
              <a:gd name="connsiteX2" fmla="*/ 9219332 w 9219332"/>
              <a:gd name="connsiteY2" fmla="*/ 2225842 h 5145071"/>
              <a:gd name="connsiteX3" fmla="*/ 9207301 w 9219332"/>
              <a:gd name="connsiteY3" fmla="*/ 5145071 h 5145071"/>
              <a:gd name="connsiteX4" fmla="*/ 48126 w 9219332"/>
              <a:gd name="connsiteY4" fmla="*/ 5145071 h 5145071"/>
              <a:gd name="connsiteX5" fmla="*/ 0 w 9219332"/>
              <a:gd name="connsiteY5" fmla="*/ 1443789 h 5145071"/>
              <a:gd name="connsiteX0" fmla="*/ 0 w 9219332"/>
              <a:gd name="connsiteY0" fmla="*/ 1449612 h 5150894"/>
              <a:gd name="connsiteX1" fmla="*/ 2662121 w 9219332"/>
              <a:gd name="connsiteY1" fmla="*/ 5823 h 5150894"/>
              <a:gd name="connsiteX2" fmla="*/ 9219332 w 9219332"/>
              <a:gd name="connsiteY2" fmla="*/ 2231665 h 5150894"/>
              <a:gd name="connsiteX3" fmla="*/ 9207301 w 9219332"/>
              <a:gd name="connsiteY3" fmla="*/ 5150894 h 5150894"/>
              <a:gd name="connsiteX4" fmla="*/ 48126 w 9219332"/>
              <a:gd name="connsiteY4" fmla="*/ 5150894 h 5150894"/>
              <a:gd name="connsiteX5" fmla="*/ 0 w 9219332"/>
              <a:gd name="connsiteY5" fmla="*/ 1449612 h 5150894"/>
              <a:gd name="connsiteX0" fmla="*/ 0 w 9219332"/>
              <a:gd name="connsiteY0" fmla="*/ 1473604 h 5174886"/>
              <a:gd name="connsiteX1" fmla="*/ 2613995 w 9219332"/>
              <a:gd name="connsiteY1" fmla="*/ 5752 h 5174886"/>
              <a:gd name="connsiteX2" fmla="*/ 9219332 w 9219332"/>
              <a:gd name="connsiteY2" fmla="*/ 2255657 h 5174886"/>
              <a:gd name="connsiteX3" fmla="*/ 9207301 w 9219332"/>
              <a:gd name="connsiteY3" fmla="*/ 5174886 h 5174886"/>
              <a:gd name="connsiteX4" fmla="*/ 48126 w 9219332"/>
              <a:gd name="connsiteY4" fmla="*/ 5174886 h 5174886"/>
              <a:gd name="connsiteX5" fmla="*/ 0 w 9219332"/>
              <a:gd name="connsiteY5" fmla="*/ 1473604 h 5174886"/>
              <a:gd name="connsiteX0" fmla="*/ 0 w 9219332"/>
              <a:gd name="connsiteY0" fmla="*/ 1473604 h 5174886"/>
              <a:gd name="connsiteX1" fmla="*/ 2613995 w 9219332"/>
              <a:gd name="connsiteY1" fmla="*/ 5752 h 5174886"/>
              <a:gd name="connsiteX2" fmla="*/ 9219332 w 9219332"/>
              <a:gd name="connsiteY2" fmla="*/ 2255657 h 5174886"/>
              <a:gd name="connsiteX3" fmla="*/ 9207301 w 9219332"/>
              <a:gd name="connsiteY3" fmla="*/ 5174886 h 5174886"/>
              <a:gd name="connsiteX4" fmla="*/ 48126 w 9219332"/>
              <a:gd name="connsiteY4" fmla="*/ 5174886 h 5174886"/>
              <a:gd name="connsiteX5" fmla="*/ 0 w 9219332"/>
              <a:gd name="connsiteY5" fmla="*/ 1473604 h 5174886"/>
              <a:gd name="connsiteX0" fmla="*/ 0 w 9219332"/>
              <a:gd name="connsiteY0" fmla="*/ 1483124 h 5184406"/>
              <a:gd name="connsiteX1" fmla="*/ 2613995 w 9219332"/>
              <a:gd name="connsiteY1" fmla="*/ 15272 h 5184406"/>
              <a:gd name="connsiteX2" fmla="*/ 5874553 w 9219332"/>
              <a:gd name="connsiteY2" fmla="*/ 809357 h 5184406"/>
              <a:gd name="connsiteX3" fmla="*/ 9219332 w 9219332"/>
              <a:gd name="connsiteY3" fmla="*/ 2265177 h 5184406"/>
              <a:gd name="connsiteX4" fmla="*/ 9207301 w 9219332"/>
              <a:gd name="connsiteY4" fmla="*/ 5184406 h 5184406"/>
              <a:gd name="connsiteX5" fmla="*/ 48126 w 9219332"/>
              <a:gd name="connsiteY5" fmla="*/ 5184406 h 5184406"/>
              <a:gd name="connsiteX6" fmla="*/ 0 w 9219332"/>
              <a:gd name="connsiteY6" fmla="*/ 1483124 h 5184406"/>
              <a:gd name="connsiteX0" fmla="*/ 0 w 9219332"/>
              <a:gd name="connsiteY0" fmla="*/ 1483124 h 5184406"/>
              <a:gd name="connsiteX1" fmla="*/ 2613995 w 9219332"/>
              <a:gd name="connsiteY1" fmla="*/ 15272 h 5184406"/>
              <a:gd name="connsiteX2" fmla="*/ 5874553 w 9219332"/>
              <a:gd name="connsiteY2" fmla="*/ 809357 h 5184406"/>
              <a:gd name="connsiteX3" fmla="*/ 9219332 w 9219332"/>
              <a:gd name="connsiteY3" fmla="*/ 2265177 h 5184406"/>
              <a:gd name="connsiteX4" fmla="*/ 9207301 w 9219332"/>
              <a:gd name="connsiteY4" fmla="*/ 5184406 h 5184406"/>
              <a:gd name="connsiteX5" fmla="*/ 48126 w 9219332"/>
              <a:gd name="connsiteY5" fmla="*/ 5184406 h 5184406"/>
              <a:gd name="connsiteX6" fmla="*/ 0 w 9219332"/>
              <a:gd name="connsiteY6" fmla="*/ 1483124 h 5184406"/>
              <a:gd name="connsiteX0" fmla="*/ 0 w 9219332"/>
              <a:gd name="connsiteY0" fmla="*/ 1472999 h 5174281"/>
              <a:gd name="connsiteX1" fmla="*/ 2613995 w 9219332"/>
              <a:gd name="connsiteY1" fmla="*/ 5147 h 5174281"/>
              <a:gd name="connsiteX2" fmla="*/ 6223468 w 9219332"/>
              <a:gd name="connsiteY2" fmla="*/ 2026453 h 5174281"/>
              <a:gd name="connsiteX3" fmla="*/ 9219332 w 9219332"/>
              <a:gd name="connsiteY3" fmla="*/ 2255052 h 5174281"/>
              <a:gd name="connsiteX4" fmla="*/ 9207301 w 9219332"/>
              <a:gd name="connsiteY4" fmla="*/ 5174281 h 5174281"/>
              <a:gd name="connsiteX5" fmla="*/ 48126 w 9219332"/>
              <a:gd name="connsiteY5" fmla="*/ 5174281 h 5174281"/>
              <a:gd name="connsiteX6" fmla="*/ 0 w 9219332"/>
              <a:gd name="connsiteY6" fmla="*/ 1472999 h 5174281"/>
              <a:gd name="connsiteX0" fmla="*/ 0 w 9219332"/>
              <a:gd name="connsiteY0" fmla="*/ 1479523 h 5180805"/>
              <a:gd name="connsiteX1" fmla="*/ 2613995 w 9219332"/>
              <a:gd name="connsiteY1" fmla="*/ 11671 h 5180805"/>
              <a:gd name="connsiteX2" fmla="*/ 6223468 w 9219332"/>
              <a:gd name="connsiteY2" fmla="*/ 2032977 h 5180805"/>
              <a:gd name="connsiteX3" fmla="*/ 9219332 w 9219332"/>
              <a:gd name="connsiteY3" fmla="*/ 2261576 h 5180805"/>
              <a:gd name="connsiteX4" fmla="*/ 9207301 w 9219332"/>
              <a:gd name="connsiteY4" fmla="*/ 5180805 h 5180805"/>
              <a:gd name="connsiteX5" fmla="*/ 48126 w 9219332"/>
              <a:gd name="connsiteY5" fmla="*/ 5180805 h 5180805"/>
              <a:gd name="connsiteX6" fmla="*/ 0 w 9219332"/>
              <a:gd name="connsiteY6" fmla="*/ 1479523 h 5180805"/>
              <a:gd name="connsiteX0" fmla="*/ 0 w 9219332"/>
              <a:gd name="connsiteY0" fmla="*/ 1478352 h 5179634"/>
              <a:gd name="connsiteX1" fmla="*/ 2613995 w 9219332"/>
              <a:gd name="connsiteY1" fmla="*/ 10500 h 5179634"/>
              <a:gd name="connsiteX2" fmla="*/ 6223468 w 9219332"/>
              <a:gd name="connsiteY2" fmla="*/ 2031806 h 5179634"/>
              <a:gd name="connsiteX3" fmla="*/ 9219332 w 9219332"/>
              <a:gd name="connsiteY3" fmla="*/ 2260405 h 5179634"/>
              <a:gd name="connsiteX4" fmla="*/ 9207301 w 9219332"/>
              <a:gd name="connsiteY4" fmla="*/ 5179634 h 5179634"/>
              <a:gd name="connsiteX5" fmla="*/ 48126 w 9219332"/>
              <a:gd name="connsiteY5" fmla="*/ 5179634 h 5179634"/>
              <a:gd name="connsiteX6" fmla="*/ 0 w 9219332"/>
              <a:gd name="connsiteY6" fmla="*/ 1478352 h 5179634"/>
              <a:gd name="connsiteX0" fmla="*/ 0 w 9219332"/>
              <a:gd name="connsiteY0" fmla="*/ 1478352 h 5179634"/>
              <a:gd name="connsiteX1" fmla="*/ 2613995 w 9219332"/>
              <a:gd name="connsiteY1" fmla="*/ 10500 h 5179634"/>
              <a:gd name="connsiteX2" fmla="*/ 6223468 w 9219332"/>
              <a:gd name="connsiteY2" fmla="*/ 2031806 h 5179634"/>
              <a:gd name="connsiteX3" fmla="*/ 9219332 w 9219332"/>
              <a:gd name="connsiteY3" fmla="*/ 2260405 h 5179634"/>
              <a:gd name="connsiteX4" fmla="*/ 9207301 w 9219332"/>
              <a:gd name="connsiteY4" fmla="*/ 5179634 h 5179634"/>
              <a:gd name="connsiteX5" fmla="*/ 48126 w 9219332"/>
              <a:gd name="connsiteY5" fmla="*/ 5179634 h 5179634"/>
              <a:gd name="connsiteX6" fmla="*/ 0 w 9219332"/>
              <a:gd name="connsiteY6" fmla="*/ 1478352 h 5179634"/>
              <a:gd name="connsiteX0" fmla="*/ 0 w 9219332"/>
              <a:gd name="connsiteY0" fmla="*/ 1475965 h 5177247"/>
              <a:gd name="connsiteX1" fmla="*/ 2613995 w 9219332"/>
              <a:gd name="connsiteY1" fmla="*/ 8113 h 5177247"/>
              <a:gd name="connsiteX2" fmla="*/ 6223468 w 9219332"/>
              <a:gd name="connsiteY2" fmla="*/ 2029419 h 5177247"/>
              <a:gd name="connsiteX3" fmla="*/ 9219332 w 9219332"/>
              <a:gd name="connsiteY3" fmla="*/ 2258018 h 5177247"/>
              <a:gd name="connsiteX4" fmla="*/ 9207301 w 9219332"/>
              <a:gd name="connsiteY4" fmla="*/ 5177247 h 5177247"/>
              <a:gd name="connsiteX5" fmla="*/ 48126 w 9219332"/>
              <a:gd name="connsiteY5" fmla="*/ 5177247 h 5177247"/>
              <a:gd name="connsiteX6" fmla="*/ 0 w 9219332"/>
              <a:gd name="connsiteY6" fmla="*/ 1475965 h 5177247"/>
              <a:gd name="connsiteX0" fmla="*/ 0 w 9219332"/>
              <a:gd name="connsiteY0" fmla="*/ 1472966 h 5174248"/>
              <a:gd name="connsiteX1" fmla="*/ 2613995 w 9219332"/>
              <a:gd name="connsiteY1" fmla="*/ 5114 h 5174248"/>
              <a:gd name="connsiteX2" fmla="*/ 6223468 w 9219332"/>
              <a:gd name="connsiteY2" fmla="*/ 2026420 h 5174248"/>
              <a:gd name="connsiteX3" fmla="*/ 9219332 w 9219332"/>
              <a:gd name="connsiteY3" fmla="*/ 2182829 h 5174248"/>
              <a:gd name="connsiteX4" fmla="*/ 9207301 w 9219332"/>
              <a:gd name="connsiteY4" fmla="*/ 5174248 h 5174248"/>
              <a:gd name="connsiteX5" fmla="*/ 48126 w 9219332"/>
              <a:gd name="connsiteY5" fmla="*/ 5174248 h 5174248"/>
              <a:gd name="connsiteX6" fmla="*/ 0 w 9219332"/>
              <a:gd name="connsiteY6" fmla="*/ 1472966 h 5174248"/>
              <a:gd name="connsiteX0" fmla="*/ 0 w 9219332"/>
              <a:gd name="connsiteY0" fmla="*/ 1472966 h 5174248"/>
              <a:gd name="connsiteX1" fmla="*/ 2613995 w 9219332"/>
              <a:gd name="connsiteY1" fmla="*/ 5114 h 5174248"/>
              <a:gd name="connsiteX2" fmla="*/ 6223468 w 9219332"/>
              <a:gd name="connsiteY2" fmla="*/ 2026420 h 5174248"/>
              <a:gd name="connsiteX3" fmla="*/ 9219332 w 9219332"/>
              <a:gd name="connsiteY3" fmla="*/ 2182829 h 5174248"/>
              <a:gd name="connsiteX4" fmla="*/ 9207301 w 9219332"/>
              <a:gd name="connsiteY4" fmla="*/ 5174248 h 5174248"/>
              <a:gd name="connsiteX5" fmla="*/ 48126 w 9219332"/>
              <a:gd name="connsiteY5" fmla="*/ 5174248 h 5174248"/>
              <a:gd name="connsiteX6" fmla="*/ 0 w 9219332"/>
              <a:gd name="connsiteY6" fmla="*/ 1472966 h 5174248"/>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98176 h 5199458"/>
              <a:gd name="connsiteX1" fmla="*/ 2613995 w 9219332"/>
              <a:gd name="connsiteY1" fmla="*/ 30324 h 5199458"/>
              <a:gd name="connsiteX2" fmla="*/ 6223468 w 9219332"/>
              <a:gd name="connsiteY2" fmla="*/ 2051630 h 5199458"/>
              <a:gd name="connsiteX3" fmla="*/ 9219332 w 9219332"/>
              <a:gd name="connsiteY3" fmla="*/ 2208039 h 5199458"/>
              <a:gd name="connsiteX4" fmla="*/ 9207301 w 9219332"/>
              <a:gd name="connsiteY4" fmla="*/ 5199458 h 5199458"/>
              <a:gd name="connsiteX5" fmla="*/ 48126 w 9219332"/>
              <a:gd name="connsiteY5" fmla="*/ 5199458 h 5199458"/>
              <a:gd name="connsiteX6" fmla="*/ 0 w 9219332"/>
              <a:gd name="connsiteY6" fmla="*/ 1498176 h 5199458"/>
              <a:gd name="connsiteX0" fmla="*/ 0 w 9219332"/>
              <a:gd name="connsiteY0" fmla="*/ 1498176 h 5199458"/>
              <a:gd name="connsiteX1" fmla="*/ 2613995 w 9219332"/>
              <a:gd name="connsiteY1" fmla="*/ 30324 h 5199458"/>
              <a:gd name="connsiteX2" fmla="*/ 6223468 w 9219332"/>
              <a:gd name="connsiteY2" fmla="*/ 2051630 h 5199458"/>
              <a:gd name="connsiteX3" fmla="*/ 9219332 w 9219332"/>
              <a:gd name="connsiteY3" fmla="*/ 2208039 h 5199458"/>
              <a:gd name="connsiteX4" fmla="*/ 9207301 w 9219332"/>
              <a:gd name="connsiteY4" fmla="*/ 5199458 h 5199458"/>
              <a:gd name="connsiteX5" fmla="*/ 48126 w 9219332"/>
              <a:gd name="connsiteY5" fmla="*/ 5199458 h 5199458"/>
              <a:gd name="connsiteX6" fmla="*/ 0 w 9219332"/>
              <a:gd name="connsiteY6" fmla="*/ 1498176 h 5199458"/>
              <a:gd name="connsiteX0" fmla="*/ 0 w 9219332"/>
              <a:gd name="connsiteY0" fmla="*/ 1468793 h 5170075"/>
              <a:gd name="connsiteX1" fmla="*/ 2613995 w 9219332"/>
              <a:gd name="connsiteY1" fmla="*/ 941 h 5170075"/>
              <a:gd name="connsiteX2" fmla="*/ 6223468 w 9219332"/>
              <a:gd name="connsiteY2" fmla="*/ 2022247 h 5170075"/>
              <a:gd name="connsiteX3" fmla="*/ 9219332 w 9219332"/>
              <a:gd name="connsiteY3" fmla="*/ 2178656 h 5170075"/>
              <a:gd name="connsiteX4" fmla="*/ 9207301 w 9219332"/>
              <a:gd name="connsiteY4" fmla="*/ 5170075 h 5170075"/>
              <a:gd name="connsiteX5" fmla="*/ 48126 w 9219332"/>
              <a:gd name="connsiteY5" fmla="*/ 5170075 h 5170075"/>
              <a:gd name="connsiteX6" fmla="*/ 0 w 9219332"/>
              <a:gd name="connsiteY6" fmla="*/ 1468793 h 5170075"/>
              <a:gd name="connsiteX0" fmla="*/ 0 w 9219332"/>
              <a:gd name="connsiteY0" fmla="*/ 1482160 h 5183442"/>
              <a:gd name="connsiteX1" fmla="*/ 2613995 w 9219332"/>
              <a:gd name="connsiteY1" fmla="*/ 14308 h 5183442"/>
              <a:gd name="connsiteX2" fmla="*/ 6223468 w 9219332"/>
              <a:gd name="connsiteY2" fmla="*/ 2035614 h 5183442"/>
              <a:gd name="connsiteX3" fmla="*/ 9219332 w 9219332"/>
              <a:gd name="connsiteY3" fmla="*/ 2192023 h 5183442"/>
              <a:gd name="connsiteX4" fmla="*/ 9207301 w 9219332"/>
              <a:gd name="connsiteY4" fmla="*/ 5183442 h 5183442"/>
              <a:gd name="connsiteX5" fmla="*/ 48126 w 9219332"/>
              <a:gd name="connsiteY5" fmla="*/ 5183442 h 5183442"/>
              <a:gd name="connsiteX6" fmla="*/ 0 w 9219332"/>
              <a:gd name="connsiteY6" fmla="*/ 1482160 h 5183442"/>
              <a:gd name="connsiteX0" fmla="*/ 0 w 9219332"/>
              <a:gd name="connsiteY0" fmla="*/ 1493749 h 5195031"/>
              <a:gd name="connsiteX1" fmla="*/ 2613995 w 9219332"/>
              <a:gd name="connsiteY1" fmla="*/ 25897 h 5195031"/>
              <a:gd name="connsiteX2" fmla="*/ 6223468 w 9219332"/>
              <a:gd name="connsiteY2" fmla="*/ 2047203 h 5195031"/>
              <a:gd name="connsiteX3" fmla="*/ 9219332 w 9219332"/>
              <a:gd name="connsiteY3" fmla="*/ 2203612 h 5195031"/>
              <a:gd name="connsiteX4" fmla="*/ 9207301 w 9219332"/>
              <a:gd name="connsiteY4" fmla="*/ 5195031 h 5195031"/>
              <a:gd name="connsiteX5" fmla="*/ 48126 w 9219332"/>
              <a:gd name="connsiteY5" fmla="*/ 5195031 h 5195031"/>
              <a:gd name="connsiteX6" fmla="*/ 0 w 9219332"/>
              <a:gd name="connsiteY6" fmla="*/ 1493749 h 5195031"/>
              <a:gd name="connsiteX0" fmla="*/ 0 w 9219332"/>
              <a:gd name="connsiteY0" fmla="*/ 1539121 h 5240403"/>
              <a:gd name="connsiteX1" fmla="*/ 2493679 w 9219332"/>
              <a:gd name="connsiteY1" fmla="*/ 23143 h 5240403"/>
              <a:gd name="connsiteX2" fmla="*/ 6223468 w 9219332"/>
              <a:gd name="connsiteY2" fmla="*/ 2092575 h 5240403"/>
              <a:gd name="connsiteX3" fmla="*/ 9219332 w 9219332"/>
              <a:gd name="connsiteY3" fmla="*/ 2248984 h 5240403"/>
              <a:gd name="connsiteX4" fmla="*/ 9207301 w 9219332"/>
              <a:gd name="connsiteY4" fmla="*/ 5240403 h 5240403"/>
              <a:gd name="connsiteX5" fmla="*/ 48126 w 9219332"/>
              <a:gd name="connsiteY5" fmla="*/ 5240403 h 5240403"/>
              <a:gd name="connsiteX6" fmla="*/ 0 w 9219332"/>
              <a:gd name="connsiteY6" fmla="*/ 1539121 h 5240403"/>
              <a:gd name="connsiteX0" fmla="*/ 0 w 9219332"/>
              <a:gd name="connsiteY0" fmla="*/ 1556620 h 5257902"/>
              <a:gd name="connsiteX1" fmla="*/ 2493679 w 9219332"/>
              <a:gd name="connsiteY1" fmla="*/ 40642 h 5257902"/>
              <a:gd name="connsiteX2" fmla="*/ 6223468 w 9219332"/>
              <a:gd name="connsiteY2" fmla="*/ 2110074 h 5257902"/>
              <a:gd name="connsiteX3" fmla="*/ 9219332 w 9219332"/>
              <a:gd name="connsiteY3" fmla="*/ 2266483 h 5257902"/>
              <a:gd name="connsiteX4" fmla="*/ 9207301 w 9219332"/>
              <a:gd name="connsiteY4" fmla="*/ 5257902 h 5257902"/>
              <a:gd name="connsiteX5" fmla="*/ 48126 w 9219332"/>
              <a:gd name="connsiteY5" fmla="*/ 5257902 h 5257902"/>
              <a:gd name="connsiteX6" fmla="*/ 0 w 9219332"/>
              <a:gd name="connsiteY6" fmla="*/ 1556620 h 5257902"/>
              <a:gd name="connsiteX0" fmla="*/ 0 w 9219332"/>
              <a:gd name="connsiteY0" fmla="*/ 1562740 h 5264022"/>
              <a:gd name="connsiteX1" fmla="*/ 2493679 w 9219332"/>
              <a:gd name="connsiteY1" fmla="*/ 46762 h 5264022"/>
              <a:gd name="connsiteX2" fmla="*/ 6223468 w 9219332"/>
              <a:gd name="connsiteY2" fmla="*/ 2116194 h 5264022"/>
              <a:gd name="connsiteX3" fmla="*/ 9219332 w 9219332"/>
              <a:gd name="connsiteY3" fmla="*/ 2272603 h 5264022"/>
              <a:gd name="connsiteX4" fmla="*/ 9207301 w 9219332"/>
              <a:gd name="connsiteY4" fmla="*/ 5264022 h 5264022"/>
              <a:gd name="connsiteX5" fmla="*/ 48126 w 9219332"/>
              <a:gd name="connsiteY5" fmla="*/ 5264022 h 5264022"/>
              <a:gd name="connsiteX6" fmla="*/ 0 w 9219332"/>
              <a:gd name="connsiteY6" fmla="*/ 1562740 h 5264022"/>
              <a:gd name="connsiteX0" fmla="*/ 0 w 9219332"/>
              <a:gd name="connsiteY0" fmla="*/ 1556621 h 5257903"/>
              <a:gd name="connsiteX1" fmla="*/ 2469615 w 9219332"/>
              <a:gd name="connsiteY1" fmla="*/ 40643 h 5257903"/>
              <a:gd name="connsiteX2" fmla="*/ 6223468 w 9219332"/>
              <a:gd name="connsiteY2" fmla="*/ 2110075 h 5257903"/>
              <a:gd name="connsiteX3" fmla="*/ 9219332 w 9219332"/>
              <a:gd name="connsiteY3" fmla="*/ 2266484 h 5257903"/>
              <a:gd name="connsiteX4" fmla="*/ 9207301 w 9219332"/>
              <a:gd name="connsiteY4" fmla="*/ 5257903 h 5257903"/>
              <a:gd name="connsiteX5" fmla="*/ 48126 w 9219332"/>
              <a:gd name="connsiteY5" fmla="*/ 5257903 h 5257903"/>
              <a:gd name="connsiteX6" fmla="*/ 0 w 9219332"/>
              <a:gd name="connsiteY6" fmla="*/ 1556621 h 5257903"/>
              <a:gd name="connsiteX0" fmla="*/ 0 w 9219332"/>
              <a:gd name="connsiteY0" fmla="*/ 1545248 h 5246530"/>
              <a:gd name="connsiteX1" fmla="*/ 2469615 w 9219332"/>
              <a:gd name="connsiteY1" fmla="*/ 29270 h 5246530"/>
              <a:gd name="connsiteX2" fmla="*/ 6223468 w 9219332"/>
              <a:gd name="connsiteY2" fmla="*/ 2098702 h 5246530"/>
              <a:gd name="connsiteX3" fmla="*/ 9219332 w 9219332"/>
              <a:gd name="connsiteY3" fmla="*/ 2255111 h 5246530"/>
              <a:gd name="connsiteX4" fmla="*/ 9207301 w 9219332"/>
              <a:gd name="connsiteY4" fmla="*/ 5246530 h 5246530"/>
              <a:gd name="connsiteX5" fmla="*/ 48126 w 9219332"/>
              <a:gd name="connsiteY5" fmla="*/ 5246530 h 5246530"/>
              <a:gd name="connsiteX6" fmla="*/ 0 w 9219332"/>
              <a:gd name="connsiteY6" fmla="*/ 1545248 h 5246530"/>
              <a:gd name="connsiteX0" fmla="*/ 0 w 9219332"/>
              <a:gd name="connsiteY0" fmla="*/ 1547962 h 5249244"/>
              <a:gd name="connsiteX1" fmla="*/ 2469615 w 9219332"/>
              <a:gd name="connsiteY1" fmla="*/ 31984 h 5249244"/>
              <a:gd name="connsiteX2" fmla="*/ 6223468 w 9219332"/>
              <a:gd name="connsiteY2" fmla="*/ 2101416 h 5249244"/>
              <a:gd name="connsiteX3" fmla="*/ 9219332 w 9219332"/>
              <a:gd name="connsiteY3" fmla="*/ 2257825 h 5249244"/>
              <a:gd name="connsiteX4" fmla="*/ 9207301 w 9219332"/>
              <a:gd name="connsiteY4" fmla="*/ 5249244 h 5249244"/>
              <a:gd name="connsiteX5" fmla="*/ 48126 w 9219332"/>
              <a:gd name="connsiteY5" fmla="*/ 5249244 h 5249244"/>
              <a:gd name="connsiteX6" fmla="*/ 0 w 9219332"/>
              <a:gd name="connsiteY6" fmla="*/ 1547962 h 5249244"/>
              <a:gd name="connsiteX0" fmla="*/ 0 w 9219332"/>
              <a:gd name="connsiteY0" fmla="*/ 1521267 h 5222549"/>
              <a:gd name="connsiteX1" fmla="*/ 2469615 w 9219332"/>
              <a:gd name="connsiteY1" fmla="*/ 5289 h 5222549"/>
              <a:gd name="connsiteX2" fmla="*/ 6223468 w 9219332"/>
              <a:gd name="connsiteY2" fmla="*/ 2014563 h 5222549"/>
              <a:gd name="connsiteX3" fmla="*/ 9219332 w 9219332"/>
              <a:gd name="connsiteY3" fmla="*/ 2231130 h 5222549"/>
              <a:gd name="connsiteX4" fmla="*/ 9207301 w 9219332"/>
              <a:gd name="connsiteY4" fmla="*/ 5222549 h 5222549"/>
              <a:gd name="connsiteX5" fmla="*/ 48126 w 9219332"/>
              <a:gd name="connsiteY5" fmla="*/ 5222549 h 5222549"/>
              <a:gd name="connsiteX6" fmla="*/ 0 w 9219332"/>
              <a:gd name="connsiteY6" fmla="*/ 1521267 h 5222549"/>
              <a:gd name="connsiteX0" fmla="*/ 0 w 9219332"/>
              <a:gd name="connsiteY0" fmla="*/ 1521267 h 5222549"/>
              <a:gd name="connsiteX1" fmla="*/ 2469615 w 9219332"/>
              <a:gd name="connsiteY1" fmla="*/ 5289 h 5222549"/>
              <a:gd name="connsiteX2" fmla="*/ 6223468 w 9219332"/>
              <a:gd name="connsiteY2" fmla="*/ 2014563 h 5222549"/>
              <a:gd name="connsiteX3" fmla="*/ 9219332 w 9219332"/>
              <a:gd name="connsiteY3" fmla="*/ 2231130 h 5222549"/>
              <a:gd name="connsiteX4" fmla="*/ 9207301 w 9219332"/>
              <a:gd name="connsiteY4" fmla="*/ 5222549 h 5222549"/>
              <a:gd name="connsiteX5" fmla="*/ 48126 w 9219332"/>
              <a:gd name="connsiteY5" fmla="*/ 5222549 h 5222549"/>
              <a:gd name="connsiteX6" fmla="*/ 0 w 9219332"/>
              <a:gd name="connsiteY6" fmla="*/ 1521267 h 5222549"/>
              <a:gd name="connsiteX0" fmla="*/ 0 w 9219332"/>
              <a:gd name="connsiteY0" fmla="*/ 1552938 h 5254220"/>
              <a:gd name="connsiteX1" fmla="*/ 2469615 w 9219332"/>
              <a:gd name="connsiteY1" fmla="*/ 36960 h 5254220"/>
              <a:gd name="connsiteX2" fmla="*/ 6223468 w 9219332"/>
              <a:gd name="connsiteY2" fmla="*/ 2046234 h 5254220"/>
              <a:gd name="connsiteX3" fmla="*/ 9219332 w 9219332"/>
              <a:gd name="connsiteY3" fmla="*/ 2262801 h 5254220"/>
              <a:gd name="connsiteX4" fmla="*/ 9207301 w 9219332"/>
              <a:gd name="connsiteY4" fmla="*/ 5254220 h 5254220"/>
              <a:gd name="connsiteX5" fmla="*/ 48126 w 9219332"/>
              <a:gd name="connsiteY5" fmla="*/ 5254220 h 5254220"/>
              <a:gd name="connsiteX6" fmla="*/ 0 w 9219332"/>
              <a:gd name="connsiteY6" fmla="*/ 1552938 h 5254220"/>
              <a:gd name="connsiteX0" fmla="*/ 0 w 9243396"/>
              <a:gd name="connsiteY0" fmla="*/ 1549990 h 5251272"/>
              <a:gd name="connsiteX1" fmla="*/ 2469615 w 9243396"/>
              <a:gd name="connsiteY1" fmla="*/ 34012 h 5251272"/>
              <a:gd name="connsiteX2" fmla="*/ 6223468 w 9243396"/>
              <a:gd name="connsiteY2" fmla="*/ 2043286 h 5251272"/>
              <a:gd name="connsiteX3" fmla="*/ 9243396 w 9243396"/>
              <a:gd name="connsiteY3" fmla="*/ 2187664 h 5251272"/>
              <a:gd name="connsiteX4" fmla="*/ 9207301 w 9243396"/>
              <a:gd name="connsiteY4" fmla="*/ 5251272 h 5251272"/>
              <a:gd name="connsiteX5" fmla="*/ 48126 w 9243396"/>
              <a:gd name="connsiteY5" fmla="*/ 5251272 h 5251272"/>
              <a:gd name="connsiteX6" fmla="*/ 0 w 9243396"/>
              <a:gd name="connsiteY6" fmla="*/ 1549990 h 5251272"/>
              <a:gd name="connsiteX0" fmla="*/ 0 w 9243396"/>
              <a:gd name="connsiteY0" fmla="*/ 1549990 h 5251272"/>
              <a:gd name="connsiteX1" fmla="*/ 2469615 w 9243396"/>
              <a:gd name="connsiteY1" fmla="*/ 34012 h 5251272"/>
              <a:gd name="connsiteX2" fmla="*/ 6223468 w 9243396"/>
              <a:gd name="connsiteY2" fmla="*/ 2043286 h 5251272"/>
              <a:gd name="connsiteX3" fmla="*/ 9243396 w 9243396"/>
              <a:gd name="connsiteY3" fmla="*/ 2187664 h 5251272"/>
              <a:gd name="connsiteX4" fmla="*/ 9207301 w 9243396"/>
              <a:gd name="connsiteY4" fmla="*/ 5251272 h 5251272"/>
              <a:gd name="connsiteX5" fmla="*/ 48126 w 9243396"/>
              <a:gd name="connsiteY5" fmla="*/ 5251272 h 5251272"/>
              <a:gd name="connsiteX6" fmla="*/ 0 w 9243396"/>
              <a:gd name="connsiteY6" fmla="*/ 1549990 h 5251272"/>
              <a:gd name="connsiteX0" fmla="*/ 0 w 9243396"/>
              <a:gd name="connsiteY0" fmla="*/ 1553368 h 5254650"/>
              <a:gd name="connsiteX1" fmla="*/ 2469615 w 9243396"/>
              <a:gd name="connsiteY1" fmla="*/ 37390 h 5254650"/>
              <a:gd name="connsiteX2" fmla="*/ 6223468 w 9243396"/>
              <a:gd name="connsiteY2" fmla="*/ 2046664 h 5254650"/>
              <a:gd name="connsiteX3" fmla="*/ 9243396 w 9243396"/>
              <a:gd name="connsiteY3" fmla="*/ 2191042 h 5254650"/>
              <a:gd name="connsiteX4" fmla="*/ 9207301 w 9243396"/>
              <a:gd name="connsiteY4" fmla="*/ 5254650 h 5254650"/>
              <a:gd name="connsiteX5" fmla="*/ 48126 w 9243396"/>
              <a:gd name="connsiteY5" fmla="*/ 5254650 h 5254650"/>
              <a:gd name="connsiteX6" fmla="*/ 0 w 9243396"/>
              <a:gd name="connsiteY6" fmla="*/ 1553368 h 5254650"/>
              <a:gd name="connsiteX0" fmla="*/ 0 w 9243396"/>
              <a:gd name="connsiteY0" fmla="*/ 1555192 h 5256474"/>
              <a:gd name="connsiteX1" fmla="*/ 2469615 w 9243396"/>
              <a:gd name="connsiteY1" fmla="*/ 39214 h 5256474"/>
              <a:gd name="connsiteX2" fmla="*/ 6223468 w 9243396"/>
              <a:gd name="connsiteY2" fmla="*/ 2048488 h 5256474"/>
              <a:gd name="connsiteX3" fmla="*/ 9243396 w 9243396"/>
              <a:gd name="connsiteY3" fmla="*/ 2192866 h 5256474"/>
              <a:gd name="connsiteX4" fmla="*/ 9207301 w 9243396"/>
              <a:gd name="connsiteY4" fmla="*/ 5256474 h 5256474"/>
              <a:gd name="connsiteX5" fmla="*/ 48126 w 9243396"/>
              <a:gd name="connsiteY5" fmla="*/ 5256474 h 5256474"/>
              <a:gd name="connsiteX6" fmla="*/ 0 w 9243396"/>
              <a:gd name="connsiteY6" fmla="*/ 1555192 h 5256474"/>
              <a:gd name="connsiteX0" fmla="*/ 0 w 9243396"/>
              <a:gd name="connsiteY0" fmla="*/ 1555192 h 5256474"/>
              <a:gd name="connsiteX1" fmla="*/ 2469615 w 9243396"/>
              <a:gd name="connsiteY1" fmla="*/ 39214 h 5256474"/>
              <a:gd name="connsiteX2" fmla="*/ 6223468 w 9243396"/>
              <a:gd name="connsiteY2" fmla="*/ 2048488 h 5256474"/>
              <a:gd name="connsiteX3" fmla="*/ 9243396 w 9243396"/>
              <a:gd name="connsiteY3" fmla="*/ 2192866 h 5256474"/>
              <a:gd name="connsiteX4" fmla="*/ 9207301 w 9243396"/>
              <a:gd name="connsiteY4" fmla="*/ 5256474 h 5256474"/>
              <a:gd name="connsiteX5" fmla="*/ 48126 w 9243396"/>
              <a:gd name="connsiteY5" fmla="*/ 5256474 h 5256474"/>
              <a:gd name="connsiteX6" fmla="*/ 0 w 9243396"/>
              <a:gd name="connsiteY6" fmla="*/ 1555192 h 5256474"/>
              <a:gd name="connsiteX0" fmla="*/ 0 w 9243396"/>
              <a:gd name="connsiteY0" fmla="*/ 1514369 h 5215651"/>
              <a:gd name="connsiteX1" fmla="*/ 2373363 w 9243396"/>
              <a:gd name="connsiteY1" fmla="*/ 34486 h 5215651"/>
              <a:gd name="connsiteX2" fmla="*/ 6223468 w 9243396"/>
              <a:gd name="connsiteY2" fmla="*/ 2007665 h 5215651"/>
              <a:gd name="connsiteX3" fmla="*/ 9243396 w 9243396"/>
              <a:gd name="connsiteY3" fmla="*/ 2152043 h 5215651"/>
              <a:gd name="connsiteX4" fmla="*/ 9207301 w 9243396"/>
              <a:gd name="connsiteY4" fmla="*/ 5215651 h 5215651"/>
              <a:gd name="connsiteX5" fmla="*/ 48126 w 9243396"/>
              <a:gd name="connsiteY5" fmla="*/ 5215651 h 5215651"/>
              <a:gd name="connsiteX6" fmla="*/ 0 w 9243396"/>
              <a:gd name="connsiteY6" fmla="*/ 1514369 h 5215651"/>
              <a:gd name="connsiteX0" fmla="*/ 0 w 9243396"/>
              <a:gd name="connsiteY0" fmla="*/ 1483351 h 5184633"/>
              <a:gd name="connsiteX1" fmla="*/ 2373363 w 9243396"/>
              <a:gd name="connsiteY1" fmla="*/ 3468 h 5184633"/>
              <a:gd name="connsiteX2" fmla="*/ 6271595 w 9243396"/>
              <a:gd name="connsiteY2" fmla="*/ 1868363 h 5184633"/>
              <a:gd name="connsiteX3" fmla="*/ 9243396 w 9243396"/>
              <a:gd name="connsiteY3" fmla="*/ 2121025 h 5184633"/>
              <a:gd name="connsiteX4" fmla="*/ 9207301 w 9243396"/>
              <a:gd name="connsiteY4" fmla="*/ 5184633 h 5184633"/>
              <a:gd name="connsiteX5" fmla="*/ 48126 w 9243396"/>
              <a:gd name="connsiteY5" fmla="*/ 5184633 h 5184633"/>
              <a:gd name="connsiteX6" fmla="*/ 0 w 9243396"/>
              <a:gd name="connsiteY6" fmla="*/ 1483351 h 5184633"/>
              <a:gd name="connsiteX0" fmla="*/ 0 w 9243396"/>
              <a:gd name="connsiteY0" fmla="*/ 1483351 h 5184633"/>
              <a:gd name="connsiteX1" fmla="*/ 2373363 w 9243396"/>
              <a:gd name="connsiteY1" fmla="*/ 3468 h 5184633"/>
              <a:gd name="connsiteX2" fmla="*/ 6271595 w 9243396"/>
              <a:gd name="connsiteY2" fmla="*/ 1868363 h 5184633"/>
              <a:gd name="connsiteX3" fmla="*/ 9243396 w 9243396"/>
              <a:gd name="connsiteY3" fmla="*/ 2121025 h 5184633"/>
              <a:gd name="connsiteX4" fmla="*/ 9207301 w 9243396"/>
              <a:gd name="connsiteY4" fmla="*/ 5184633 h 5184633"/>
              <a:gd name="connsiteX5" fmla="*/ 48126 w 9243396"/>
              <a:gd name="connsiteY5" fmla="*/ 5184633 h 5184633"/>
              <a:gd name="connsiteX6" fmla="*/ 0 w 9243396"/>
              <a:gd name="connsiteY6" fmla="*/ 1483351 h 5184633"/>
              <a:gd name="connsiteX0" fmla="*/ 0 w 9243396"/>
              <a:gd name="connsiteY0" fmla="*/ 1480225 h 5181507"/>
              <a:gd name="connsiteX1" fmla="*/ 2373363 w 9243396"/>
              <a:gd name="connsiteY1" fmla="*/ 342 h 5181507"/>
              <a:gd name="connsiteX2" fmla="*/ 5537669 w 9243396"/>
              <a:gd name="connsiteY2" fmla="*/ 1371942 h 5181507"/>
              <a:gd name="connsiteX3" fmla="*/ 9243396 w 9243396"/>
              <a:gd name="connsiteY3" fmla="*/ 2117899 h 5181507"/>
              <a:gd name="connsiteX4" fmla="*/ 9207301 w 9243396"/>
              <a:gd name="connsiteY4" fmla="*/ 5181507 h 5181507"/>
              <a:gd name="connsiteX5" fmla="*/ 48126 w 9243396"/>
              <a:gd name="connsiteY5" fmla="*/ 5181507 h 5181507"/>
              <a:gd name="connsiteX6" fmla="*/ 0 w 9243396"/>
              <a:gd name="connsiteY6" fmla="*/ 1480225 h 5181507"/>
              <a:gd name="connsiteX0" fmla="*/ 0 w 9243396"/>
              <a:gd name="connsiteY0" fmla="*/ 1480319 h 5181601"/>
              <a:gd name="connsiteX1" fmla="*/ 2373363 w 9243396"/>
              <a:gd name="connsiteY1" fmla="*/ 436 h 5181601"/>
              <a:gd name="connsiteX2" fmla="*/ 5537669 w 9243396"/>
              <a:gd name="connsiteY2" fmla="*/ 1372036 h 5181601"/>
              <a:gd name="connsiteX3" fmla="*/ 9243396 w 9243396"/>
              <a:gd name="connsiteY3" fmla="*/ 2117993 h 5181601"/>
              <a:gd name="connsiteX4" fmla="*/ 9207301 w 9243396"/>
              <a:gd name="connsiteY4" fmla="*/ 5181601 h 5181601"/>
              <a:gd name="connsiteX5" fmla="*/ 48126 w 9243396"/>
              <a:gd name="connsiteY5" fmla="*/ 5181601 h 5181601"/>
              <a:gd name="connsiteX6" fmla="*/ 0 w 9243396"/>
              <a:gd name="connsiteY6" fmla="*/ 1480319 h 5181601"/>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237 h 5181519"/>
              <a:gd name="connsiteX1" fmla="*/ 2373363 w 9231365"/>
              <a:gd name="connsiteY1" fmla="*/ 354 h 5181519"/>
              <a:gd name="connsiteX2" fmla="*/ 5537669 w 9231365"/>
              <a:gd name="connsiteY2" fmla="*/ 1371954 h 5181519"/>
              <a:gd name="connsiteX3" fmla="*/ 9231365 w 9231365"/>
              <a:gd name="connsiteY3" fmla="*/ 1985563 h 5181519"/>
              <a:gd name="connsiteX4" fmla="*/ 9207301 w 9231365"/>
              <a:gd name="connsiteY4" fmla="*/ 5181519 h 5181519"/>
              <a:gd name="connsiteX5" fmla="*/ 48126 w 9231365"/>
              <a:gd name="connsiteY5" fmla="*/ 5181519 h 5181519"/>
              <a:gd name="connsiteX6" fmla="*/ 0 w 9231365"/>
              <a:gd name="connsiteY6" fmla="*/ 1480237 h 5181519"/>
              <a:gd name="connsiteX0" fmla="*/ 0 w 9231365"/>
              <a:gd name="connsiteY0" fmla="*/ 1480660 h 5181942"/>
              <a:gd name="connsiteX1" fmla="*/ 2373363 w 9231365"/>
              <a:gd name="connsiteY1" fmla="*/ 777 h 5181942"/>
              <a:gd name="connsiteX2" fmla="*/ 5537669 w 9231365"/>
              <a:gd name="connsiteY2" fmla="*/ 1324251 h 5181942"/>
              <a:gd name="connsiteX3" fmla="*/ 9231365 w 9231365"/>
              <a:gd name="connsiteY3" fmla="*/ 1985986 h 5181942"/>
              <a:gd name="connsiteX4" fmla="*/ 9207301 w 9231365"/>
              <a:gd name="connsiteY4" fmla="*/ 5181942 h 5181942"/>
              <a:gd name="connsiteX5" fmla="*/ 48126 w 9231365"/>
              <a:gd name="connsiteY5" fmla="*/ 5181942 h 5181942"/>
              <a:gd name="connsiteX6" fmla="*/ 0 w 9231365"/>
              <a:gd name="connsiteY6" fmla="*/ 1480660 h 5181942"/>
              <a:gd name="connsiteX0" fmla="*/ 0 w 9231365"/>
              <a:gd name="connsiteY0" fmla="*/ 1480562 h 5181844"/>
              <a:gd name="connsiteX1" fmla="*/ 2373363 w 9231365"/>
              <a:gd name="connsiteY1" fmla="*/ 679 h 5181844"/>
              <a:gd name="connsiteX2" fmla="*/ 5537669 w 9231365"/>
              <a:gd name="connsiteY2" fmla="*/ 1324153 h 5181844"/>
              <a:gd name="connsiteX3" fmla="*/ 9231365 w 9231365"/>
              <a:gd name="connsiteY3" fmla="*/ 1985888 h 5181844"/>
              <a:gd name="connsiteX4" fmla="*/ 9207301 w 9231365"/>
              <a:gd name="connsiteY4" fmla="*/ 5181844 h 5181844"/>
              <a:gd name="connsiteX5" fmla="*/ 48126 w 9231365"/>
              <a:gd name="connsiteY5" fmla="*/ 5181844 h 5181844"/>
              <a:gd name="connsiteX6" fmla="*/ 0 w 9231365"/>
              <a:gd name="connsiteY6" fmla="*/ 1480562 h 5181844"/>
              <a:gd name="connsiteX0" fmla="*/ 0 w 9231365"/>
              <a:gd name="connsiteY0" fmla="*/ 1480562 h 5181844"/>
              <a:gd name="connsiteX1" fmla="*/ 2373363 w 9231365"/>
              <a:gd name="connsiteY1" fmla="*/ 679 h 5181844"/>
              <a:gd name="connsiteX2" fmla="*/ 5537669 w 9231365"/>
              <a:gd name="connsiteY2" fmla="*/ 1324153 h 5181844"/>
              <a:gd name="connsiteX3" fmla="*/ 9231365 w 9231365"/>
              <a:gd name="connsiteY3" fmla="*/ 1985888 h 5181844"/>
              <a:gd name="connsiteX4" fmla="*/ 9207301 w 9231365"/>
              <a:gd name="connsiteY4" fmla="*/ 5181844 h 5181844"/>
              <a:gd name="connsiteX5" fmla="*/ 48126 w 9231365"/>
              <a:gd name="connsiteY5" fmla="*/ 5181844 h 5181844"/>
              <a:gd name="connsiteX6" fmla="*/ 0 w 9231365"/>
              <a:gd name="connsiteY6" fmla="*/ 1480562 h 5181844"/>
              <a:gd name="connsiteX0" fmla="*/ 0 w 9231365"/>
              <a:gd name="connsiteY0" fmla="*/ 1484814 h 5186096"/>
              <a:gd name="connsiteX1" fmla="*/ 2373363 w 9231365"/>
              <a:gd name="connsiteY1" fmla="*/ 4931 h 5186096"/>
              <a:gd name="connsiteX2" fmla="*/ 5537669 w 9231365"/>
              <a:gd name="connsiteY2" fmla="*/ 1328405 h 5186096"/>
              <a:gd name="connsiteX3" fmla="*/ 9231365 w 9231365"/>
              <a:gd name="connsiteY3" fmla="*/ 1990140 h 5186096"/>
              <a:gd name="connsiteX4" fmla="*/ 9207301 w 9231365"/>
              <a:gd name="connsiteY4" fmla="*/ 5186096 h 5186096"/>
              <a:gd name="connsiteX5" fmla="*/ 48126 w 9231365"/>
              <a:gd name="connsiteY5" fmla="*/ 5186096 h 5186096"/>
              <a:gd name="connsiteX6" fmla="*/ 0 w 9231365"/>
              <a:gd name="connsiteY6" fmla="*/ 1484814 h 5186096"/>
              <a:gd name="connsiteX0" fmla="*/ 0 w 9231365"/>
              <a:gd name="connsiteY0" fmla="*/ 1519567 h 5220849"/>
              <a:gd name="connsiteX1" fmla="*/ 2662121 w 9231365"/>
              <a:gd name="connsiteY1" fmla="*/ 3589 h 5220849"/>
              <a:gd name="connsiteX2" fmla="*/ 5537669 w 9231365"/>
              <a:gd name="connsiteY2" fmla="*/ 1363158 h 5220849"/>
              <a:gd name="connsiteX3" fmla="*/ 9231365 w 9231365"/>
              <a:gd name="connsiteY3" fmla="*/ 2024893 h 5220849"/>
              <a:gd name="connsiteX4" fmla="*/ 9207301 w 9231365"/>
              <a:gd name="connsiteY4" fmla="*/ 5220849 h 5220849"/>
              <a:gd name="connsiteX5" fmla="*/ 48126 w 9231365"/>
              <a:gd name="connsiteY5" fmla="*/ 5220849 h 5220849"/>
              <a:gd name="connsiteX6" fmla="*/ 0 w 9231365"/>
              <a:gd name="connsiteY6" fmla="*/ 1519567 h 5220849"/>
              <a:gd name="connsiteX0" fmla="*/ 0 w 9231365"/>
              <a:gd name="connsiteY0" fmla="*/ 1395689 h 5217287"/>
              <a:gd name="connsiteX1" fmla="*/ 2662121 w 9231365"/>
              <a:gd name="connsiteY1" fmla="*/ 27 h 5217287"/>
              <a:gd name="connsiteX2" fmla="*/ 5537669 w 9231365"/>
              <a:gd name="connsiteY2" fmla="*/ 1359596 h 5217287"/>
              <a:gd name="connsiteX3" fmla="*/ 9231365 w 9231365"/>
              <a:gd name="connsiteY3" fmla="*/ 2021331 h 5217287"/>
              <a:gd name="connsiteX4" fmla="*/ 9207301 w 9231365"/>
              <a:gd name="connsiteY4" fmla="*/ 5217287 h 5217287"/>
              <a:gd name="connsiteX5" fmla="*/ 48126 w 9231365"/>
              <a:gd name="connsiteY5" fmla="*/ 5217287 h 5217287"/>
              <a:gd name="connsiteX6" fmla="*/ 0 w 9231365"/>
              <a:gd name="connsiteY6" fmla="*/ 1395689 h 5217287"/>
              <a:gd name="connsiteX0" fmla="*/ 0 w 9231365"/>
              <a:gd name="connsiteY0" fmla="*/ 1395689 h 5217287"/>
              <a:gd name="connsiteX1" fmla="*/ 2662121 w 9231365"/>
              <a:gd name="connsiteY1" fmla="*/ 27 h 5217287"/>
              <a:gd name="connsiteX2" fmla="*/ 5537669 w 9231365"/>
              <a:gd name="connsiteY2" fmla="*/ 1359596 h 5217287"/>
              <a:gd name="connsiteX3" fmla="*/ 9231365 w 9231365"/>
              <a:gd name="connsiteY3" fmla="*/ 2021331 h 5217287"/>
              <a:gd name="connsiteX4" fmla="*/ 9207301 w 9231365"/>
              <a:gd name="connsiteY4" fmla="*/ 5217287 h 5217287"/>
              <a:gd name="connsiteX5" fmla="*/ 48126 w 9231365"/>
              <a:gd name="connsiteY5" fmla="*/ 5217287 h 5217287"/>
              <a:gd name="connsiteX6" fmla="*/ 0 w 9231365"/>
              <a:gd name="connsiteY6" fmla="*/ 1395689 h 5217287"/>
              <a:gd name="connsiteX0" fmla="*/ 0 w 9231365"/>
              <a:gd name="connsiteY0" fmla="*/ 1395694 h 5217292"/>
              <a:gd name="connsiteX1" fmla="*/ 2662121 w 9231365"/>
              <a:gd name="connsiteY1" fmla="*/ 32 h 5217292"/>
              <a:gd name="connsiteX2" fmla="*/ 5537669 w 9231365"/>
              <a:gd name="connsiteY2" fmla="*/ 1359601 h 5217292"/>
              <a:gd name="connsiteX3" fmla="*/ 9231365 w 9231365"/>
              <a:gd name="connsiteY3" fmla="*/ 2021336 h 5217292"/>
              <a:gd name="connsiteX4" fmla="*/ 9207301 w 9231365"/>
              <a:gd name="connsiteY4" fmla="*/ 5217292 h 5217292"/>
              <a:gd name="connsiteX5" fmla="*/ 48126 w 9231365"/>
              <a:gd name="connsiteY5" fmla="*/ 5217292 h 5217292"/>
              <a:gd name="connsiteX6" fmla="*/ 0 w 9231365"/>
              <a:gd name="connsiteY6" fmla="*/ 1395694 h 5217292"/>
              <a:gd name="connsiteX0" fmla="*/ 0 w 9231365"/>
              <a:gd name="connsiteY0" fmla="*/ 1395697 h 5217295"/>
              <a:gd name="connsiteX1" fmla="*/ 2662121 w 9231365"/>
              <a:gd name="connsiteY1" fmla="*/ 35 h 5217295"/>
              <a:gd name="connsiteX2" fmla="*/ 5537669 w 9231365"/>
              <a:gd name="connsiteY2" fmla="*/ 1359604 h 5217295"/>
              <a:gd name="connsiteX3" fmla="*/ 9231365 w 9231365"/>
              <a:gd name="connsiteY3" fmla="*/ 2021339 h 5217295"/>
              <a:gd name="connsiteX4" fmla="*/ 9207301 w 9231365"/>
              <a:gd name="connsiteY4" fmla="*/ 5217295 h 5217295"/>
              <a:gd name="connsiteX5" fmla="*/ 48126 w 9231365"/>
              <a:gd name="connsiteY5" fmla="*/ 5217295 h 5217295"/>
              <a:gd name="connsiteX6" fmla="*/ 0 w 9231365"/>
              <a:gd name="connsiteY6" fmla="*/ 1395697 h 5217295"/>
              <a:gd name="connsiteX0" fmla="*/ 0 w 9231365"/>
              <a:gd name="connsiteY0" fmla="*/ 1399409 h 5221007"/>
              <a:gd name="connsiteX1" fmla="*/ 2662121 w 9231365"/>
              <a:gd name="connsiteY1" fmla="*/ 3747 h 5221007"/>
              <a:gd name="connsiteX2" fmla="*/ 5537669 w 9231365"/>
              <a:gd name="connsiteY2" fmla="*/ 1363316 h 5221007"/>
              <a:gd name="connsiteX3" fmla="*/ 9231365 w 9231365"/>
              <a:gd name="connsiteY3" fmla="*/ 2025051 h 5221007"/>
              <a:gd name="connsiteX4" fmla="*/ 9207301 w 9231365"/>
              <a:gd name="connsiteY4" fmla="*/ 5221007 h 5221007"/>
              <a:gd name="connsiteX5" fmla="*/ 48126 w 9231365"/>
              <a:gd name="connsiteY5" fmla="*/ 5221007 h 5221007"/>
              <a:gd name="connsiteX6" fmla="*/ 0 w 9231365"/>
              <a:gd name="connsiteY6" fmla="*/ 1399409 h 5221007"/>
              <a:gd name="connsiteX0" fmla="*/ 0 w 9231365"/>
              <a:gd name="connsiteY0" fmla="*/ 1399088 h 5220686"/>
              <a:gd name="connsiteX1" fmla="*/ 2662121 w 9231365"/>
              <a:gd name="connsiteY1" fmla="*/ 3426 h 5220686"/>
              <a:gd name="connsiteX2" fmla="*/ 5537669 w 9231365"/>
              <a:gd name="connsiteY2" fmla="*/ 1362995 h 5220686"/>
              <a:gd name="connsiteX3" fmla="*/ 9231365 w 9231365"/>
              <a:gd name="connsiteY3" fmla="*/ 2024730 h 5220686"/>
              <a:gd name="connsiteX4" fmla="*/ 9207301 w 9231365"/>
              <a:gd name="connsiteY4" fmla="*/ 5220686 h 5220686"/>
              <a:gd name="connsiteX5" fmla="*/ 48126 w 9231365"/>
              <a:gd name="connsiteY5" fmla="*/ 5220686 h 5220686"/>
              <a:gd name="connsiteX6" fmla="*/ 0 w 9231365"/>
              <a:gd name="connsiteY6" fmla="*/ 1399088 h 5220686"/>
              <a:gd name="connsiteX0" fmla="*/ 0 w 9231365"/>
              <a:gd name="connsiteY0" fmla="*/ 1399088 h 5220686"/>
              <a:gd name="connsiteX1" fmla="*/ 2662121 w 9231365"/>
              <a:gd name="connsiteY1" fmla="*/ 3426 h 5220686"/>
              <a:gd name="connsiteX2" fmla="*/ 5537669 w 9231365"/>
              <a:gd name="connsiteY2" fmla="*/ 1362995 h 5220686"/>
              <a:gd name="connsiteX3" fmla="*/ 9231365 w 9231365"/>
              <a:gd name="connsiteY3" fmla="*/ 2024730 h 5220686"/>
              <a:gd name="connsiteX4" fmla="*/ 9207301 w 9231365"/>
              <a:gd name="connsiteY4" fmla="*/ 5220686 h 5220686"/>
              <a:gd name="connsiteX5" fmla="*/ 48126 w 9231365"/>
              <a:gd name="connsiteY5" fmla="*/ 5220686 h 5220686"/>
              <a:gd name="connsiteX6" fmla="*/ 0 w 9231365"/>
              <a:gd name="connsiteY6" fmla="*/ 1399088 h 5220686"/>
              <a:gd name="connsiteX0" fmla="*/ 0 w 9231365"/>
              <a:gd name="connsiteY0" fmla="*/ 1398527 h 5220125"/>
              <a:gd name="connsiteX1" fmla="*/ 2662121 w 9231365"/>
              <a:gd name="connsiteY1" fmla="*/ 2865 h 5220125"/>
              <a:gd name="connsiteX2" fmla="*/ 5537669 w 9231365"/>
              <a:gd name="connsiteY2" fmla="*/ 1362434 h 5220125"/>
              <a:gd name="connsiteX3" fmla="*/ 9231365 w 9231365"/>
              <a:gd name="connsiteY3" fmla="*/ 1964012 h 5220125"/>
              <a:gd name="connsiteX4" fmla="*/ 9207301 w 9231365"/>
              <a:gd name="connsiteY4" fmla="*/ 5220125 h 5220125"/>
              <a:gd name="connsiteX5" fmla="*/ 48126 w 9231365"/>
              <a:gd name="connsiteY5" fmla="*/ 5220125 h 5220125"/>
              <a:gd name="connsiteX6" fmla="*/ 0 w 9231365"/>
              <a:gd name="connsiteY6" fmla="*/ 1398527 h 5220125"/>
              <a:gd name="connsiteX0" fmla="*/ 0 w 9231365"/>
              <a:gd name="connsiteY0" fmla="*/ 1399319 h 5220917"/>
              <a:gd name="connsiteX1" fmla="*/ 2662121 w 9231365"/>
              <a:gd name="connsiteY1" fmla="*/ 3657 h 5220917"/>
              <a:gd name="connsiteX2" fmla="*/ 5537669 w 9231365"/>
              <a:gd name="connsiteY2" fmla="*/ 1363226 h 5220917"/>
              <a:gd name="connsiteX3" fmla="*/ 9231365 w 9231365"/>
              <a:gd name="connsiteY3" fmla="*/ 1964804 h 5220917"/>
              <a:gd name="connsiteX4" fmla="*/ 9207301 w 9231365"/>
              <a:gd name="connsiteY4" fmla="*/ 5220917 h 5220917"/>
              <a:gd name="connsiteX5" fmla="*/ 48126 w 9231365"/>
              <a:gd name="connsiteY5" fmla="*/ 5220917 h 5220917"/>
              <a:gd name="connsiteX6" fmla="*/ 0 w 9231365"/>
              <a:gd name="connsiteY6" fmla="*/ 1399319 h 5220917"/>
              <a:gd name="connsiteX0" fmla="*/ 0 w 9231365"/>
              <a:gd name="connsiteY0" fmla="*/ 1399418 h 5221016"/>
              <a:gd name="connsiteX1" fmla="*/ 2662121 w 9231365"/>
              <a:gd name="connsiteY1" fmla="*/ 3756 h 5221016"/>
              <a:gd name="connsiteX2" fmla="*/ 5537669 w 9231365"/>
              <a:gd name="connsiteY2" fmla="*/ 1363325 h 5221016"/>
              <a:gd name="connsiteX3" fmla="*/ 9231365 w 9231365"/>
              <a:gd name="connsiteY3" fmla="*/ 1964903 h 5221016"/>
              <a:gd name="connsiteX4" fmla="*/ 9207301 w 9231365"/>
              <a:gd name="connsiteY4" fmla="*/ 5221016 h 5221016"/>
              <a:gd name="connsiteX5" fmla="*/ 48126 w 9231365"/>
              <a:gd name="connsiteY5" fmla="*/ 5221016 h 5221016"/>
              <a:gd name="connsiteX6" fmla="*/ 0 w 9231365"/>
              <a:gd name="connsiteY6" fmla="*/ 1399418 h 5221016"/>
              <a:gd name="connsiteX0" fmla="*/ 0 w 9231365"/>
              <a:gd name="connsiteY0" fmla="*/ 1399418 h 5221016"/>
              <a:gd name="connsiteX1" fmla="*/ 2662121 w 9231365"/>
              <a:gd name="connsiteY1" fmla="*/ 3756 h 5221016"/>
              <a:gd name="connsiteX2" fmla="*/ 5537669 w 9231365"/>
              <a:gd name="connsiteY2" fmla="*/ 1363325 h 5221016"/>
              <a:gd name="connsiteX3" fmla="*/ 9231365 w 9231365"/>
              <a:gd name="connsiteY3" fmla="*/ 1964903 h 5221016"/>
              <a:gd name="connsiteX4" fmla="*/ 9207301 w 9231365"/>
              <a:gd name="connsiteY4" fmla="*/ 5221016 h 5221016"/>
              <a:gd name="connsiteX5" fmla="*/ 48126 w 9231365"/>
              <a:gd name="connsiteY5" fmla="*/ 5221016 h 5221016"/>
              <a:gd name="connsiteX6" fmla="*/ 0 w 9231365"/>
              <a:gd name="connsiteY6" fmla="*/ 1399418 h 5221016"/>
              <a:gd name="connsiteX0" fmla="*/ 0 w 9231365"/>
              <a:gd name="connsiteY0" fmla="*/ 1399688 h 5221286"/>
              <a:gd name="connsiteX1" fmla="*/ 2662121 w 9231365"/>
              <a:gd name="connsiteY1" fmla="*/ 4026 h 5221286"/>
              <a:gd name="connsiteX2" fmla="*/ 5537669 w 9231365"/>
              <a:gd name="connsiteY2" fmla="*/ 1363595 h 5221286"/>
              <a:gd name="connsiteX3" fmla="*/ 9231365 w 9231365"/>
              <a:gd name="connsiteY3" fmla="*/ 1965173 h 5221286"/>
              <a:gd name="connsiteX4" fmla="*/ 9207301 w 9231365"/>
              <a:gd name="connsiteY4" fmla="*/ 5221286 h 5221286"/>
              <a:gd name="connsiteX5" fmla="*/ 48126 w 9231365"/>
              <a:gd name="connsiteY5" fmla="*/ 5221286 h 5221286"/>
              <a:gd name="connsiteX6" fmla="*/ 0 w 9231365"/>
              <a:gd name="connsiteY6" fmla="*/ 1399688 h 5221286"/>
              <a:gd name="connsiteX0" fmla="*/ 0 w 9219333"/>
              <a:gd name="connsiteY0" fmla="*/ 1215923 h 5217995"/>
              <a:gd name="connsiteX1" fmla="*/ 2650089 w 9219333"/>
              <a:gd name="connsiteY1" fmla="*/ 735 h 5217995"/>
              <a:gd name="connsiteX2" fmla="*/ 5525637 w 9219333"/>
              <a:gd name="connsiteY2" fmla="*/ 1360304 h 5217995"/>
              <a:gd name="connsiteX3" fmla="*/ 9219333 w 9219333"/>
              <a:gd name="connsiteY3" fmla="*/ 1961882 h 5217995"/>
              <a:gd name="connsiteX4" fmla="*/ 9195269 w 9219333"/>
              <a:gd name="connsiteY4" fmla="*/ 5217995 h 5217995"/>
              <a:gd name="connsiteX5" fmla="*/ 36094 w 9219333"/>
              <a:gd name="connsiteY5" fmla="*/ 5217995 h 5217995"/>
              <a:gd name="connsiteX6" fmla="*/ 0 w 9219333"/>
              <a:gd name="connsiteY6" fmla="*/ 1215923 h 5217995"/>
              <a:gd name="connsiteX0" fmla="*/ 0 w 9219333"/>
              <a:gd name="connsiteY0" fmla="*/ 1396225 h 5398297"/>
              <a:gd name="connsiteX1" fmla="*/ 2674153 w 9219333"/>
              <a:gd name="connsiteY1" fmla="*/ 563 h 5398297"/>
              <a:gd name="connsiteX2" fmla="*/ 5525637 w 9219333"/>
              <a:gd name="connsiteY2" fmla="*/ 1540606 h 5398297"/>
              <a:gd name="connsiteX3" fmla="*/ 9219333 w 9219333"/>
              <a:gd name="connsiteY3" fmla="*/ 2142184 h 5398297"/>
              <a:gd name="connsiteX4" fmla="*/ 9195269 w 9219333"/>
              <a:gd name="connsiteY4" fmla="*/ 5398297 h 5398297"/>
              <a:gd name="connsiteX5" fmla="*/ 36094 w 9219333"/>
              <a:gd name="connsiteY5" fmla="*/ 5398297 h 5398297"/>
              <a:gd name="connsiteX6" fmla="*/ 0 w 9219333"/>
              <a:gd name="connsiteY6" fmla="*/ 1396225 h 5398297"/>
              <a:gd name="connsiteX0" fmla="*/ 0 w 9219333"/>
              <a:gd name="connsiteY0" fmla="*/ 1395665 h 5397737"/>
              <a:gd name="connsiteX1" fmla="*/ 2674153 w 9219333"/>
              <a:gd name="connsiteY1" fmla="*/ 3 h 5397737"/>
              <a:gd name="connsiteX2" fmla="*/ 5585795 w 9219333"/>
              <a:gd name="connsiteY2" fmla="*/ 1383636 h 5397737"/>
              <a:gd name="connsiteX3" fmla="*/ 9219333 w 9219333"/>
              <a:gd name="connsiteY3" fmla="*/ 2141624 h 5397737"/>
              <a:gd name="connsiteX4" fmla="*/ 9195269 w 9219333"/>
              <a:gd name="connsiteY4" fmla="*/ 5397737 h 5397737"/>
              <a:gd name="connsiteX5" fmla="*/ 36094 w 9219333"/>
              <a:gd name="connsiteY5" fmla="*/ 5397737 h 5397737"/>
              <a:gd name="connsiteX6" fmla="*/ 0 w 9219333"/>
              <a:gd name="connsiteY6" fmla="*/ 1395665 h 5397737"/>
              <a:gd name="connsiteX0" fmla="*/ 0 w 9219333"/>
              <a:gd name="connsiteY0" fmla="*/ 1395665 h 5397737"/>
              <a:gd name="connsiteX1" fmla="*/ 2674153 w 9219333"/>
              <a:gd name="connsiteY1" fmla="*/ 3 h 5397737"/>
              <a:gd name="connsiteX2" fmla="*/ 5585795 w 9219333"/>
              <a:gd name="connsiteY2" fmla="*/ 1383636 h 5397737"/>
              <a:gd name="connsiteX3" fmla="*/ 9219333 w 9219333"/>
              <a:gd name="connsiteY3" fmla="*/ 2009276 h 5397737"/>
              <a:gd name="connsiteX4" fmla="*/ 9195269 w 9219333"/>
              <a:gd name="connsiteY4" fmla="*/ 5397737 h 5397737"/>
              <a:gd name="connsiteX5" fmla="*/ 36094 w 9219333"/>
              <a:gd name="connsiteY5" fmla="*/ 5397737 h 5397737"/>
              <a:gd name="connsiteX6" fmla="*/ 0 w 9219333"/>
              <a:gd name="connsiteY6" fmla="*/ 1395665 h 5397737"/>
              <a:gd name="connsiteX0" fmla="*/ 0 w 9219333"/>
              <a:gd name="connsiteY0" fmla="*/ 1395666 h 5397738"/>
              <a:gd name="connsiteX1" fmla="*/ 2674153 w 9219333"/>
              <a:gd name="connsiteY1" fmla="*/ 4 h 5397738"/>
              <a:gd name="connsiteX2" fmla="*/ 5585795 w 9219333"/>
              <a:gd name="connsiteY2" fmla="*/ 1383637 h 5397738"/>
              <a:gd name="connsiteX3" fmla="*/ 9219333 w 9219333"/>
              <a:gd name="connsiteY3" fmla="*/ 2009277 h 5397738"/>
              <a:gd name="connsiteX4" fmla="*/ 9195269 w 9219333"/>
              <a:gd name="connsiteY4" fmla="*/ 5397738 h 5397738"/>
              <a:gd name="connsiteX5" fmla="*/ 36094 w 9219333"/>
              <a:gd name="connsiteY5" fmla="*/ 5397738 h 5397738"/>
              <a:gd name="connsiteX6" fmla="*/ 0 w 9219333"/>
              <a:gd name="connsiteY6" fmla="*/ 1395666 h 5397738"/>
              <a:gd name="connsiteX0" fmla="*/ 0 w 9219333"/>
              <a:gd name="connsiteY0" fmla="*/ 1397014 h 5399086"/>
              <a:gd name="connsiteX1" fmla="*/ 2674153 w 9219333"/>
              <a:gd name="connsiteY1" fmla="*/ 1352 h 5399086"/>
              <a:gd name="connsiteX2" fmla="*/ 5585795 w 9219333"/>
              <a:gd name="connsiteY2" fmla="*/ 1384985 h 5399086"/>
              <a:gd name="connsiteX3" fmla="*/ 9219333 w 9219333"/>
              <a:gd name="connsiteY3" fmla="*/ 2010625 h 5399086"/>
              <a:gd name="connsiteX4" fmla="*/ 9195269 w 9219333"/>
              <a:gd name="connsiteY4" fmla="*/ 5399086 h 5399086"/>
              <a:gd name="connsiteX5" fmla="*/ 36094 w 9219333"/>
              <a:gd name="connsiteY5" fmla="*/ 5399086 h 5399086"/>
              <a:gd name="connsiteX6" fmla="*/ 0 w 9219333"/>
              <a:gd name="connsiteY6" fmla="*/ 1397014 h 5399086"/>
              <a:gd name="connsiteX0" fmla="*/ 0 w 9219333"/>
              <a:gd name="connsiteY0" fmla="*/ 1397014 h 5399086"/>
              <a:gd name="connsiteX1" fmla="*/ 2674153 w 9219333"/>
              <a:gd name="connsiteY1" fmla="*/ 1352 h 5399086"/>
              <a:gd name="connsiteX2" fmla="*/ 5585795 w 9219333"/>
              <a:gd name="connsiteY2" fmla="*/ 1384985 h 5399086"/>
              <a:gd name="connsiteX3" fmla="*/ 9219333 w 9219333"/>
              <a:gd name="connsiteY3" fmla="*/ 2010625 h 5399086"/>
              <a:gd name="connsiteX4" fmla="*/ 9195269 w 9219333"/>
              <a:gd name="connsiteY4" fmla="*/ 5399086 h 5399086"/>
              <a:gd name="connsiteX5" fmla="*/ 36094 w 9219333"/>
              <a:gd name="connsiteY5" fmla="*/ 5399086 h 5399086"/>
              <a:gd name="connsiteX6" fmla="*/ 0 w 9219333"/>
              <a:gd name="connsiteY6" fmla="*/ 1397014 h 5399086"/>
              <a:gd name="connsiteX0" fmla="*/ 0 w 9219333"/>
              <a:gd name="connsiteY0" fmla="*/ 1396633 h 5398705"/>
              <a:gd name="connsiteX1" fmla="*/ 2674153 w 9219333"/>
              <a:gd name="connsiteY1" fmla="*/ 971 h 5398705"/>
              <a:gd name="connsiteX2" fmla="*/ 5585795 w 9219333"/>
              <a:gd name="connsiteY2" fmla="*/ 1384604 h 5398705"/>
              <a:gd name="connsiteX3" fmla="*/ 9219333 w 9219333"/>
              <a:gd name="connsiteY3" fmla="*/ 1962118 h 5398705"/>
              <a:gd name="connsiteX4" fmla="*/ 9195269 w 9219333"/>
              <a:gd name="connsiteY4" fmla="*/ 5398705 h 5398705"/>
              <a:gd name="connsiteX5" fmla="*/ 36094 w 9219333"/>
              <a:gd name="connsiteY5" fmla="*/ 5398705 h 5398705"/>
              <a:gd name="connsiteX6" fmla="*/ 0 w 9219333"/>
              <a:gd name="connsiteY6" fmla="*/ 1396633 h 5398705"/>
              <a:gd name="connsiteX0" fmla="*/ 0 w 9219333"/>
              <a:gd name="connsiteY0" fmla="*/ 1396633 h 5398705"/>
              <a:gd name="connsiteX1" fmla="*/ 2674153 w 9219333"/>
              <a:gd name="connsiteY1" fmla="*/ 971 h 5398705"/>
              <a:gd name="connsiteX2" fmla="*/ 5585795 w 9219333"/>
              <a:gd name="connsiteY2" fmla="*/ 1384604 h 5398705"/>
              <a:gd name="connsiteX3" fmla="*/ 9219333 w 9219333"/>
              <a:gd name="connsiteY3" fmla="*/ 1962118 h 5398705"/>
              <a:gd name="connsiteX4" fmla="*/ 9195269 w 9219333"/>
              <a:gd name="connsiteY4" fmla="*/ 5398705 h 5398705"/>
              <a:gd name="connsiteX5" fmla="*/ 36094 w 9219333"/>
              <a:gd name="connsiteY5" fmla="*/ 5398705 h 5398705"/>
              <a:gd name="connsiteX6" fmla="*/ 0 w 9219333"/>
              <a:gd name="connsiteY6" fmla="*/ 1396633 h 5398705"/>
              <a:gd name="connsiteX0" fmla="*/ 0 w 9219333"/>
              <a:gd name="connsiteY0" fmla="*/ 1396945 h 5399017"/>
              <a:gd name="connsiteX1" fmla="*/ 2674153 w 9219333"/>
              <a:gd name="connsiteY1" fmla="*/ 1283 h 5399017"/>
              <a:gd name="connsiteX2" fmla="*/ 5585795 w 9219333"/>
              <a:gd name="connsiteY2" fmla="*/ 1384916 h 5399017"/>
              <a:gd name="connsiteX3" fmla="*/ 9219333 w 9219333"/>
              <a:gd name="connsiteY3" fmla="*/ 1962430 h 5399017"/>
              <a:gd name="connsiteX4" fmla="*/ 9195269 w 9219333"/>
              <a:gd name="connsiteY4" fmla="*/ 5399017 h 5399017"/>
              <a:gd name="connsiteX5" fmla="*/ 36094 w 9219333"/>
              <a:gd name="connsiteY5" fmla="*/ 5399017 h 5399017"/>
              <a:gd name="connsiteX6" fmla="*/ 0 w 9219333"/>
              <a:gd name="connsiteY6" fmla="*/ 1396945 h 5399017"/>
              <a:gd name="connsiteX0" fmla="*/ 0 w 9219333"/>
              <a:gd name="connsiteY0" fmla="*/ 1396945 h 5399017"/>
              <a:gd name="connsiteX1" fmla="*/ 2674153 w 9219333"/>
              <a:gd name="connsiteY1" fmla="*/ 1283 h 5399017"/>
              <a:gd name="connsiteX2" fmla="*/ 5585795 w 9219333"/>
              <a:gd name="connsiteY2" fmla="*/ 1384916 h 5399017"/>
              <a:gd name="connsiteX3" fmla="*/ 9219333 w 9219333"/>
              <a:gd name="connsiteY3" fmla="*/ 1962430 h 5399017"/>
              <a:gd name="connsiteX4" fmla="*/ 9195269 w 9219333"/>
              <a:gd name="connsiteY4" fmla="*/ 5399017 h 5399017"/>
              <a:gd name="connsiteX5" fmla="*/ 36094 w 9219333"/>
              <a:gd name="connsiteY5" fmla="*/ 5399017 h 5399017"/>
              <a:gd name="connsiteX6" fmla="*/ 0 w 9219333"/>
              <a:gd name="connsiteY6" fmla="*/ 1396945 h 5399017"/>
              <a:gd name="connsiteX0" fmla="*/ 0 w 9219333"/>
              <a:gd name="connsiteY0" fmla="*/ 1400187 h 5402259"/>
              <a:gd name="connsiteX1" fmla="*/ 2674153 w 9219333"/>
              <a:gd name="connsiteY1" fmla="*/ 4525 h 5402259"/>
              <a:gd name="connsiteX2" fmla="*/ 5585795 w 9219333"/>
              <a:gd name="connsiteY2" fmla="*/ 1388158 h 5402259"/>
              <a:gd name="connsiteX3" fmla="*/ 9219333 w 9219333"/>
              <a:gd name="connsiteY3" fmla="*/ 1965672 h 5402259"/>
              <a:gd name="connsiteX4" fmla="*/ 9195269 w 9219333"/>
              <a:gd name="connsiteY4" fmla="*/ 5402259 h 5402259"/>
              <a:gd name="connsiteX5" fmla="*/ 36094 w 9219333"/>
              <a:gd name="connsiteY5" fmla="*/ 5402259 h 5402259"/>
              <a:gd name="connsiteX6" fmla="*/ 0 w 9219333"/>
              <a:gd name="connsiteY6" fmla="*/ 1400187 h 5402259"/>
              <a:gd name="connsiteX0" fmla="*/ 10488 w 9229821"/>
              <a:gd name="connsiteY0" fmla="*/ 1400187 h 5426411"/>
              <a:gd name="connsiteX1" fmla="*/ 2684641 w 9229821"/>
              <a:gd name="connsiteY1" fmla="*/ 4525 h 5426411"/>
              <a:gd name="connsiteX2" fmla="*/ 5596283 w 9229821"/>
              <a:gd name="connsiteY2" fmla="*/ 1388158 h 5426411"/>
              <a:gd name="connsiteX3" fmla="*/ 9229821 w 9229821"/>
              <a:gd name="connsiteY3" fmla="*/ 1965672 h 5426411"/>
              <a:gd name="connsiteX4" fmla="*/ 9205757 w 9229821"/>
              <a:gd name="connsiteY4" fmla="*/ 5402259 h 5426411"/>
              <a:gd name="connsiteX5" fmla="*/ 0 w 9229821"/>
              <a:gd name="connsiteY5" fmla="*/ 5426411 h 5426411"/>
              <a:gd name="connsiteX6" fmla="*/ 10488 w 9229821"/>
              <a:gd name="connsiteY6" fmla="*/ 1400187 h 5426411"/>
              <a:gd name="connsiteX0" fmla="*/ 0 w 9219333"/>
              <a:gd name="connsiteY0" fmla="*/ 1400187 h 5426411"/>
              <a:gd name="connsiteX1" fmla="*/ 2674153 w 9219333"/>
              <a:gd name="connsiteY1" fmla="*/ 4525 h 5426411"/>
              <a:gd name="connsiteX2" fmla="*/ 5585795 w 9219333"/>
              <a:gd name="connsiteY2" fmla="*/ 1388158 h 5426411"/>
              <a:gd name="connsiteX3" fmla="*/ 9219333 w 9219333"/>
              <a:gd name="connsiteY3" fmla="*/ 1965672 h 5426411"/>
              <a:gd name="connsiteX4" fmla="*/ 9195269 w 9219333"/>
              <a:gd name="connsiteY4" fmla="*/ 5402259 h 5426411"/>
              <a:gd name="connsiteX5" fmla="*/ 12803 w 9219333"/>
              <a:gd name="connsiteY5" fmla="*/ 5426411 h 5426411"/>
              <a:gd name="connsiteX6" fmla="*/ 0 w 9219333"/>
              <a:gd name="connsiteY6" fmla="*/ 1400187 h 5426411"/>
              <a:gd name="connsiteX0" fmla="*/ 11116 w 9230449"/>
              <a:gd name="connsiteY0" fmla="*/ 1400187 h 5426411"/>
              <a:gd name="connsiteX1" fmla="*/ 2685269 w 9230449"/>
              <a:gd name="connsiteY1" fmla="*/ 4525 h 5426411"/>
              <a:gd name="connsiteX2" fmla="*/ 5596911 w 9230449"/>
              <a:gd name="connsiteY2" fmla="*/ 1388158 h 5426411"/>
              <a:gd name="connsiteX3" fmla="*/ 9230449 w 9230449"/>
              <a:gd name="connsiteY3" fmla="*/ 1965672 h 5426411"/>
              <a:gd name="connsiteX4" fmla="*/ 9206385 w 9230449"/>
              <a:gd name="connsiteY4" fmla="*/ 5402259 h 5426411"/>
              <a:gd name="connsiteX5" fmla="*/ 628 w 9230449"/>
              <a:gd name="connsiteY5" fmla="*/ 5426411 h 5426411"/>
              <a:gd name="connsiteX6" fmla="*/ 11116 w 9230449"/>
              <a:gd name="connsiteY6" fmla="*/ 1400187 h 5426411"/>
              <a:gd name="connsiteX0" fmla="*/ 225 w 9219558"/>
              <a:gd name="connsiteY0" fmla="*/ 1400187 h 5438486"/>
              <a:gd name="connsiteX1" fmla="*/ 2674378 w 9219558"/>
              <a:gd name="connsiteY1" fmla="*/ 4525 h 5438486"/>
              <a:gd name="connsiteX2" fmla="*/ 5586020 w 9219558"/>
              <a:gd name="connsiteY2" fmla="*/ 1388158 h 5438486"/>
              <a:gd name="connsiteX3" fmla="*/ 9219558 w 9219558"/>
              <a:gd name="connsiteY3" fmla="*/ 1965672 h 5438486"/>
              <a:gd name="connsiteX4" fmla="*/ 9195494 w 9219558"/>
              <a:gd name="connsiteY4" fmla="*/ 5402259 h 5438486"/>
              <a:gd name="connsiteX5" fmla="*/ 1383 w 9219558"/>
              <a:gd name="connsiteY5" fmla="*/ 5438486 h 5438486"/>
              <a:gd name="connsiteX6" fmla="*/ 225 w 9219558"/>
              <a:gd name="connsiteY6" fmla="*/ 1400187 h 5438486"/>
              <a:gd name="connsiteX0" fmla="*/ 0 w 9219333"/>
              <a:gd name="connsiteY0" fmla="*/ 1400187 h 5402259"/>
              <a:gd name="connsiteX1" fmla="*/ 2674153 w 9219333"/>
              <a:gd name="connsiteY1" fmla="*/ 4525 h 5402259"/>
              <a:gd name="connsiteX2" fmla="*/ 5585795 w 9219333"/>
              <a:gd name="connsiteY2" fmla="*/ 1388158 h 5402259"/>
              <a:gd name="connsiteX3" fmla="*/ 9219333 w 9219333"/>
              <a:gd name="connsiteY3" fmla="*/ 1965672 h 5402259"/>
              <a:gd name="connsiteX4" fmla="*/ 9195269 w 9219333"/>
              <a:gd name="connsiteY4" fmla="*/ 5402259 h 5402259"/>
              <a:gd name="connsiteX5" fmla="*/ 58781 w 9219333"/>
              <a:gd name="connsiteY5" fmla="*/ 5371568 h 5402259"/>
              <a:gd name="connsiteX6" fmla="*/ 0 w 9219333"/>
              <a:gd name="connsiteY6" fmla="*/ 1400187 h 5402259"/>
              <a:gd name="connsiteX0" fmla="*/ 4565 w 9223898"/>
              <a:gd name="connsiteY0" fmla="*/ 1400187 h 5409807"/>
              <a:gd name="connsiteX1" fmla="*/ 2678718 w 9223898"/>
              <a:gd name="connsiteY1" fmla="*/ 4525 h 5409807"/>
              <a:gd name="connsiteX2" fmla="*/ 5590360 w 9223898"/>
              <a:gd name="connsiteY2" fmla="*/ 1388158 h 5409807"/>
              <a:gd name="connsiteX3" fmla="*/ 9223898 w 9223898"/>
              <a:gd name="connsiteY3" fmla="*/ 1965672 h 5409807"/>
              <a:gd name="connsiteX4" fmla="*/ 9199834 w 9223898"/>
              <a:gd name="connsiteY4" fmla="*/ 5402259 h 5409807"/>
              <a:gd name="connsiteX5" fmla="*/ 921 w 9223898"/>
              <a:gd name="connsiteY5" fmla="*/ 5409807 h 5409807"/>
              <a:gd name="connsiteX6" fmla="*/ 4565 w 9223898"/>
              <a:gd name="connsiteY6" fmla="*/ 1400187 h 5409807"/>
              <a:gd name="connsiteX0" fmla="*/ 4565 w 9223898"/>
              <a:gd name="connsiteY0" fmla="*/ 1400187 h 5409807"/>
              <a:gd name="connsiteX1" fmla="*/ 2678718 w 9223898"/>
              <a:gd name="connsiteY1" fmla="*/ 4525 h 5409807"/>
              <a:gd name="connsiteX2" fmla="*/ 5590360 w 9223898"/>
              <a:gd name="connsiteY2" fmla="*/ 1388158 h 5409807"/>
              <a:gd name="connsiteX3" fmla="*/ 9223898 w 9223898"/>
              <a:gd name="connsiteY3" fmla="*/ 1965672 h 5409807"/>
              <a:gd name="connsiteX4" fmla="*/ 9079788 w 9223898"/>
              <a:gd name="connsiteY4" fmla="*/ 5254083 h 5409807"/>
              <a:gd name="connsiteX5" fmla="*/ 921 w 9223898"/>
              <a:gd name="connsiteY5" fmla="*/ 5409807 h 5409807"/>
              <a:gd name="connsiteX6" fmla="*/ 4565 w 9223898"/>
              <a:gd name="connsiteY6" fmla="*/ 1400187 h 5409807"/>
              <a:gd name="connsiteX0" fmla="*/ 4565 w 9229434"/>
              <a:gd name="connsiteY0" fmla="*/ 1400187 h 5409807"/>
              <a:gd name="connsiteX1" fmla="*/ 2678718 w 9229434"/>
              <a:gd name="connsiteY1" fmla="*/ 4525 h 5409807"/>
              <a:gd name="connsiteX2" fmla="*/ 5590360 w 9229434"/>
              <a:gd name="connsiteY2" fmla="*/ 1388158 h 5409807"/>
              <a:gd name="connsiteX3" fmla="*/ 9223898 w 9229434"/>
              <a:gd name="connsiteY3" fmla="*/ 1965672 h 5409807"/>
              <a:gd name="connsiteX4" fmla="*/ 9228645 w 9229434"/>
              <a:gd name="connsiteY4" fmla="*/ 5407039 h 5409807"/>
              <a:gd name="connsiteX5" fmla="*/ 921 w 9229434"/>
              <a:gd name="connsiteY5" fmla="*/ 5409807 h 5409807"/>
              <a:gd name="connsiteX6" fmla="*/ 4565 w 9229434"/>
              <a:gd name="connsiteY6" fmla="*/ 1400187 h 5409807"/>
              <a:gd name="connsiteX0" fmla="*/ 4565 w 9229434"/>
              <a:gd name="connsiteY0" fmla="*/ 1399152 h 5408772"/>
              <a:gd name="connsiteX1" fmla="*/ 2678718 w 9229434"/>
              <a:gd name="connsiteY1" fmla="*/ 3490 h 5408772"/>
              <a:gd name="connsiteX2" fmla="*/ 5590360 w 9229434"/>
              <a:gd name="connsiteY2" fmla="*/ 1387123 h 5408772"/>
              <a:gd name="connsiteX3" fmla="*/ 9223898 w 9229434"/>
              <a:gd name="connsiteY3" fmla="*/ 1969416 h 5408772"/>
              <a:gd name="connsiteX4" fmla="*/ 9228645 w 9229434"/>
              <a:gd name="connsiteY4" fmla="*/ 5406004 h 5408772"/>
              <a:gd name="connsiteX5" fmla="*/ 921 w 9229434"/>
              <a:gd name="connsiteY5" fmla="*/ 5408772 h 5408772"/>
              <a:gd name="connsiteX6" fmla="*/ 4565 w 9229434"/>
              <a:gd name="connsiteY6" fmla="*/ 1399152 h 5408772"/>
              <a:gd name="connsiteX0" fmla="*/ 224 w 9229895"/>
              <a:gd name="connsiteY0" fmla="*/ 1400449 h 5405288"/>
              <a:gd name="connsiteX1" fmla="*/ 2679179 w 9229895"/>
              <a:gd name="connsiteY1" fmla="*/ 6 h 5405288"/>
              <a:gd name="connsiteX2" fmla="*/ 5590821 w 9229895"/>
              <a:gd name="connsiteY2" fmla="*/ 1383639 h 5405288"/>
              <a:gd name="connsiteX3" fmla="*/ 9224359 w 9229895"/>
              <a:gd name="connsiteY3" fmla="*/ 1965932 h 5405288"/>
              <a:gd name="connsiteX4" fmla="*/ 9229106 w 9229895"/>
              <a:gd name="connsiteY4" fmla="*/ 5402520 h 5405288"/>
              <a:gd name="connsiteX5" fmla="*/ 1382 w 9229895"/>
              <a:gd name="connsiteY5" fmla="*/ 5405288 h 5405288"/>
              <a:gd name="connsiteX6" fmla="*/ 224 w 9229895"/>
              <a:gd name="connsiteY6" fmla="*/ 1400449 h 5405288"/>
              <a:gd name="connsiteX0" fmla="*/ 157384 w 9228594"/>
              <a:gd name="connsiteY0" fmla="*/ 1371769 h 5405287"/>
              <a:gd name="connsiteX1" fmla="*/ 2677878 w 9228594"/>
              <a:gd name="connsiteY1" fmla="*/ 5 h 5405287"/>
              <a:gd name="connsiteX2" fmla="*/ 5589520 w 9228594"/>
              <a:gd name="connsiteY2" fmla="*/ 1383638 h 5405287"/>
              <a:gd name="connsiteX3" fmla="*/ 9223058 w 9228594"/>
              <a:gd name="connsiteY3" fmla="*/ 1965931 h 5405287"/>
              <a:gd name="connsiteX4" fmla="*/ 9227805 w 9228594"/>
              <a:gd name="connsiteY4" fmla="*/ 5402519 h 5405287"/>
              <a:gd name="connsiteX5" fmla="*/ 81 w 9228594"/>
              <a:gd name="connsiteY5" fmla="*/ 5405287 h 5405287"/>
              <a:gd name="connsiteX6" fmla="*/ 157384 w 9228594"/>
              <a:gd name="connsiteY6" fmla="*/ 1371769 h 5405287"/>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3702 h 5406780"/>
              <a:gd name="connsiteX1" fmla="*/ 2679179 w 9229895"/>
              <a:gd name="connsiteY1" fmla="*/ 1498 h 5406780"/>
              <a:gd name="connsiteX2" fmla="*/ 5590821 w 9229895"/>
              <a:gd name="connsiteY2" fmla="*/ 1385131 h 5406780"/>
              <a:gd name="connsiteX3" fmla="*/ 9224359 w 9229895"/>
              <a:gd name="connsiteY3" fmla="*/ 1967424 h 5406780"/>
              <a:gd name="connsiteX4" fmla="*/ 9229106 w 9229895"/>
              <a:gd name="connsiteY4" fmla="*/ 5404012 h 5406780"/>
              <a:gd name="connsiteX5" fmla="*/ 1382 w 9229895"/>
              <a:gd name="connsiteY5" fmla="*/ 5406780 h 5406780"/>
              <a:gd name="connsiteX6" fmla="*/ 223 w 9229895"/>
              <a:gd name="connsiteY6" fmla="*/ 1363702 h 540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29895" h="5406780">
                <a:moveTo>
                  <a:pt x="223" y="1363702"/>
                </a:moveTo>
                <a:cubicBezTo>
                  <a:pt x="776784" y="694686"/>
                  <a:pt x="1565447" y="46228"/>
                  <a:pt x="2679179" y="1498"/>
                </a:cubicBezTo>
                <a:cubicBezTo>
                  <a:pt x="3792911" y="-43232"/>
                  <a:pt x="4924544" y="924647"/>
                  <a:pt x="5590821" y="1385131"/>
                </a:cubicBezTo>
                <a:cubicBezTo>
                  <a:pt x="6257098" y="1845615"/>
                  <a:pt x="7574028" y="2886575"/>
                  <a:pt x="9224359" y="1967424"/>
                </a:cubicBezTo>
                <a:cubicBezTo>
                  <a:pt x="9220349" y="2940500"/>
                  <a:pt x="9233116" y="4430936"/>
                  <a:pt x="9229106" y="5404012"/>
                </a:cubicBezTo>
                <a:lnTo>
                  <a:pt x="1382" y="5406780"/>
                </a:lnTo>
                <a:cubicBezTo>
                  <a:pt x="-2886" y="4064705"/>
                  <a:pt x="4491" y="2705777"/>
                  <a:pt x="223" y="1363702"/>
                </a:cubicBezTo>
                <a:close/>
              </a:path>
            </a:pathLst>
          </a:custGeom>
          <a:gradFill flip="none" rotWithShape="1">
            <a:gsLst>
              <a:gs pos="0">
                <a:schemeClr val="bg1">
                  <a:lumMod val="85000"/>
                </a:schemeClr>
              </a:gs>
              <a:gs pos="29000">
                <a:srgbClr val="F3F3F3"/>
              </a:gs>
              <a:gs pos="82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13" name="Text Placeholder 12"/>
          <p:cNvSpPr>
            <a:spLocks noGrp="1"/>
          </p:cNvSpPr>
          <p:nvPr>
            <p:ph type="body" sz="quarter" idx="13" hasCustomPrompt="1"/>
          </p:nvPr>
        </p:nvSpPr>
        <p:spPr>
          <a:xfrm>
            <a:off x="2590799" y="1752600"/>
            <a:ext cx="2057401" cy="1752600"/>
          </a:xfrm>
        </p:spPr>
        <p:txBody>
          <a:bodyPr anchor="ctr" anchorCtr="0">
            <a:noAutofit/>
          </a:bodyPr>
          <a:lstStyle>
            <a:lvl1pPr marL="0" indent="0" algn="ctr">
              <a:buFontTx/>
              <a:buNone/>
              <a:defRPr sz="11500" b="0" i="0" baseline="0">
                <a:solidFill>
                  <a:srgbClr val="A0B94F"/>
                </a:solidFill>
                <a:effectLst/>
                <a:latin typeface="Adobe Fan Heiti Std B" pitchFamily="34" charset="-128"/>
                <a:ea typeface="Adobe Fan Heiti Std B" pitchFamily="34" charset="-128"/>
              </a:defRPr>
            </a:lvl1pPr>
          </a:lstStyle>
          <a:p>
            <a:pPr lvl="0"/>
            <a:r>
              <a:rPr lang="en-US" dirty="0" smtClean="0"/>
              <a:t>1</a:t>
            </a:r>
            <a:endParaRPr lang="en-US" dirty="0"/>
          </a:p>
        </p:txBody>
      </p:sp>
      <p:sp>
        <p:nvSpPr>
          <p:cNvPr id="11" name="Subtitle 2"/>
          <p:cNvSpPr txBox="1">
            <a:spLocks/>
          </p:cNvSpPr>
          <p:nvPr userDrawn="1"/>
        </p:nvSpPr>
        <p:spPr>
          <a:xfrm>
            <a:off x="685800" y="2133600"/>
            <a:ext cx="2362200" cy="1066800"/>
          </a:xfrm>
          <a:prstGeom prst="rect">
            <a:avLst/>
          </a:prstGeom>
          <a:noFill/>
        </p:spPr>
        <p:txBody>
          <a:bodyPr vert="horz" lIns="91440" tIns="45720" rIns="91440" bIns="45720" rtlCol="0">
            <a:normAutofit/>
          </a:bodyPr>
          <a:lstStyle>
            <a:lvl1pPr marL="0" indent="0" algn="l" defTabSz="914400" rtl="0" eaLnBrk="1" latinLnBrk="0" hangingPunct="1">
              <a:lnSpc>
                <a:spcPts val="6800"/>
              </a:lnSpc>
              <a:spcBef>
                <a:spcPts val="600"/>
              </a:spcBef>
              <a:spcAft>
                <a:spcPts val="600"/>
              </a:spcAft>
              <a:buFont typeface="Arial" pitchFamily="34" charset="0"/>
              <a:buNone/>
              <a:defRPr sz="6600" kern="1200" baseline="0">
                <a:solidFill>
                  <a:schemeClr val="accent6">
                    <a:lumMod val="75000"/>
                  </a:schemeClr>
                </a:solidFill>
                <a:latin typeface="Verdana" panose="020B0604030504040204" pitchFamily="34" charset="0"/>
                <a:ea typeface="Verdana" panose="020B0604030504040204" pitchFamily="34" charset="0"/>
                <a:cs typeface="Verdana" panose="020B0604030504040204"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3600" dirty="0" smtClean="0">
                <a:solidFill>
                  <a:schemeClr val="bg1">
                    <a:lumMod val="50000"/>
                  </a:schemeClr>
                </a:solidFill>
              </a:rPr>
              <a:t>CHAPTER</a:t>
            </a:r>
            <a:endParaRPr lang="en-US" sz="3600" dirty="0">
              <a:solidFill>
                <a:schemeClr val="bg1">
                  <a:lumMod val="50000"/>
                </a:schemeClr>
              </a:solidFill>
            </a:endParaRPr>
          </a:p>
        </p:txBody>
      </p:sp>
      <p:cxnSp>
        <p:nvCxnSpPr>
          <p:cNvPr id="14" name="Straight Connector 13"/>
          <p:cNvCxnSpPr/>
          <p:nvPr userDrawn="1"/>
        </p:nvCxnSpPr>
        <p:spPr>
          <a:xfrm flipH="1">
            <a:off x="3048000" y="3352800"/>
            <a:ext cx="1143000"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Subtitle 2"/>
          <p:cNvSpPr>
            <a:spLocks noGrp="1"/>
          </p:cNvSpPr>
          <p:nvPr>
            <p:ph type="subTitle" idx="1" hasCustomPrompt="1"/>
          </p:nvPr>
        </p:nvSpPr>
        <p:spPr>
          <a:xfrm>
            <a:off x="609600" y="3810000"/>
            <a:ext cx="8382000" cy="2895600"/>
          </a:xfrm>
        </p:spPr>
        <p:txBody>
          <a:bodyPr>
            <a:normAutofit/>
          </a:bodyPr>
          <a:lstStyle>
            <a:lvl1pPr marL="0" indent="0" algn="l">
              <a:lnSpc>
                <a:spcPts val="7200"/>
              </a:lnSpc>
              <a:spcBef>
                <a:spcPts val="600"/>
              </a:spcBef>
              <a:spcAft>
                <a:spcPts val="600"/>
              </a:spcAft>
              <a:buNone/>
              <a:defRPr sz="7200" baseline="0">
                <a:solidFill>
                  <a:srgbClr val="D74B13"/>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Enter Chapter Title</a:t>
            </a:r>
            <a:endParaRPr lang="en-US" dirty="0"/>
          </a:p>
        </p:txBody>
      </p:sp>
    </p:spTree>
    <p:extLst>
      <p:ext uri="{BB962C8B-B14F-4D97-AF65-F5344CB8AC3E}">
        <p14:creationId xmlns:p14="http://schemas.microsoft.com/office/powerpoint/2010/main" val="27520202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h_Outline">
    <p:spTree>
      <p:nvGrpSpPr>
        <p:cNvPr id="1" name=""/>
        <p:cNvGrpSpPr/>
        <p:nvPr/>
      </p:nvGrpSpPr>
      <p:grpSpPr>
        <a:xfrm>
          <a:off x="0" y="0"/>
          <a:ext cx="0" cy="0"/>
          <a:chOff x="0" y="0"/>
          <a:chExt cx="0" cy="0"/>
        </a:xfrm>
      </p:grpSpPr>
      <p:sp>
        <p:nvSpPr>
          <p:cNvPr id="8" name="Rectangle 7"/>
          <p:cNvSpPr/>
          <p:nvPr userDrawn="1"/>
        </p:nvSpPr>
        <p:spPr>
          <a:xfrm>
            <a:off x="6781800" y="6362700"/>
            <a:ext cx="2362200" cy="342900"/>
          </a:xfrm>
          <a:prstGeom prst="rect">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57200" y="228600"/>
            <a:ext cx="8229600" cy="1143000"/>
          </a:xfrm>
        </p:spPr>
        <p:txBody>
          <a:bodyPr>
            <a:noAutofit/>
          </a:bodyPr>
          <a:lstStyle>
            <a:lvl1pPr algn="l">
              <a:defRPr sz="4400" b="0" baseline="0">
                <a:solidFill>
                  <a:srgbClr val="00CCFF"/>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t>CHAPTER OUTLINE</a:t>
            </a:r>
            <a:endParaRPr lang="en-US" dirty="0"/>
          </a:p>
        </p:txBody>
      </p:sp>
      <p:sp>
        <p:nvSpPr>
          <p:cNvPr id="3" name="Content Placeholder 2"/>
          <p:cNvSpPr>
            <a:spLocks noGrp="1"/>
          </p:cNvSpPr>
          <p:nvPr>
            <p:ph idx="1"/>
          </p:nvPr>
        </p:nvSpPr>
        <p:spPr>
          <a:xfrm>
            <a:off x="457200" y="1371600"/>
            <a:ext cx="8229600" cy="4754563"/>
          </a:xfrm>
        </p:spPr>
        <p:txBody>
          <a:bodyPr/>
          <a:lstStyle>
            <a:lvl1pPr marL="514350" indent="-514350">
              <a:buClr>
                <a:srgbClr val="00B0F0"/>
              </a:buClr>
              <a:buSzPct val="100000"/>
              <a:buFont typeface="+mj-lt"/>
              <a:buAutoNum type="arabicPeriod"/>
              <a:defRPr baseline="0">
                <a:latin typeface="Verdana" panose="020B0604030504040204" pitchFamily="34" charset="0"/>
                <a:ea typeface="Verdana" panose="020B0604030504040204" pitchFamily="34" charset="0"/>
                <a:cs typeface="Verdana" panose="020B0604030504040204" pitchFamily="34"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0" y="304800"/>
            <a:ext cx="8534400" cy="0"/>
          </a:xfrm>
          <a:prstGeom prst="line">
            <a:avLst/>
          </a:prstGeom>
          <a:ln w="254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83928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_Learning_Obj">
    <p:spTree>
      <p:nvGrpSpPr>
        <p:cNvPr id="1" name=""/>
        <p:cNvGrpSpPr/>
        <p:nvPr/>
      </p:nvGrpSpPr>
      <p:grpSpPr>
        <a:xfrm>
          <a:off x="0" y="0"/>
          <a:ext cx="0" cy="0"/>
          <a:chOff x="0" y="0"/>
          <a:chExt cx="0" cy="0"/>
        </a:xfrm>
      </p:grpSpPr>
      <p:sp>
        <p:nvSpPr>
          <p:cNvPr id="8" name="Rectangle 7"/>
          <p:cNvSpPr/>
          <p:nvPr userDrawn="1"/>
        </p:nvSpPr>
        <p:spPr>
          <a:xfrm>
            <a:off x="6781800" y="6362700"/>
            <a:ext cx="2362200" cy="342900"/>
          </a:xfrm>
          <a:prstGeom prst="rect">
            <a:avLst/>
          </a:prstGeom>
          <a:solidFill>
            <a:srgbClr val="FF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57200" y="1600200"/>
            <a:ext cx="8229600" cy="4525963"/>
          </a:xfrm>
        </p:spPr>
        <p:txBody>
          <a:bodyPr/>
          <a:lstStyle>
            <a:lvl1pPr marL="514350" indent="-514350">
              <a:buClr>
                <a:srgbClr val="FF9900"/>
              </a:buClr>
              <a:buSzPct val="100000"/>
              <a:buFont typeface="+mj-lt"/>
              <a:buAutoNum type="arabicPeriod"/>
              <a:defRPr baseline="0">
                <a:latin typeface="Times New Roman" panose="02020603050405020304" pitchFamily="18" charset="0"/>
                <a:ea typeface="Verdana" panose="020B0604030504040204" pitchFamily="34" charset="0"/>
                <a:cs typeface="Times New Roman" panose="02020603050405020304"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r>
              <a:rPr lang="en-US" dirty="0" smtClean="0"/>
              <a:t>Click to edit Master text styles</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cxnSp>
        <p:nvCxnSpPr>
          <p:cNvPr id="10" name="Straight Connector 9"/>
          <p:cNvCxnSpPr/>
          <p:nvPr userDrawn="1"/>
        </p:nvCxnSpPr>
        <p:spPr>
          <a:xfrm>
            <a:off x="609600" y="6324600"/>
            <a:ext cx="8534400" cy="0"/>
          </a:xfrm>
          <a:prstGeom prst="line">
            <a:avLst/>
          </a:prstGeom>
          <a:ln w="254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0" y="304800"/>
            <a:ext cx="8534400" cy="0"/>
          </a:xfrm>
          <a:prstGeom prst="line">
            <a:avLst/>
          </a:prstGeom>
          <a:ln w="254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9" name="Subtitle 2"/>
          <p:cNvSpPr>
            <a:spLocks noGrp="1"/>
          </p:cNvSpPr>
          <p:nvPr>
            <p:ph type="subTitle" idx="13" hasCustomPrompt="1"/>
          </p:nvPr>
        </p:nvSpPr>
        <p:spPr>
          <a:xfrm>
            <a:off x="457200" y="533400"/>
            <a:ext cx="8686800" cy="1066800"/>
          </a:xfrm>
        </p:spPr>
        <p:txBody>
          <a:bodyPr>
            <a:normAutofit/>
          </a:bodyPr>
          <a:lstStyle>
            <a:lvl1pPr marL="0" indent="0" algn="l">
              <a:lnSpc>
                <a:spcPts val="6800"/>
              </a:lnSpc>
              <a:spcBef>
                <a:spcPts val="600"/>
              </a:spcBef>
              <a:spcAft>
                <a:spcPts val="600"/>
              </a:spcAft>
              <a:buNone/>
              <a:defRPr sz="4400" baseline="0">
                <a:solidFill>
                  <a:srgbClr val="FF9900"/>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LEARNING OBJECTIVES</a:t>
            </a:r>
            <a:endParaRPr lang="en-US" dirty="0"/>
          </a:p>
        </p:txBody>
      </p:sp>
      <p:sp>
        <p:nvSpPr>
          <p:cNvPr id="11" name="Subtitle 2"/>
          <p:cNvSpPr txBox="1">
            <a:spLocks/>
          </p:cNvSpPr>
          <p:nvPr userDrawn="1"/>
        </p:nvSpPr>
        <p:spPr>
          <a:xfrm>
            <a:off x="7263063" y="533400"/>
            <a:ext cx="1652337" cy="1066800"/>
          </a:xfrm>
          <a:prstGeom prst="rect">
            <a:avLst/>
          </a:prstGeom>
        </p:spPr>
        <p:txBody>
          <a:bodyPr vert="horz" lIns="91440" tIns="45720" rIns="91440" bIns="45720" rtlCol="0">
            <a:normAutofit/>
          </a:bodyPr>
          <a:lstStyle>
            <a:lvl1pPr marL="0" indent="0" algn="l" defTabSz="914400" rtl="0" eaLnBrk="1" latinLnBrk="0" hangingPunct="1">
              <a:lnSpc>
                <a:spcPts val="6800"/>
              </a:lnSpc>
              <a:spcBef>
                <a:spcPts val="600"/>
              </a:spcBef>
              <a:spcAft>
                <a:spcPts val="600"/>
              </a:spcAft>
              <a:buFont typeface="Arial" pitchFamily="34" charset="0"/>
              <a:buNone/>
              <a:defRPr sz="4400" kern="1200" baseline="0">
                <a:solidFill>
                  <a:srgbClr val="FFC000"/>
                </a:solidFill>
                <a:latin typeface="Verdana" panose="020B0604030504040204" pitchFamily="34" charset="0"/>
                <a:ea typeface="Verdana" panose="020B0604030504040204" pitchFamily="34" charset="0"/>
                <a:cs typeface="Verdana" panose="020B0604030504040204"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dirty="0" smtClean="0">
                <a:solidFill>
                  <a:schemeClr val="tx2">
                    <a:lumMod val="60000"/>
                    <a:lumOff val="40000"/>
                  </a:schemeClr>
                </a:solidFill>
              </a:rPr>
              <a:t>&gt;&gt;&gt;</a:t>
            </a:r>
            <a:endParaRPr lang="en-US" dirty="0">
              <a:solidFill>
                <a:schemeClr val="tx2">
                  <a:lumMod val="60000"/>
                  <a:lumOff val="40000"/>
                </a:schemeClr>
              </a:solidFill>
            </a:endParaRPr>
          </a:p>
        </p:txBody>
      </p:sp>
    </p:spTree>
    <p:extLst>
      <p:ext uri="{BB962C8B-B14F-4D97-AF65-F5344CB8AC3E}">
        <p14:creationId xmlns:p14="http://schemas.microsoft.com/office/powerpoint/2010/main" val="405939335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pening Case">
    <p:spTree>
      <p:nvGrpSpPr>
        <p:cNvPr id="1" name=""/>
        <p:cNvGrpSpPr/>
        <p:nvPr/>
      </p:nvGrpSpPr>
      <p:grpSpPr>
        <a:xfrm>
          <a:off x="0" y="0"/>
          <a:ext cx="0" cy="0"/>
          <a:chOff x="0" y="0"/>
          <a:chExt cx="0" cy="0"/>
        </a:xfrm>
      </p:grpSpPr>
      <p:cxnSp>
        <p:nvCxnSpPr>
          <p:cNvPr id="8" name="Straight Connector 7"/>
          <p:cNvCxnSpPr/>
          <p:nvPr userDrawn="1"/>
        </p:nvCxnSpPr>
        <p:spPr>
          <a:xfrm>
            <a:off x="0" y="6477000"/>
            <a:ext cx="86868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8382000" y="5715000"/>
            <a:ext cx="304800" cy="762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609600" y="12192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a:xfrm>
            <a:off x="6553200" y="6119896"/>
            <a:ext cx="2133600" cy="365125"/>
          </a:xfrm>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1371600"/>
            <a:ext cx="8229600" cy="4876800"/>
          </a:xfrm>
        </p:spPr>
        <p:txBody>
          <a:bodyPr>
            <a:normAutofit/>
          </a:bodyPr>
          <a:lstStyle>
            <a:lvl1pPr>
              <a:defRPr sz="3200" b="1" baseline="0">
                <a:latin typeface="Verdana" panose="020B0604030504040204" pitchFamily="34" charset="0"/>
                <a:ea typeface="Verdana" panose="020B0604030504040204" pitchFamily="34" charset="0"/>
                <a:cs typeface="Verdana" panose="020B0604030504040204" pitchFamily="34" charset="0"/>
              </a:defRPr>
            </a:lvl1pPr>
            <a:lvl2pPr marL="914400" indent="-457200">
              <a:buClr>
                <a:schemeClr val="accent1">
                  <a:lumMod val="75000"/>
                </a:schemeClr>
              </a:buClr>
              <a:buFont typeface="+mj-lt"/>
              <a:buAutoNum type="arabicPeriod"/>
              <a:defRPr sz="2400"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2000"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sz="1800"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sz="1800"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itle 1"/>
          <p:cNvSpPr>
            <a:spLocks noGrp="1"/>
          </p:cNvSpPr>
          <p:nvPr>
            <p:ph type="title" hasCustomPrompt="1"/>
          </p:nvPr>
        </p:nvSpPr>
        <p:spPr>
          <a:xfrm>
            <a:off x="3276600" y="228600"/>
            <a:ext cx="2209800" cy="1143000"/>
          </a:xfrm>
        </p:spPr>
        <p:txBody>
          <a:bodyPr>
            <a:noAutofit/>
          </a:bodyPr>
          <a:lstStyle>
            <a:lvl1pPr algn="l">
              <a:defRPr sz="4400" b="1" baseline="0">
                <a:solidFill>
                  <a:schemeClr val="accent1">
                    <a:lumMod val="75000"/>
                  </a:schemeClr>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t>CASE</a:t>
            </a:r>
            <a:endParaRPr lang="en-US" dirty="0"/>
          </a:p>
        </p:txBody>
      </p:sp>
      <p:sp>
        <p:nvSpPr>
          <p:cNvPr id="14" name="Title 1"/>
          <p:cNvSpPr txBox="1">
            <a:spLocks/>
          </p:cNvSpPr>
          <p:nvPr userDrawn="1"/>
        </p:nvSpPr>
        <p:spPr>
          <a:xfrm>
            <a:off x="457200" y="228600"/>
            <a:ext cx="3276600" cy="1143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b="1" kern="1200" baseline="0">
                <a:solidFill>
                  <a:srgbClr val="00CCFF"/>
                </a:solidFill>
                <a:latin typeface="Verdana" panose="020B0604030504040204" pitchFamily="34" charset="0"/>
                <a:ea typeface="Verdana" panose="020B0604030504040204" pitchFamily="34" charset="0"/>
                <a:cs typeface="Verdana" panose="020B0604030504040204" pitchFamily="34" charset="0"/>
              </a:defRPr>
            </a:lvl1pPr>
          </a:lstStyle>
          <a:p>
            <a:r>
              <a:rPr lang="en-US" b="0" dirty="0" smtClean="0">
                <a:solidFill>
                  <a:schemeClr val="accent1">
                    <a:lumMod val="75000"/>
                  </a:schemeClr>
                </a:solidFill>
              </a:rPr>
              <a:t>OPENING</a:t>
            </a:r>
            <a:endParaRPr lang="en-US" b="0" dirty="0">
              <a:solidFill>
                <a:schemeClr val="accent1">
                  <a:lumMod val="75000"/>
                </a:schemeClr>
              </a:solidFill>
            </a:endParaRPr>
          </a:p>
        </p:txBody>
      </p:sp>
      <p:sp>
        <p:nvSpPr>
          <p:cNvPr id="15" name="Title 1"/>
          <p:cNvSpPr txBox="1">
            <a:spLocks/>
          </p:cNvSpPr>
          <p:nvPr userDrawn="1"/>
        </p:nvSpPr>
        <p:spPr>
          <a:xfrm>
            <a:off x="5181600" y="228600"/>
            <a:ext cx="2438400" cy="1143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400" b="1" kern="1200" baseline="0">
                <a:solidFill>
                  <a:srgbClr val="00CCFF"/>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solidFill>
                  <a:srgbClr val="6600CC"/>
                </a:solidFill>
              </a:rPr>
              <a:t>&gt;</a:t>
            </a:r>
            <a:endParaRPr lang="en-US" dirty="0">
              <a:solidFill>
                <a:srgbClr val="6600CC"/>
              </a:solidFill>
            </a:endParaRPr>
          </a:p>
        </p:txBody>
      </p:sp>
    </p:spTree>
    <p:extLst>
      <p:ext uri="{BB962C8B-B14F-4D97-AF65-F5344CB8AC3E}">
        <p14:creationId xmlns:p14="http://schemas.microsoft.com/office/powerpoint/2010/main" val="3856188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ts_about_bus">
    <p:spTree>
      <p:nvGrpSpPr>
        <p:cNvPr id="1" name=""/>
        <p:cNvGrpSpPr/>
        <p:nvPr/>
      </p:nvGrpSpPr>
      <p:grpSpPr>
        <a:xfrm>
          <a:off x="0" y="0"/>
          <a:ext cx="0" cy="0"/>
          <a:chOff x="0" y="0"/>
          <a:chExt cx="0" cy="0"/>
        </a:xfrm>
      </p:grpSpPr>
      <p:sp>
        <p:nvSpPr>
          <p:cNvPr id="4" name="Rectangle 3"/>
          <p:cNvSpPr/>
          <p:nvPr userDrawn="1"/>
        </p:nvSpPr>
        <p:spPr>
          <a:xfrm>
            <a:off x="0" y="1397296"/>
            <a:ext cx="9144000" cy="4927304"/>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25" name="Text Placeholder 24"/>
          <p:cNvSpPr>
            <a:spLocks noGrp="1"/>
          </p:cNvSpPr>
          <p:nvPr>
            <p:ph type="body" sz="quarter" idx="15" hasCustomPrompt="1"/>
          </p:nvPr>
        </p:nvSpPr>
        <p:spPr>
          <a:xfrm>
            <a:off x="1295400" y="635296"/>
            <a:ext cx="7772400" cy="990600"/>
          </a:xfrm>
        </p:spPr>
        <p:txBody>
          <a:bodyPr>
            <a:normAutofit/>
          </a:bodyPr>
          <a:lstStyle>
            <a:lvl1pPr marL="0" indent="0">
              <a:buNone/>
              <a:defRPr sz="4400" b="0" i="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smtClean="0"/>
              <a:t>’S ABOUT BUSINESS  0.0</a:t>
            </a:r>
            <a:endParaRPr lang="en-US" dirty="0"/>
          </a:p>
        </p:txBody>
      </p:sp>
      <p:cxnSp>
        <p:nvCxnSpPr>
          <p:cNvPr id="15" name="Straight Connector 14"/>
          <p:cNvCxnSpPr/>
          <p:nvPr userDrawn="1"/>
        </p:nvCxnSpPr>
        <p:spPr>
          <a:xfrm>
            <a:off x="0" y="1397296"/>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userDrawn="1"/>
        </p:nvGrpSpPr>
        <p:grpSpPr>
          <a:xfrm>
            <a:off x="609600" y="228600"/>
            <a:ext cx="923260" cy="1473496"/>
            <a:chOff x="495300" y="888704"/>
            <a:chExt cx="923260" cy="1473496"/>
          </a:xfrm>
          <a:effectLst>
            <a:outerShdw blurRad="76200" dist="88900" dir="4620000" sx="109000" sy="109000" algn="ctr" rotWithShape="0">
              <a:schemeClr val="bg1">
                <a:lumMod val="65000"/>
                <a:alpha val="19000"/>
              </a:schemeClr>
            </a:outerShdw>
          </a:effectLst>
        </p:grpSpPr>
        <p:sp>
          <p:nvSpPr>
            <p:cNvPr id="5" name="Rectangle 4"/>
            <p:cNvSpPr/>
            <p:nvPr userDrawn="1"/>
          </p:nvSpPr>
          <p:spPr>
            <a:xfrm>
              <a:off x="838200" y="1008888"/>
              <a:ext cx="246888" cy="1353312"/>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495300" y="1219200"/>
              <a:ext cx="246888" cy="1143000"/>
            </a:xfrm>
            <a:prstGeom prst="rect">
              <a:avLst/>
            </a:prstGeom>
            <a:solidFill>
              <a:srgbClr val="99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rot="5400000">
              <a:off x="847060" y="545804"/>
              <a:ext cx="228600" cy="9144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Content Placeholder 20"/>
          <p:cNvSpPr>
            <a:spLocks noGrp="1"/>
          </p:cNvSpPr>
          <p:nvPr>
            <p:ph sz="quarter" idx="16"/>
          </p:nvPr>
        </p:nvSpPr>
        <p:spPr>
          <a:xfrm>
            <a:off x="609600" y="1828800"/>
            <a:ext cx="8001000" cy="4419600"/>
          </a:xfrm>
        </p:spPr>
        <p:txBody>
          <a:bodyPr/>
          <a:lstStyle>
            <a:lvl1pPr>
              <a:defRPr sz="3200" b="1"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971550" indent="-514350">
              <a:buClr>
                <a:srgbClr val="0000CC"/>
              </a:buClr>
              <a:buFont typeface="+mj-lt"/>
              <a:buAutoNum type="arabicPeriod"/>
              <a:defRPr sz="2400"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2000"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sz="1800"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sz="1800"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13859488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opic Level2">
    <p:spTree>
      <p:nvGrpSpPr>
        <p:cNvPr id="1" name=""/>
        <p:cNvGrpSpPr/>
        <p:nvPr/>
      </p:nvGrpSpPr>
      <p:grpSpPr>
        <a:xfrm>
          <a:off x="0" y="0"/>
          <a:ext cx="0" cy="0"/>
          <a:chOff x="0" y="0"/>
          <a:chExt cx="0" cy="0"/>
        </a:xfrm>
      </p:grpSpPr>
      <p:sp>
        <p:nvSpPr>
          <p:cNvPr id="13" name="Rectangle 12"/>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2057400" y="304800"/>
            <a:ext cx="6553199" cy="1676400"/>
          </a:xfrm>
        </p:spPr>
        <p:txBody>
          <a:bodyPr>
            <a:normAutofit/>
          </a:bodyPr>
          <a:lstStyle>
            <a:lvl1pPr marL="0" indent="0" algn="l">
              <a:spcBef>
                <a:spcPts val="600"/>
              </a:spcBef>
              <a:spcAft>
                <a:spcPts val="600"/>
              </a:spcAft>
              <a:buNone/>
              <a:defRPr sz="4400" baseline="0">
                <a:solidFill>
                  <a:srgbClr val="FF9900"/>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10" name="Text Placeholder 9"/>
          <p:cNvSpPr>
            <a:spLocks noGrp="1"/>
          </p:cNvSpPr>
          <p:nvPr>
            <p:ph type="body" sz="quarter" idx="14" hasCustomPrompt="1"/>
          </p:nvPr>
        </p:nvSpPr>
        <p:spPr>
          <a:xfrm>
            <a:off x="76200" y="0"/>
            <a:ext cx="1981200" cy="1524000"/>
          </a:xfrm>
        </p:spPr>
        <p:txBody>
          <a:bodyPr>
            <a:noAutofit/>
          </a:bodyPr>
          <a:lstStyle>
            <a:lvl1pPr marL="0" indent="0" algn="ctr">
              <a:buNone/>
              <a:defRPr sz="7200" baseline="0">
                <a:solidFill>
                  <a:schemeClr val="bg1">
                    <a:lumMod val="50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1066800" y="2438400"/>
            <a:ext cx="7543800" cy="3810000"/>
          </a:xfrm>
        </p:spPr>
        <p:txBody>
          <a:bodyPr/>
          <a:lstStyle>
            <a:lvl1pPr>
              <a:defRPr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945643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Slidezaxcv">
    <p:spTree>
      <p:nvGrpSpPr>
        <p:cNvPr id="1" name=""/>
        <p:cNvGrpSpPr/>
        <p:nvPr/>
      </p:nvGrpSpPr>
      <p:grpSpPr>
        <a:xfrm>
          <a:off x="0" y="0"/>
          <a:ext cx="0" cy="0"/>
          <a:chOff x="0" y="0"/>
          <a:chExt cx="0" cy="0"/>
        </a:xfrm>
      </p:grpSpPr>
      <p:cxnSp>
        <p:nvCxnSpPr>
          <p:cNvPr id="19" name="Straight Connector 18"/>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6781800" y="6362700"/>
            <a:ext cx="2362200" cy="342900"/>
          </a:xfrm>
          <a:prstGeom prst="rect">
            <a:avLst/>
          </a:prstGeom>
          <a:solidFill>
            <a:srgbClr val="66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a:spLocks noGrp="1"/>
          </p:cNvSpPr>
          <p:nvPr>
            <p:ph type="subTitle" idx="1"/>
          </p:nvPr>
        </p:nvSpPr>
        <p:spPr>
          <a:xfrm>
            <a:off x="457200" y="76200"/>
            <a:ext cx="8153399" cy="1371600"/>
          </a:xfrm>
        </p:spPr>
        <p:txBody>
          <a:bodyPr anchor="b" anchorCtr="0">
            <a:normAutofit/>
          </a:bodyPr>
          <a:lstStyle>
            <a:lvl1pPr marL="0" indent="0" algn="l">
              <a:spcBef>
                <a:spcPts val="600"/>
              </a:spcBef>
              <a:spcAft>
                <a:spcPts val="600"/>
              </a:spcAft>
              <a:buNone/>
              <a:defRPr sz="440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457200" y="1524000"/>
            <a:ext cx="8153400" cy="4724400"/>
          </a:xfrm>
        </p:spPr>
        <p:txBody>
          <a:bodyPr/>
          <a:lstStyle>
            <a:lvl1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4478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704005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opic Level3">
    <p:spTree>
      <p:nvGrpSpPr>
        <p:cNvPr id="1" name=""/>
        <p:cNvGrpSpPr/>
        <p:nvPr/>
      </p:nvGrpSpPr>
      <p:grpSpPr>
        <a:xfrm>
          <a:off x="0" y="0"/>
          <a:ext cx="0" cy="0"/>
          <a:chOff x="0" y="0"/>
          <a:chExt cx="0" cy="0"/>
        </a:xfrm>
      </p:grpSpPr>
      <p:sp>
        <p:nvSpPr>
          <p:cNvPr id="26" name="Rectangle 25"/>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6781800" y="6362700"/>
            <a:ext cx="2362200" cy="342900"/>
          </a:xfrm>
          <a:prstGeom prst="rect">
            <a:avLst/>
          </a:prstGeom>
          <a:solidFill>
            <a:srgbClr val="66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a:spLocks noGrp="1"/>
          </p:cNvSpPr>
          <p:nvPr>
            <p:ph type="subTitle" idx="1"/>
          </p:nvPr>
        </p:nvSpPr>
        <p:spPr>
          <a:xfrm>
            <a:off x="457200" y="76200"/>
            <a:ext cx="8153399" cy="1676400"/>
          </a:xfrm>
        </p:spPr>
        <p:txBody>
          <a:bodyPr anchor="b" anchorCtr="0">
            <a:normAutofit/>
          </a:bodyPr>
          <a:lstStyle>
            <a:lvl1pPr marL="0" indent="0" algn="l">
              <a:spcBef>
                <a:spcPts val="600"/>
              </a:spcBef>
              <a:spcAft>
                <a:spcPts val="600"/>
              </a:spcAft>
              <a:buNone/>
              <a:defRPr sz="440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609600" y="2286000"/>
            <a:ext cx="8001000" cy="3962400"/>
          </a:xfrm>
        </p:spPr>
        <p:txBody>
          <a:bodyPr/>
          <a:lstStyle>
            <a:lvl1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203540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opic Level4">
    <p:spTree>
      <p:nvGrpSpPr>
        <p:cNvPr id="1" name=""/>
        <p:cNvGrpSpPr/>
        <p:nvPr/>
      </p:nvGrpSpPr>
      <p:grpSpPr>
        <a:xfrm>
          <a:off x="0" y="0"/>
          <a:ext cx="0" cy="0"/>
          <a:chOff x="0" y="0"/>
          <a:chExt cx="0" cy="0"/>
        </a:xfrm>
      </p:grpSpPr>
      <p:sp>
        <p:nvSpPr>
          <p:cNvPr id="26" name="Rectangle 25"/>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6781800" y="6362700"/>
            <a:ext cx="2362200" cy="342900"/>
          </a:xfrm>
          <a:prstGeom prst="rect">
            <a:avLst/>
          </a:prstGeom>
          <a:solidFill>
            <a:srgbClr val="99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a:spLocks noGrp="1"/>
          </p:cNvSpPr>
          <p:nvPr>
            <p:ph type="subTitle" idx="1"/>
          </p:nvPr>
        </p:nvSpPr>
        <p:spPr>
          <a:xfrm>
            <a:off x="457200" y="76200"/>
            <a:ext cx="8153399" cy="1676400"/>
          </a:xfrm>
        </p:spPr>
        <p:txBody>
          <a:bodyPr anchor="b" anchorCtr="0">
            <a:normAutofit/>
          </a:bodyPr>
          <a:lstStyle>
            <a:lvl1pPr marL="0" indent="0" algn="l">
              <a:spcBef>
                <a:spcPts val="600"/>
              </a:spcBef>
              <a:spcAft>
                <a:spcPts val="600"/>
              </a:spcAft>
              <a:buNone/>
              <a:defRPr sz="4400" baseline="0">
                <a:solidFill>
                  <a:srgbClr val="9900FF"/>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609600" y="2286000"/>
            <a:ext cx="8001000" cy="3962400"/>
          </a:xfrm>
        </p:spPr>
        <p:txBody>
          <a:bodyPr/>
          <a:lstStyle>
            <a:lvl1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63130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pic Level5">
    <p:spTree>
      <p:nvGrpSpPr>
        <p:cNvPr id="1" name=""/>
        <p:cNvGrpSpPr/>
        <p:nvPr/>
      </p:nvGrpSpPr>
      <p:grpSpPr>
        <a:xfrm>
          <a:off x="0" y="0"/>
          <a:ext cx="0" cy="0"/>
          <a:chOff x="0" y="0"/>
          <a:chExt cx="0" cy="0"/>
        </a:xfrm>
      </p:grpSpPr>
      <p:sp>
        <p:nvSpPr>
          <p:cNvPr id="26" name="Rectangle 25"/>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0" name="Rectangle 19"/>
          <p:cNvSpPr/>
          <p:nvPr userDrawn="1"/>
        </p:nvSpPr>
        <p:spPr>
          <a:xfrm>
            <a:off x="6781800" y="6362700"/>
            <a:ext cx="2362200" cy="342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ubtitle 2"/>
          <p:cNvSpPr>
            <a:spLocks noGrp="1"/>
          </p:cNvSpPr>
          <p:nvPr>
            <p:ph type="subTitle" idx="1"/>
          </p:nvPr>
        </p:nvSpPr>
        <p:spPr>
          <a:xfrm>
            <a:off x="457200" y="76200"/>
            <a:ext cx="8153399" cy="1676400"/>
          </a:xfrm>
        </p:spPr>
        <p:txBody>
          <a:bodyPr anchor="b" anchorCtr="0">
            <a:normAutofit/>
          </a:bodyPr>
          <a:lstStyle>
            <a:lvl1pPr marL="0" indent="0" algn="l">
              <a:spcBef>
                <a:spcPts val="600"/>
              </a:spcBef>
              <a:spcAft>
                <a:spcPts val="600"/>
              </a:spcAft>
              <a:buNone/>
              <a:defRPr sz="4400"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609600" y="2286000"/>
            <a:ext cx="8001000" cy="3962400"/>
          </a:xfrm>
        </p:spPr>
        <p:txBody>
          <a:bodyPr/>
          <a:lstStyle>
            <a:lvl1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lumMod val="65000"/>
                    <a:lumOff val="35000"/>
                  </a:schemeClr>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125662"/>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Slide_Level3">
    <p:spTree>
      <p:nvGrpSpPr>
        <p:cNvPr id="1" name=""/>
        <p:cNvGrpSpPr/>
        <p:nvPr/>
      </p:nvGrpSpPr>
      <p:grpSpPr>
        <a:xfrm>
          <a:off x="0" y="0"/>
          <a:ext cx="0" cy="0"/>
          <a:chOff x="0" y="0"/>
          <a:chExt cx="0" cy="0"/>
        </a:xfrm>
      </p:grpSpPr>
      <p:sp>
        <p:nvSpPr>
          <p:cNvPr id="21" name="Subtitle 2"/>
          <p:cNvSpPr>
            <a:spLocks noGrp="1"/>
          </p:cNvSpPr>
          <p:nvPr>
            <p:ph type="subTitle" idx="1"/>
          </p:nvPr>
        </p:nvSpPr>
        <p:spPr>
          <a:xfrm>
            <a:off x="457200" y="76200"/>
            <a:ext cx="8153399" cy="1447800"/>
          </a:xfrm>
        </p:spPr>
        <p:txBody>
          <a:bodyPr anchor="b" anchorCtr="0">
            <a:normAutofit/>
          </a:bodyPr>
          <a:lstStyle>
            <a:lvl1pPr marL="0" indent="0" algn="l">
              <a:spcBef>
                <a:spcPts val="600"/>
              </a:spcBef>
              <a:spcAft>
                <a:spcPts val="600"/>
              </a:spcAft>
              <a:buNone/>
              <a:defRPr sz="440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2" name="Slide Number Placeholder 5"/>
          <p:cNvSpPr>
            <a:spLocks noGrp="1"/>
          </p:cNvSpPr>
          <p:nvPr>
            <p:ph type="sldNum" sz="quarter" idx="12"/>
          </p:nvPr>
        </p:nvSpPr>
        <p:spPr>
          <a:xfrm>
            <a:off x="6553200" y="6356350"/>
            <a:ext cx="2133600" cy="365125"/>
          </a:xfrm>
        </p:spPr>
        <p:txBody>
          <a:bodyPr/>
          <a:lstStyle>
            <a:lvl1pPr>
              <a:defRPr>
                <a:solidFill>
                  <a:schemeClr val="bg1"/>
                </a:solidFill>
              </a:defRPr>
            </a:lvl1pPr>
          </a:lstStyle>
          <a:p>
            <a:fld id="{AC392DC9-9688-4E44-A90B-C333AD8FEA09}" type="slidenum">
              <a:rPr lang="en-US" smtClean="0"/>
              <a:pPr/>
              <a:t>‹#›</a:t>
            </a:fld>
            <a:endParaRPr lang="en-US" dirty="0"/>
          </a:p>
        </p:txBody>
      </p:sp>
      <p:sp>
        <p:nvSpPr>
          <p:cNvPr id="24" name="Content Placeholder 20"/>
          <p:cNvSpPr>
            <a:spLocks noGrp="1"/>
          </p:cNvSpPr>
          <p:nvPr>
            <p:ph sz="quarter" idx="15"/>
          </p:nvPr>
        </p:nvSpPr>
        <p:spPr>
          <a:xfrm>
            <a:off x="457200" y="1828800"/>
            <a:ext cx="8153400" cy="4800600"/>
          </a:xfrm>
        </p:spPr>
        <p:txBody>
          <a:bodyPr/>
          <a:lstStyle>
            <a:lvl1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25" name="Straight Connector 24"/>
          <p:cNvCxnSpPr/>
          <p:nvPr userDrawn="1"/>
        </p:nvCxnSpPr>
        <p:spPr>
          <a:xfrm>
            <a:off x="0" y="16764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4594769"/>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Plug It In Title">
    <p:spTree>
      <p:nvGrpSpPr>
        <p:cNvPr id="1" name=""/>
        <p:cNvGrpSpPr/>
        <p:nvPr/>
      </p:nvGrpSpPr>
      <p:grpSpPr>
        <a:xfrm>
          <a:off x="0" y="0"/>
          <a:ext cx="0" cy="0"/>
          <a:chOff x="0" y="0"/>
          <a:chExt cx="0" cy="0"/>
        </a:xfrm>
      </p:grpSpPr>
      <p:pic>
        <p:nvPicPr>
          <p:cNvPr id="22" name="Picture 21"/>
          <p:cNvPicPr>
            <a:picLocks noChangeAspect="1"/>
          </p:cNvPicPr>
          <p:nvPr userDrawn="1"/>
        </p:nvPicPr>
        <p:blipFill rotWithShape="1">
          <a:blip r:embed="rId2">
            <a:extLst>
              <a:ext uri="{28A0092B-C50C-407E-A947-70E740481C1C}">
                <a14:useLocalDpi xmlns:a14="http://schemas.microsoft.com/office/drawing/2010/main" val="0"/>
              </a:ext>
            </a:extLst>
          </a:blip>
          <a:srcRect l="813" t="1641" r="1785"/>
          <a:stretch/>
        </p:blipFill>
        <p:spPr>
          <a:xfrm>
            <a:off x="-1" y="0"/>
            <a:ext cx="9144001" cy="4571999"/>
          </a:xfrm>
          <a:prstGeom prst="rect">
            <a:avLst/>
          </a:prstGeom>
        </p:spPr>
      </p:pic>
      <p:sp>
        <p:nvSpPr>
          <p:cNvPr id="23" name="Rectangle 7"/>
          <p:cNvSpPr/>
          <p:nvPr userDrawn="1"/>
        </p:nvSpPr>
        <p:spPr>
          <a:xfrm>
            <a:off x="-4762" y="1478378"/>
            <a:ext cx="9154254" cy="5387145"/>
          </a:xfrm>
          <a:custGeom>
            <a:avLst/>
            <a:gdLst>
              <a:gd name="connsiteX0" fmla="*/ 0 w 9159175"/>
              <a:gd name="connsiteY0" fmla="*/ 0 h 6841524"/>
              <a:gd name="connsiteX1" fmla="*/ 9159175 w 9159175"/>
              <a:gd name="connsiteY1" fmla="*/ 0 h 6841524"/>
              <a:gd name="connsiteX2" fmla="*/ 9159175 w 9159175"/>
              <a:gd name="connsiteY2" fmla="*/ 6841524 h 6841524"/>
              <a:gd name="connsiteX3" fmla="*/ 0 w 9159175"/>
              <a:gd name="connsiteY3" fmla="*/ 6841524 h 6841524"/>
              <a:gd name="connsiteX4" fmla="*/ 0 w 9159175"/>
              <a:gd name="connsiteY4" fmla="*/ 0 h 6841524"/>
              <a:gd name="connsiteX0" fmla="*/ 0 w 9207301"/>
              <a:gd name="connsiteY0" fmla="*/ 3140242 h 6841524"/>
              <a:gd name="connsiteX1" fmla="*/ 9207301 w 9207301"/>
              <a:gd name="connsiteY1" fmla="*/ 0 h 6841524"/>
              <a:gd name="connsiteX2" fmla="*/ 9207301 w 9207301"/>
              <a:gd name="connsiteY2" fmla="*/ 6841524 h 6841524"/>
              <a:gd name="connsiteX3" fmla="*/ 48126 w 9207301"/>
              <a:gd name="connsiteY3" fmla="*/ 6841524 h 6841524"/>
              <a:gd name="connsiteX4" fmla="*/ 0 w 9207301"/>
              <a:gd name="connsiteY4" fmla="*/ 3140242 h 6841524"/>
              <a:gd name="connsiteX0" fmla="*/ 0 w 9219332"/>
              <a:gd name="connsiteY0" fmla="*/ 0 h 3701282"/>
              <a:gd name="connsiteX1" fmla="*/ 9219332 w 9219332"/>
              <a:gd name="connsiteY1" fmla="*/ 782053 h 3701282"/>
              <a:gd name="connsiteX2" fmla="*/ 9207301 w 9219332"/>
              <a:gd name="connsiteY2" fmla="*/ 3701282 h 3701282"/>
              <a:gd name="connsiteX3" fmla="*/ 48126 w 9219332"/>
              <a:gd name="connsiteY3" fmla="*/ 3701282 h 3701282"/>
              <a:gd name="connsiteX4" fmla="*/ 0 w 9219332"/>
              <a:gd name="connsiteY4" fmla="*/ 0 h 3701282"/>
              <a:gd name="connsiteX0" fmla="*/ 0 w 9219332"/>
              <a:gd name="connsiteY0" fmla="*/ 0 h 3701282"/>
              <a:gd name="connsiteX1" fmla="*/ 9219332 w 9219332"/>
              <a:gd name="connsiteY1" fmla="*/ 782053 h 3701282"/>
              <a:gd name="connsiteX2" fmla="*/ 9207301 w 9219332"/>
              <a:gd name="connsiteY2" fmla="*/ 3701282 h 3701282"/>
              <a:gd name="connsiteX3" fmla="*/ 48126 w 9219332"/>
              <a:gd name="connsiteY3" fmla="*/ 3701282 h 3701282"/>
              <a:gd name="connsiteX4" fmla="*/ 0 w 9219332"/>
              <a:gd name="connsiteY4" fmla="*/ 0 h 3701282"/>
              <a:gd name="connsiteX0" fmla="*/ 0 w 9219332"/>
              <a:gd name="connsiteY0" fmla="*/ 140297 h 3841579"/>
              <a:gd name="connsiteX1" fmla="*/ 3985595 w 9219332"/>
              <a:gd name="connsiteY1" fmla="*/ 790002 h 3841579"/>
              <a:gd name="connsiteX2" fmla="*/ 9219332 w 9219332"/>
              <a:gd name="connsiteY2" fmla="*/ 922350 h 3841579"/>
              <a:gd name="connsiteX3" fmla="*/ 9207301 w 9219332"/>
              <a:gd name="connsiteY3" fmla="*/ 3841579 h 3841579"/>
              <a:gd name="connsiteX4" fmla="*/ 48126 w 9219332"/>
              <a:gd name="connsiteY4" fmla="*/ 3841579 h 3841579"/>
              <a:gd name="connsiteX5" fmla="*/ 0 w 9219332"/>
              <a:gd name="connsiteY5" fmla="*/ 140297 h 3841579"/>
              <a:gd name="connsiteX0" fmla="*/ 0 w 9219332"/>
              <a:gd name="connsiteY0" fmla="*/ 1454745 h 5156027"/>
              <a:gd name="connsiteX1" fmla="*/ 2662121 w 9219332"/>
              <a:gd name="connsiteY1" fmla="*/ 10956 h 5156027"/>
              <a:gd name="connsiteX2" fmla="*/ 9219332 w 9219332"/>
              <a:gd name="connsiteY2" fmla="*/ 2236798 h 5156027"/>
              <a:gd name="connsiteX3" fmla="*/ 9207301 w 9219332"/>
              <a:gd name="connsiteY3" fmla="*/ 5156027 h 5156027"/>
              <a:gd name="connsiteX4" fmla="*/ 48126 w 9219332"/>
              <a:gd name="connsiteY4" fmla="*/ 5156027 h 5156027"/>
              <a:gd name="connsiteX5" fmla="*/ 0 w 9219332"/>
              <a:gd name="connsiteY5" fmla="*/ 1454745 h 5156027"/>
              <a:gd name="connsiteX0" fmla="*/ 0 w 9219332"/>
              <a:gd name="connsiteY0" fmla="*/ 1443789 h 5145071"/>
              <a:gd name="connsiteX1" fmla="*/ 2662121 w 9219332"/>
              <a:gd name="connsiteY1" fmla="*/ 0 h 5145071"/>
              <a:gd name="connsiteX2" fmla="*/ 9219332 w 9219332"/>
              <a:gd name="connsiteY2" fmla="*/ 2225842 h 5145071"/>
              <a:gd name="connsiteX3" fmla="*/ 9207301 w 9219332"/>
              <a:gd name="connsiteY3" fmla="*/ 5145071 h 5145071"/>
              <a:gd name="connsiteX4" fmla="*/ 48126 w 9219332"/>
              <a:gd name="connsiteY4" fmla="*/ 5145071 h 5145071"/>
              <a:gd name="connsiteX5" fmla="*/ 0 w 9219332"/>
              <a:gd name="connsiteY5" fmla="*/ 1443789 h 5145071"/>
              <a:gd name="connsiteX0" fmla="*/ 0 w 9219332"/>
              <a:gd name="connsiteY0" fmla="*/ 1449612 h 5150894"/>
              <a:gd name="connsiteX1" fmla="*/ 2662121 w 9219332"/>
              <a:gd name="connsiteY1" fmla="*/ 5823 h 5150894"/>
              <a:gd name="connsiteX2" fmla="*/ 9219332 w 9219332"/>
              <a:gd name="connsiteY2" fmla="*/ 2231665 h 5150894"/>
              <a:gd name="connsiteX3" fmla="*/ 9207301 w 9219332"/>
              <a:gd name="connsiteY3" fmla="*/ 5150894 h 5150894"/>
              <a:gd name="connsiteX4" fmla="*/ 48126 w 9219332"/>
              <a:gd name="connsiteY4" fmla="*/ 5150894 h 5150894"/>
              <a:gd name="connsiteX5" fmla="*/ 0 w 9219332"/>
              <a:gd name="connsiteY5" fmla="*/ 1449612 h 5150894"/>
              <a:gd name="connsiteX0" fmla="*/ 0 w 9219332"/>
              <a:gd name="connsiteY0" fmla="*/ 1473604 h 5174886"/>
              <a:gd name="connsiteX1" fmla="*/ 2613995 w 9219332"/>
              <a:gd name="connsiteY1" fmla="*/ 5752 h 5174886"/>
              <a:gd name="connsiteX2" fmla="*/ 9219332 w 9219332"/>
              <a:gd name="connsiteY2" fmla="*/ 2255657 h 5174886"/>
              <a:gd name="connsiteX3" fmla="*/ 9207301 w 9219332"/>
              <a:gd name="connsiteY3" fmla="*/ 5174886 h 5174886"/>
              <a:gd name="connsiteX4" fmla="*/ 48126 w 9219332"/>
              <a:gd name="connsiteY4" fmla="*/ 5174886 h 5174886"/>
              <a:gd name="connsiteX5" fmla="*/ 0 w 9219332"/>
              <a:gd name="connsiteY5" fmla="*/ 1473604 h 5174886"/>
              <a:gd name="connsiteX0" fmla="*/ 0 w 9219332"/>
              <a:gd name="connsiteY0" fmla="*/ 1473604 h 5174886"/>
              <a:gd name="connsiteX1" fmla="*/ 2613995 w 9219332"/>
              <a:gd name="connsiteY1" fmla="*/ 5752 h 5174886"/>
              <a:gd name="connsiteX2" fmla="*/ 9219332 w 9219332"/>
              <a:gd name="connsiteY2" fmla="*/ 2255657 h 5174886"/>
              <a:gd name="connsiteX3" fmla="*/ 9207301 w 9219332"/>
              <a:gd name="connsiteY3" fmla="*/ 5174886 h 5174886"/>
              <a:gd name="connsiteX4" fmla="*/ 48126 w 9219332"/>
              <a:gd name="connsiteY4" fmla="*/ 5174886 h 5174886"/>
              <a:gd name="connsiteX5" fmla="*/ 0 w 9219332"/>
              <a:gd name="connsiteY5" fmla="*/ 1473604 h 5174886"/>
              <a:gd name="connsiteX0" fmla="*/ 0 w 9219332"/>
              <a:gd name="connsiteY0" fmla="*/ 1483124 h 5184406"/>
              <a:gd name="connsiteX1" fmla="*/ 2613995 w 9219332"/>
              <a:gd name="connsiteY1" fmla="*/ 15272 h 5184406"/>
              <a:gd name="connsiteX2" fmla="*/ 5874553 w 9219332"/>
              <a:gd name="connsiteY2" fmla="*/ 809357 h 5184406"/>
              <a:gd name="connsiteX3" fmla="*/ 9219332 w 9219332"/>
              <a:gd name="connsiteY3" fmla="*/ 2265177 h 5184406"/>
              <a:gd name="connsiteX4" fmla="*/ 9207301 w 9219332"/>
              <a:gd name="connsiteY4" fmla="*/ 5184406 h 5184406"/>
              <a:gd name="connsiteX5" fmla="*/ 48126 w 9219332"/>
              <a:gd name="connsiteY5" fmla="*/ 5184406 h 5184406"/>
              <a:gd name="connsiteX6" fmla="*/ 0 w 9219332"/>
              <a:gd name="connsiteY6" fmla="*/ 1483124 h 5184406"/>
              <a:gd name="connsiteX0" fmla="*/ 0 w 9219332"/>
              <a:gd name="connsiteY0" fmla="*/ 1483124 h 5184406"/>
              <a:gd name="connsiteX1" fmla="*/ 2613995 w 9219332"/>
              <a:gd name="connsiteY1" fmla="*/ 15272 h 5184406"/>
              <a:gd name="connsiteX2" fmla="*/ 5874553 w 9219332"/>
              <a:gd name="connsiteY2" fmla="*/ 809357 h 5184406"/>
              <a:gd name="connsiteX3" fmla="*/ 9219332 w 9219332"/>
              <a:gd name="connsiteY3" fmla="*/ 2265177 h 5184406"/>
              <a:gd name="connsiteX4" fmla="*/ 9207301 w 9219332"/>
              <a:gd name="connsiteY4" fmla="*/ 5184406 h 5184406"/>
              <a:gd name="connsiteX5" fmla="*/ 48126 w 9219332"/>
              <a:gd name="connsiteY5" fmla="*/ 5184406 h 5184406"/>
              <a:gd name="connsiteX6" fmla="*/ 0 w 9219332"/>
              <a:gd name="connsiteY6" fmla="*/ 1483124 h 5184406"/>
              <a:gd name="connsiteX0" fmla="*/ 0 w 9219332"/>
              <a:gd name="connsiteY0" fmla="*/ 1472999 h 5174281"/>
              <a:gd name="connsiteX1" fmla="*/ 2613995 w 9219332"/>
              <a:gd name="connsiteY1" fmla="*/ 5147 h 5174281"/>
              <a:gd name="connsiteX2" fmla="*/ 6223468 w 9219332"/>
              <a:gd name="connsiteY2" fmla="*/ 2026453 h 5174281"/>
              <a:gd name="connsiteX3" fmla="*/ 9219332 w 9219332"/>
              <a:gd name="connsiteY3" fmla="*/ 2255052 h 5174281"/>
              <a:gd name="connsiteX4" fmla="*/ 9207301 w 9219332"/>
              <a:gd name="connsiteY4" fmla="*/ 5174281 h 5174281"/>
              <a:gd name="connsiteX5" fmla="*/ 48126 w 9219332"/>
              <a:gd name="connsiteY5" fmla="*/ 5174281 h 5174281"/>
              <a:gd name="connsiteX6" fmla="*/ 0 w 9219332"/>
              <a:gd name="connsiteY6" fmla="*/ 1472999 h 5174281"/>
              <a:gd name="connsiteX0" fmla="*/ 0 w 9219332"/>
              <a:gd name="connsiteY0" fmla="*/ 1479523 h 5180805"/>
              <a:gd name="connsiteX1" fmla="*/ 2613995 w 9219332"/>
              <a:gd name="connsiteY1" fmla="*/ 11671 h 5180805"/>
              <a:gd name="connsiteX2" fmla="*/ 6223468 w 9219332"/>
              <a:gd name="connsiteY2" fmla="*/ 2032977 h 5180805"/>
              <a:gd name="connsiteX3" fmla="*/ 9219332 w 9219332"/>
              <a:gd name="connsiteY3" fmla="*/ 2261576 h 5180805"/>
              <a:gd name="connsiteX4" fmla="*/ 9207301 w 9219332"/>
              <a:gd name="connsiteY4" fmla="*/ 5180805 h 5180805"/>
              <a:gd name="connsiteX5" fmla="*/ 48126 w 9219332"/>
              <a:gd name="connsiteY5" fmla="*/ 5180805 h 5180805"/>
              <a:gd name="connsiteX6" fmla="*/ 0 w 9219332"/>
              <a:gd name="connsiteY6" fmla="*/ 1479523 h 5180805"/>
              <a:gd name="connsiteX0" fmla="*/ 0 w 9219332"/>
              <a:gd name="connsiteY0" fmla="*/ 1478352 h 5179634"/>
              <a:gd name="connsiteX1" fmla="*/ 2613995 w 9219332"/>
              <a:gd name="connsiteY1" fmla="*/ 10500 h 5179634"/>
              <a:gd name="connsiteX2" fmla="*/ 6223468 w 9219332"/>
              <a:gd name="connsiteY2" fmla="*/ 2031806 h 5179634"/>
              <a:gd name="connsiteX3" fmla="*/ 9219332 w 9219332"/>
              <a:gd name="connsiteY3" fmla="*/ 2260405 h 5179634"/>
              <a:gd name="connsiteX4" fmla="*/ 9207301 w 9219332"/>
              <a:gd name="connsiteY4" fmla="*/ 5179634 h 5179634"/>
              <a:gd name="connsiteX5" fmla="*/ 48126 w 9219332"/>
              <a:gd name="connsiteY5" fmla="*/ 5179634 h 5179634"/>
              <a:gd name="connsiteX6" fmla="*/ 0 w 9219332"/>
              <a:gd name="connsiteY6" fmla="*/ 1478352 h 5179634"/>
              <a:gd name="connsiteX0" fmla="*/ 0 w 9219332"/>
              <a:gd name="connsiteY0" fmla="*/ 1478352 h 5179634"/>
              <a:gd name="connsiteX1" fmla="*/ 2613995 w 9219332"/>
              <a:gd name="connsiteY1" fmla="*/ 10500 h 5179634"/>
              <a:gd name="connsiteX2" fmla="*/ 6223468 w 9219332"/>
              <a:gd name="connsiteY2" fmla="*/ 2031806 h 5179634"/>
              <a:gd name="connsiteX3" fmla="*/ 9219332 w 9219332"/>
              <a:gd name="connsiteY3" fmla="*/ 2260405 h 5179634"/>
              <a:gd name="connsiteX4" fmla="*/ 9207301 w 9219332"/>
              <a:gd name="connsiteY4" fmla="*/ 5179634 h 5179634"/>
              <a:gd name="connsiteX5" fmla="*/ 48126 w 9219332"/>
              <a:gd name="connsiteY5" fmla="*/ 5179634 h 5179634"/>
              <a:gd name="connsiteX6" fmla="*/ 0 w 9219332"/>
              <a:gd name="connsiteY6" fmla="*/ 1478352 h 5179634"/>
              <a:gd name="connsiteX0" fmla="*/ 0 w 9219332"/>
              <a:gd name="connsiteY0" fmla="*/ 1475965 h 5177247"/>
              <a:gd name="connsiteX1" fmla="*/ 2613995 w 9219332"/>
              <a:gd name="connsiteY1" fmla="*/ 8113 h 5177247"/>
              <a:gd name="connsiteX2" fmla="*/ 6223468 w 9219332"/>
              <a:gd name="connsiteY2" fmla="*/ 2029419 h 5177247"/>
              <a:gd name="connsiteX3" fmla="*/ 9219332 w 9219332"/>
              <a:gd name="connsiteY3" fmla="*/ 2258018 h 5177247"/>
              <a:gd name="connsiteX4" fmla="*/ 9207301 w 9219332"/>
              <a:gd name="connsiteY4" fmla="*/ 5177247 h 5177247"/>
              <a:gd name="connsiteX5" fmla="*/ 48126 w 9219332"/>
              <a:gd name="connsiteY5" fmla="*/ 5177247 h 5177247"/>
              <a:gd name="connsiteX6" fmla="*/ 0 w 9219332"/>
              <a:gd name="connsiteY6" fmla="*/ 1475965 h 5177247"/>
              <a:gd name="connsiteX0" fmla="*/ 0 w 9219332"/>
              <a:gd name="connsiteY0" fmla="*/ 1472966 h 5174248"/>
              <a:gd name="connsiteX1" fmla="*/ 2613995 w 9219332"/>
              <a:gd name="connsiteY1" fmla="*/ 5114 h 5174248"/>
              <a:gd name="connsiteX2" fmla="*/ 6223468 w 9219332"/>
              <a:gd name="connsiteY2" fmla="*/ 2026420 h 5174248"/>
              <a:gd name="connsiteX3" fmla="*/ 9219332 w 9219332"/>
              <a:gd name="connsiteY3" fmla="*/ 2182829 h 5174248"/>
              <a:gd name="connsiteX4" fmla="*/ 9207301 w 9219332"/>
              <a:gd name="connsiteY4" fmla="*/ 5174248 h 5174248"/>
              <a:gd name="connsiteX5" fmla="*/ 48126 w 9219332"/>
              <a:gd name="connsiteY5" fmla="*/ 5174248 h 5174248"/>
              <a:gd name="connsiteX6" fmla="*/ 0 w 9219332"/>
              <a:gd name="connsiteY6" fmla="*/ 1472966 h 5174248"/>
              <a:gd name="connsiteX0" fmla="*/ 0 w 9219332"/>
              <a:gd name="connsiteY0" fmla="*/ 1472966 h 5174248"/>
              <a:gd name="connsiteX1" fmla="*/ 2613995 w 9219332"/>
              <a:gd name="connsiteY1" fmla="*/ 5114 h 5174248"/>
              <a:gd name="connsiteX2" fmla="*/ 6223468 w 9219332"/>
              <a:gd name="connsiteY2" fmla="*/ 2026420 h 5174248"/>
              <a:gd name="connsiteX3" fmla="*/ 9219332 w 9219332"/>
              <a:gd name="connsiteY3" fmla="*/ 2182829 h 5174248"/>
              <a:gd name="connsiteX4" fmla="*/ 9207301 w 9219332"/>
              <a:gd name="connsiteY4" fmla="*/ 5174248 h 5174248"/>
              <a:gd name="connsiteX5" fmla="*/ 48126 w 9219332"/>
              <a:gd name="connsiteY5" fmla="*/ 5174248 h 5174248"/>
              <a:gd name="connsiteX6" fmla="*/ 0 w 9219332"/>
              <a:gd name="connsiteY6" fmla="*/ 1472966 h 5174248"/>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73550 h 5174832"/>
              <a:gd name="connsiteX1" fmla="*/ 2613995 w 9219332"/>
              <a:gd name="connsiteY1" fmla="*/ 5698 h 5174832"/>
              <a:gd name="connsiteX2" fmla="*/ 6223468 w 9219332"/>
              <a:gd name="connsiteY2" fmla="*/ 2027004 h 5174832"/>
              <a:gd name="connsiteX3" fmla="*/ 9219332 w 9219332"/>
              <a:gd name="connsiteY3" fmla="*/ 2183413 h 5174832"/>
              <a:gd name="connsiteX4" fmla="*/ 9207301 w 9219332"/>
              <a:gd name="connsiteY4" fmla="*/ 5174832 h 5174832"/>
              <a:gd name="connsiteX5" fmla="*/ 48126 w 9219332"/>
              <a:gd name="connsiteY5" fmla="*/ 5174832 h 5174832"/>
              <a:gd name="connsiteX6" fmla="*/ 0 w 9219332"/>
              <a:gd name="connsiteY6" fmla="*/ 1473550 h 5174832"/>
              <a:gd name="connsiteX0" fmla="*/ 0 w 9219332"/>
              <a:gd name="connsiteY0" fmla="*/ 1498176 h 5199458"/>
              <a:gd name="connsiteX1" fmla="*/ 2613995 w 9219332"/>
              <a:gd name="connsiteY1" fmla="*/ 30324 h 5199458"/>
              <a:gd name="connsiteX2" fmla="*/ 6223468 w 9219332"/>
              <a:gd name="connsiteY2" fmla="*/ 2051630 h 5199458"/>
              <a:gd name="connsiteX3" fmla="*/ 9219332 w 9219332"/>
              <a:gd name="connsiteY3" fmla="*/ 2208039 h 5199458"/>
              <a:gd name="connsiteX4" fmla="*/ 9207301 w 9219332"/>
              <a:gd name="connsiteY4" fmla="*/ 5199458 h 5199458"/>
              <a:gd name="connsiteX5" fmla="*/ 48126 w 9219332"/>
              <a:gd name="connsiteY5" fmla="*/ 5199458 h 5199458"/>
              <a:gd name="connsiteX6" fmla="*/ 0 w 9219332"/>
              <a:gd name="connsiteY6" fmla="*/ 1498176 h 5199458"/>
              <a:gd name="connsiteX0" fmla="*/ 0 w 9219332"/>
              <a:gd name="connsiteY0" fmla="*/ 1498176 h 5199458"/>
              <a:gd name="connsiteX1" fmla="*/ 2613995 w 9219332"/>
              <a:gd name="connsiteY1" fmla="*/ 30324 h 5199458"/>
              <a:gd name="connsiteX2" fmla="*/ 6223468 w 9219332"/>
              <a:gd name="connsiteY2" fmla="*/ 2051630 h 5199458"/>
              <a:gd name="connsiteX3" fmla="*/ 9219332 w 9219332"/>
              <a:gd name="connsiteY3" fmla="*/ 2208039 h 5199458"/>
              <a:gd name="connsiteX4" fmla="*/ 9207301 w 9219332"/>
              <a:gd name="connsiteY4" fmla="*/ 5199458 h 5199458"/>
              <a:gd name="connsiteX5" fmla="*/ 48126 w 9219332"/>
              <a:gd name="connsiteY5" fmla="*/ 5199458 h 5199458"/>
              <a:gd name="connsiteX6" fmla="*/ 0 w 9219332"/>
              <a:gd name="connsiteY6" fmla="*/ 1498176 h 5199458"/>
              <a:gd name="connsiteX0" fmla="*/ 0 w 9219332"/>
              <a:gd name="connsiteY0" fmla="*/ 1468793 h 5170075"/>
              <a:gd name="connsiteX1" fmla="*/ 2613995 w 9219332"/>
              <a:gd name="connsiteY1" fmla="*/ 941 h 5170075"/>
              <a:gd name="connsiteX2" fmla="*/ 6223468 w 9219332"/>
              <a:gd name="connsiteY2" fmla="*/ 2022247 h 5170075"/>
              <a:gd name="connsiteX3" fmla="*/ 9219332 w 9219332"/>
              <a:gd name="connsiteY3" fmla="*/ 2178656 h 5170075"/>
              <a:gd name="connsiteX4" fmla="*/ 9207301 w 9219332"/>
              <a:gd name="connsiteY4" fmla="*/ 5170075 h 5170075"/>
              <a:gd name="connsiteX5" fmla="*/ 48126 w 9219332"/>
              <a:gd name="connsiteY5" fmla="*/ 5170075 h 5170075"/>
              <a:gd name="connsiteX6" fmla="*/ 0 w 9219332"/>
              <a:gd name="connsiteY6" fmla="*/ 1468793 h 5170075"/>
              <a:gd name="connsiteX0" fmla="*/ 0 w 9219332"/>
              <a:gd name="connsiteY0" fmla="*/ 1482160 h 5183442"/>
              <a:gd name="connsiteX1" fmla="*/ 2613995 w 9219332"/>
              <a:gd name="connsiteY1" fmla="*/ 14308 h 5183442"/>
              <a:gd name="connsiteX2" fmla="*/ 6223468 w 9219332"/>
              <a:gd name="connsiteY2" fmla="*/ 2035614 h 5183442"/>
              <a:gd name="connsiteX3" fmla="*/ 9219332 w 9219332"/>
              <a:gd name="connsiteY3" fmla="*/ 2192023 h 5183442"/>
              <a:gd name="connsiteX4" fmla="*/ 9207301 w 9219332"/>
              <a:gd name="connsiteY4" fmla="*/ 5183442 h 5183442"/>
              <a:gd name="connsiteX5" fmla="*/ 48126 w 9219332"/>
              <a:gd name="connsiteY5" fmla="*/ 5183442 h 5183442"/>
              <a:gd name="connsiteX6" fmla="*/ 0 w 9219332"/>
              <a:gd name="connsiteY6" fmla="*/ 1482160 h 5183442"/>
              <a:gd name="connsiteX0" fmla="*/ 0 w 9219332"/>
              <a:gd name="connsiteY0" fmla="*/ 1493749 h 5195031"/>
              <a:gd name="connsiteX1" fmla="*/ 2613995 w 9219332"/>
              <a:gd name="connsiteY1" fmla="*/ 25897 h 5195031"/>
              <a:gd name="connsiteX2" fmla="*/ 6223468 w 9219332"/>
              <a:gd name="connsiteY2" fmla="*/ 2047203 h 5195031"/>
              <a:gd name="connsiteX3" fmla="*/ 9219332 w 9219332"/>
              <a:gd name="connsiteY3" fmla="*/ 2203612 h 5195031"/>
              <a:gd name="connsiteX4" fmla="*/ 9207301 w 9219332"/>
              <a:gd name="connsiteY4" fmla="*/ 5195031 h 5195031"/>
              <a:gd name="connsiteX5" fmla="*/ 48126 w 9219332"/>
              <a:gd name="connsiteY5" fmla="*/ 5195031 h 5195031"/>
              <a:gd name="connsiteX6" fmla="*/ 0 w 9219332"/>
              <a:gd name="connsiteY6" fmla="*/ 1493749 h 5195031"/>
              <a:gd name="connsiteX0" fmla="*/ 0 w 9219332"/>
              <a:gd name="connsiteY0" fmla="*/ 1539121 h 5240403"/>
              <a:gd name="connsiteX1" fmla="*/ 2493679 w 9219332"/>
              <a:gd name="connsiteY1" fmla="*/ 23143 h 5240403"/>
              <a:gd name="connsiteX2" fmla="*/ 6223468 w 9219332"/>
              <a:gd name="connsiteY2" fmla="*/ 2092575 h 5240403"/>
              <a:gd name="connsiteX3" fmla="*/ 9219332 w 9219332"/>
              <a:gd name="connsiteY3" fmla="*/ 2248984 h 5240403"/>
              <a:gd name="connsiteX4" fmla="*/ 9207301 w 9219332"/>
              <a:gd name="connsiteY4" fmla="*/ 5240403 h 5240403"/>
              <a:gd name="connsiteX5" fmla="*/ 48126 w 9219332"/>
              <a:gd name="connsiteY5" fmla="*/ 5240403 h 5240403"/>
              <a:gd name="connsiteX6" fmla="*/ 0 w 9219332"/>
              <a:gd name="connsiteY6" fmla="*/ 1539121 h 5240403"/>
              <a:gd name="connsiteX0" fmla="*/ 0 w 9219332"/>
              <a:gd name="connsiteY0" fmla="*/ 1556620 h 5257902"/>
              <a:gd name="connsiteX1" fmla="*/ 2493679 w 9219332"/>
              <a:gd name="connsiteY1" fmla="*/ 40642 h 5257902"/>
              <a:gd name="connsiteX2" fmla="*/ 6223468 w 9219332"/>
              <a:gd name="connsiteY2" fmla="*/ 2110074 h 5257902"/>
              <a:gd name="connsiteX3" fmla="*/ 9219332 w 9219332"/>
              <a:gd name="connsiteY3" fmla="*/ 2266483 h 5257902"/>
              <a:gd name="connsiteX4" fmla="*/ 9207301 w 9219332"/>
              <a:gd name="connsiteY4" fmla="*/ 5257902 h 5257902"/>
              <a:gd name="connsiteX5" fmla="*/ 48126 w 9219332"/>
              <a:gd name="connsiteY5" fmla="*/ 5257902 h 5257902"/>
              <a:gd name="connsiteX6" fmla="*/ 0 w 9219332"/>
              <a:gd name="connsiteY6" fmla="*/ 1556620 h 5257902"/>
              <a:gd name="connsiteX0" fmla="*/ 0 w 9219332"/>
              <a:gd name="connsiteY0" fmla="*/ 1562740 h 5264022"/>
              <a:gd name="connsiteX1" fmla="*/ 2493679 w 9219332"/>
              <a:gd name="connsiteY1" fmla="*/ 46762 h 5264022"/>
              <a:gd name="connsiteX2" fmla="*/ 6223468 w 9219332"/>
              <a:gd name="connsiteY2" fmla="*/ 2116194 h 5264022"/>
              <a:gd name="connsiteX3" fmla="*/ 9219332 w 9219332"/>
              <a:gd name="connsiteY3" fmla="*/ 2272603 h 5264022"/>
              <a:gd name="connsiteX4" fmla="*/ 9207301 w 9219332"/>
              <a:gd name="connsiteY4" fmla="*/ 5264022 h 5264022"/>
              <a:gd name="connsiteX5" fmla="*/ 48126 w 9219332"/>
              <a:gd name="connsiteY5" fmla="*/ 5264022 h 5264022"/>
              <a:gd name="connsiteX6" fmla="*/ 0 w 9219332"/>
              <a:gd name="connsiteY6" fmla="*/ 1562740 h 5264022"/>
              <a:gd name="connsiteX0" fmla="*/ 0 w 9219332"/>
              <a:gd name="connsiteY0" fmla="*/ 1556621 h 5257903"/>
              <a:gd name="connsiteX1" fmla="*/ 2469615 w 9219332"/>
              <a:gd name="connsiteY1" fmla="*/ 40643 h 5257903"/>
              <a:gd name="connsiteX2" fmla="*/ 6223468 w 9219332"/>
              <a:gd name="connsiteY2" fmla="*/ 2110075 h 5257903"/>
              <a:gd name="connsiteX3" fmla="*/ 9219332 w 9219332"/>
              <a:gd name="connsiteY3" fmla="*/ 2266484 h 5257903"/>
              <a:gd name="connsiteX4" fmla="*/ 9207301 w 9219332"/>
              <a:gd name="connsiteY4" fmla="*/ 5257903 h 5257903"/>
              <a:gd name="connsiteX5" fmla="*/ 48126 w 9219332"/>
              <a:gd name="connsiteY5" fmla="*/ 5257903 h 5257903"/>
              <a:gd name="connsiteX6" fmla="*/ 0 w 9219332"/>
              <a:gd name="connsiteY6" fmla="*/ 1556621 h 5257903"/>
              <a:gd name="connsiteX0" fmla="*/ 0 w 9219332"/>
              <a:gd name="connsiteY0" fmla="*/ 1545248 h 5246530"/>
              <a:gd name="connsiteX1" fmla="*/ 2469615 w 9219332"/>
              <a:gd name="connsiteY1" fmla="*/ 29270 h 5246530"/>
              <a:gd name="connsiteX2" fmla="*/ 6223468 w 9219332"/>
              <a:gd name="connsiteY2" fmla="*/ 2098702 h 5246530"/>
              <a:gd name="connsiteX3" fmla="*/ 9219332 w 9219332"/>
              <a:gd name="connsiteY3" fmla="*/ 2255111 h 5246530"/>
              <a:gd name="connsiteX4" fmla="*/ 9207301 w 9219332"/>
              <a:gd name="connsiteY4" fmla="*/ 5246530 h 5246530"/>
              <a:gd name="connsiteX5" fmla="*/ 48126 w 9219332"/>
              <a:gd name="connsiteY5" fmla="*/ 5246530 h 5246530"/>
              <a:gd name="connsiteX6" fmla="*/ 0 w 9219332"/>
              <a:gd name="connsiteY6" fmla="*/ 1545248 h 5246530"/>
              <a:gd name="connsiteX0" fmla="*/ 0 w 9219332"/>
              <a:gd name="connsiteY0" fmla="*/ 1547962 h 5249244"/>
              <a:gd name="connsiteX1" fmla="*/ 2469615 w 9219332"/>
              <a:gd name="connsiteY1" fmla="*/ 31984 h 5249244"/>
              <a:gd name="connsiteX2" fmla="*/ 6223468 w 9219332"/>
              <a:gd name="connsiteY2" fmla="*/ 2101416 h 5249244"/>
              <a:gd name="connsiteX3" fmla="*/ 9219332 w 9219332"/>
              <a:gd name="connsiteY3" fmla="*/ 2257825 h 5249244"/>
              <a:gd name="connsiteX4" fmla="*/ 9207301 w 9219332"/>
              <a:gd name="connsiteY4" fmla="*/ 5249244 h 5249244"/>
              <a:gd name="connsiteX5" fmla="*/ 48126 w 9219332"/>
              <a:gd name="connsiteY5" fmla="*/ 5249244 h 5249244"/>
              <a:gd name="connsiteX6" fmla="*/ 0 w 9219332"/>
              <a:gd name="connsiteY6" fmla="*/ 1547962 h 5249244"/>
              <a:gd name="connsiteX0" fmla="*/ 0 w 9219332"/>
              <a:gd name="connsiteY0" fmla="*/ 1521267 h 5222549"/>
              <a:gd name="connsiteX1" fmla="*/ 2469615 w 9219332"/>
              <a:gd name="connsiteY1" fmla="*/ 5289 h 5222549"/>
              <a:gd name="connsiteX2" fmla="*/ 6223468 w 9219332"/>
              <a:gd name="connsiteY2" fmla="*/ 2014563 h 5222549"/>
              <a:gd name="connsiteX3" fmla="*/ 9219332 w 9219332"/>
              <a:gd name="connsiteY3" fmla="*/ 2231130 h 5222549"/>
              <a:gd name="connsiteX4" fmla="*/ 9207301 w 9219332"/>
              <a:gd name="connsiteY4" fmla="*/ 5222549 h 5222549"/>
              <a:gd name="connsiteX5" fmla="*/ 48126 w 9219332"/>
              <a:gd name="connsiteY5" fmla="*/ 5222549 h 5222549"/>
              <a:gd name="connsiteX6" fmla="*/ 0 w 9219332"/>
              <a:gd name="connsiteY6" fmla="*/ 1521267 h 5222549"/>
              <a:gd name="connsiteX0" fmla="*/ 0 w 9219332"/>
              <a:gd name="connsiteY0" fmla="*/ 1521267 h 5222549"/>
              <a:gd name="connsiteX1" fmla="*/ 2469615 w 9219332"/>
              <a:gd name="connsiteY1" fmla="*/ 5289 h 5222549"/>
              <a:gd name="connsiteX2" fmla="*/ 6223468 w 9219332"/>
              <a:gd name="connsiteY2" fmla="*/ 2014563 h 5222549"/>
              <a:gd name="connsiteX3" fmla="*/ 9219332 w 9219332"/>
              <a:gd name="connsiteY3" fmla="*/ 2231130 h 5222549"/>
              <a:gd name="connsiteX4" fmla="*/ 9207301 w 9219332"/>
              <a:gd name="connsiteY4" fmla="*/ 5222549 h 5222549"/>
              <a:gd name="connsiteX5" fmla="*/ 48126 w 9219332"/>
              <a:gd name="connsiteY5" fmla="*/ 5222549 h 5222549"/>
              <a:gd name="connsiteX6" fmla="*/ 0 w 9219332"/>
              <a:gd name="connsiteY6" fmla="*/ 1521267 h 5222549"/>
              <a:gd name="connsiteX0" fmla="*/ 0 w 9219332"/>
              <a:gd name="connsiteY0" fmla="*/ 1552938 h 5254220"/>
              <a:gd name="connsiteX1" fmla="*/ 2469615 w 9219332"/>
              <a:gd name="connsiteY1" fmla="*/ 36960 h 5254220"/>
              <a:gd name="connsiteX2" fmla="*/ 6223468 w 9219332"/>
              <a:gd name="connsiteY2" fmla="*/ 2046234 h 5254220"/>
              <a:gd name="connsiteX3" fmla="*/ 9219332 w 9219332"/>
              <a:gd name="connsiteY3" fmla="*/ 2262801 h 5254220"/>
              <a:gd name="connsiteX4" fmla="*/ 9207301 w 9219332"/>
              <a:gd name="connsiteY4" fmla="*/ 5254220 h 5254220"/>
              <a:gd name="connsiteX5" fmla="*/ 48126 w 9219332"/>
              <a:gd name="connsiteY5" fmla="*/ 5254220 h 5254220"/>
              <a:gd name="connsiteX6" fmla="*/ 0 w 9219332"/>
              <a:gd name="connsiteY6" fmla="*/ 1552938 h 5254220"/>
              <a:gd name="connsiteX0" fmla="*/ 0 w 9243396"/>
              <a:gd name="connsiteY0" fmla="*/ 1549990 h 5251272"/>
              <a:gd name="connsiteX1" fmla="*/ 2469615 w 9243396"/>
              <a:gd name="connsiteY1" fmla="*/ 34012 h 5251272"/>
              <a:gd name="connsiteX2" fmla="*/ 6223468 w 9243396"/>
              <a:gd name="connsiteY2" fmla="*/ 2043286 h 5251272"/>
              <a:gd name="connsiteX3" fmla="*/ 9243396 w 9243396"/>
              <a:gd name="connsiteY3" fmla="*/ 2187664 h 5251272"/>
              <a:gd name="connsiteX4" fmla="*/ 9207301 w 9243396"/>
              <a:gd name="connsiteY4" fmla="*/ 5251272 h 5251272"/>
              <a:gd name="connsiteX5" fmla="*/ 48126 w 9243396"/>
              <a:gd name="connsiteY5" fmla="*/ 5251272 h 5251272"/>
              <a:gd name="connsiteX6" fmla="*/ 0 w 9243396"/>
              <a:gd name="connsiteY6" fmla="*/ 1549990 h 5251272"/>
              <a:gd name="connsiteX0" fmla="*/ 0 w 9243396"/>
              <a:gd name="connsiteY0" fmla="*/ 1549990 h 5251272"/>
              <a:gd name="connsiteX1" fmla="*/ 2469615 w 9243396"/>
              <a:gd name="connsiteY1" fmla="*/ 34012 h 5251272"/>
              <a:gd name="connsiteX2" fmla="*/ 6223468 w 9243396"/>
              <a:gd name="connsiteY2" fmla="*/ 2043286 h 5251272"/>
              <a:gd name="connsiteX3" fmla="*/ 9243396 w 9243396"/>
              <a:gd name="connsiteY3" fmla="*/ 2187664 h 5251272"/>
              <a:gd name="connsiteX4" fmla="*/ 9207301 w 9243396"/>
              <a:gd name="connsiteY4" fmla="*/ 5251272 h 5251272"/>
              <a:gd name="connsiteX5" fmla="*/ 48126 w 9243396"/>
              <a:gd name="connsiteY5" fmla="*/ 5251272 h 5251272"/>
              <a:gd name="connsiteX6" fmla="*/ 0 w 9243396"/>
              <a:gd name="connsiteY6" fmla="*/ 1549990 h 5251272"/>
              <a:gd name="connsiteX0" fmla="*/ 0 w 9243396"/>
              <a:gd name="connsiteY0" fmla="*/ 1553368 h 5254650"/>
              <a:gd name="connsiteX1" fmla="*/ 2469615 w 9243396"/>
              <a:gd name="connsiteY1" fmla="*/ 37390 h 5254650"/>
              <a:gd name="connsiteX2" fmla="*/ 6223468 w 9243396"/>
              <a:gd name="connsiteY2" fmla="*/ 2046664 h 5254650"/>
              <a:gd name="connsiteX3" fmla="*/ 9243396 w 9243396"/>
              <a:gd name="connsiteY3" fmla="*/ 2191042 h 5254650"/>
              <a:gd name="connsiteX4" fmla="*/ 9207301 w 9243396"/>
              <a:gd name="connsiteY4" fmla="*/ 5254650 h 5254650"/>
              <a:gd name="connsiteX5" fmla="*/ 48126 w 9243396"/>
              <a:gd name="connsiteY5" fmla="*/ 5254650 h 5254650"/>
              <a:gd name="connsiteX6" fmla="*/ 0 w 9243396"/>
              <a:gd name="connsiteY6" fmla="*/ 1553368 h 5254650"/>
              <a:gd name="connsiteX0" fmla="*/ 0 w 9243396"/>
              <a:gd name="connsiteY0" fmla="*/ 1555192 h 5256474"/>
              <a:gd name="connsiteX1" fmla="*/ 2469615 w 9243396"/>
              <a:gd name="connsiteY1" fmla="*/ 39214 h 5256474"/>
              <a:gd name="connsiteX2" fmla="*/ 6223468 w 9243396"/>
              <a:gd name="connsiteY2" fmla="*/ 2048488 h 5256474"/>
              <a:gd name="connsiteX3" fmla="*/ 9243396 w 9243396"/>
              <a:gd name="connsiteY3" fmla="*/ 2192866 h 5256474"/>
              <a:gd name="connsiteX4" fmla="*/ 9207301 w 9243396"/>
              <a:gd name="connsiteY4" fmla="*/ 5256474 h 5256474"/>
              <a:gd name="connsiteX5" fmla="*/ 48126 w 9243396"/>
              <a:gd name="connsiteY5" fmla="*/ 5256474 h 5256474"/>
              <a:gd name="connsiteX6" fmla="*/ 0 w 9243396"/>
              <a:gd name="connsiteY6" fmla="*/ 1555192 h 5256474"/>
              <a:gd name="connsiteX0" fmla="*/ 0 w 9243396"/>
              <a:gd name="connsiteY0" fmla="*/ 1555192 h 5256474"/>
              <a:gd name="connsiteX1" fmla="*/ 2469615 w 9243396"/>
              <a:gd name="connsiteY1" fmla="*/ 39214 h 5256474"/>
              <a:gd name="connsiteX2" fmla="*/ 6223468 w 9243396"/>
              <a:gd name="connsiteY2" fmla="*/ 2048488 h 5256474"/>
              <a:gd name="connsiteX3" fmla="*/ 9243396 w 9243396"/>
              <a:gd name="connsiteY3" fmla="*/ 2192866 h 5256474"/>
              <a:gd name="connsiteX4" fmla="*/ 9207301 w 9243396"/>
              <a:gd name="connsiteY4" fmla="*/ 5256474 h 5256474"/>
              <a:gd name="connsiteX5" fmla="*/ 48126 w 9243396"/>
              <a:gd name="connsiteY5" fmla="*/ 5256474 h 5256474"/>
              <a:gd name="connsiteX6" fmla="*/ 0 w 9243396"/>
              <a:gd name="connsiteY6" fmla="*/ 1555192 h 5256474"/>
              <a:gd name="connsiteX0" fmla="*/ 0 w 9243396"/>
              <a:gd name="connsiteY0" fmla="*/ 1514369 h 5215651"/>
              <a:gd name="connsiteX1" fmla="*/ 2373363 w 9243396"/>
              <a:gd name="connsiteY1" fmla="*/ 34486 h 5215651"/>
              <a:gd name="connsiteX2" fmla="*/ 6223468 w 9243396"/>
              <a:gd name="connsiteY2" fmla="*/ 2007665 h 5215651"/>
              <a:gd name="connsiteX3" fmla="*/ 9243396 w 9243396"/>
              <a:gd name="connsiteY3" fmla="*/ 2152043 h 5215651"/>
              <a:gd name="connsiteX4" fmla="*/ 9207301 w 9243396"/>
              <a:gd name="connsiteY4" fmla="*/ 5215651 h 5215651"/>
              <a:gd name="connsiteX5" fmla="*/ 48126 w 9243396"/>
              <a:gd name="connsiteY5" fmla="*/ 5215651 h 5215651"/>
              <a:gd name="connsiteX6" fmla="*/ 0 w 9243396"/>
              <a:gd name="connsiteY6" fmla="*/ 1514369 h 5215651"/>
              <a:gd name="connsiteX0" fmla="*/ 0 w 9243396"/>
              <a:gd name="connsiteY0" fmla="*/ 1483351 h 5184633"/>
              <a:gd name="connsiteX1" fmla="*/ 2373363 w 9243396"/>
              <a:gd name="connsiteY1" fmla="*/ 3468 h 5184633"/>
              <a:gd name="connsiteX2" fmla="*/ 6271595 w 9243396"/>
              <a:gd name="connsiteY2" fmla="*/ 1868363 h 5184633"/>
              <a:gd name="connsiteX3" fmla="*/ 9243396 w 9243396"/>
              <a:gd name="connsiteY3" fmla="*/ 2121025 h 5184633"/>
              <a:gd name="connsiteX4" fmla="*/ 9207301 w 9243396"/>
              <a:gd name="connsiteY4" fmla="*/ 5184633 h 5184633"/>
              <a:gd name="connsiteX5" fmla="*/ 48126 w 9243396"/>
              <a:gd name="connsiteY5" fmla="*/ 5184633 h 5184633"/>
              <a:gd name="connsiteX6" fmla="*/ 0 w 9243396"/>
              <a:gd name="connsiteY6" fmla="*/ 1483351 h 5184633"/>
              <a:gd name="connsiteX0" fmla="*/ 0 w 9243396"/>
              <a:gd name="connsiteY0" fmla="*/ 1483351 h 5184633"/>
              <a:gd name="connsiteX1" fmla="*/ 2373363 w 9243396"/>
              <a:gd name="connsiteY1" fmla="*/ 3468 h 5184633"/>
              <a:gd name="connsiteX2" fmla="*/ 6271595 w 9243396"/>
              <a:gd name="connsiteY2" fmla="*/ 1868363 h 5184633"/>
              <a:gd name="connsiteX3" fmla="*/ 9243396 w 9243396"/>
              <a:gd name="connsiteY3" fmla="*/ 2121025 h 5184633"/>
              <a:gd name="connsiteX4" fmla="*/ 9207301 w 9243396"/>
              <a:gd name="connsiteY4" fmla="*/ 5184633 h 5184633"/>
              <a:gd name="connsiteX5" fmla="*/ 48126 w 9243396"/>
              <a:gd name="connsiteY5" fmla="*/ 5184633 h 5184633"/>
              <a:gd name="connsiteX6" fmla="*/ 0 w 9243396"/>
              <a:gd name="connsiteY6" fmla="*/ 1483351 h 5184633"/>
              <a:gd name="connsiteX0" fmla="*/ 0 w 9243396"/>
              <a:gd name="connsiteY0" fmla="*/ 1480225 h 5181507"/>
              <a:gd name="connsiteX1" fmla="*/ 2373363 w 9243396"/>
              <a:gd name="connsiteY1" fmla="*/ 342 h 5181507"/>
              <a:gd name="connsiteX2" fmla="*/ 5537669 w 9243396"/>
              <a:gd name="connsiteY2" fmla="*/ 1371942 h 5181507"/>
              <a:gd name="connsiteX3" fmla="*/ 9243396 w 9243396"/>
              <a:gd name="connsiteY3" fmla="*/ 2117899 h 5181507"/>
              <a:gd name="connsiteX4" fmla="*/ 9207301 w 9243396"/>
              <a:gd name="connsiteY4" fmla="*/ 5181507 h 5181507"/>
              <a:gd name="connsiteX5" fmla="*/ 48126 w 9243396"/>
              <a:gd name="connsiteY5" fmla="*/ 5181507 h 5181507"/>
              <a:gd name="connsiteX6" fmla="*/ 0 w 9243396"/>
              <a:gd name="connsiteY6" fmla="*/ 1480225 h 5181507"/>
              <a:gd name="connsiteX0" fmla="*/ 0 w 9243396"/>
              <a:gd name="connsiteY0" fmla="*/ 1480319 h 5181601"/>
              <a:gd name="connsiteX1" fmla="*/ 2373363 w 9243396"/>
              <a:gd name="connsiteY1" fmla="*/ 436 h 5181601"/>
              <a:gd name="connsiteX2" fmla="*/ 5537669 w 9243396"/>
              <a:gd name="connsiteY2" fmla="*/ 1372036 h 5181601"/>
              <a:gd name="connsiteX3" fmla="*/ 9243396 w 9243396"/>
              <a:gd name="connsiteY3" fmla="*/ 2117993 h 5181601"/>
              <a:gd name="connsiteX4" fmla="*/ 9207301 w 9243396"/>
              <a:gd name="connsiteY4" fmla="*/ 5181601 h 5181601"/>
              <a:gd name="connsiteX5" fmla="*/ 48126 w 9243396"/>
              <a:gd name="connsiteY5" fmla="*/ 5181601 h 5181601"/>
              <a:gd name="connsiteX6" fmla="*/ 0 w 9243396"/>
              <a:gd name="connsiteY6" fmla="*/ 1480319 h 5181601"/>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111 h 5181393"/>
              <a:gd name="connsiteX1" fmla="*/ 2373363 w 9231365"/>
              <a:gd name="connsiteY1" fmla="*/ 228 h 5181393"/>
              <a:gd name="connsiteX2" fmla="*/ 5537669 w 9231365"/>
              <a:gd name="connsiteY2" fmla="*/ 1371828 h 5181393"/>
              <a:gd name="connsiteX3" fmla="*/ 9231365 w 9231365"/>
              <a:gd name="connsiteY3" fmla="*/ 1985437 h 5181393"/>
              <a:gd name="connsiteX4" fmla="*/ 9207301 w 9231365"/>
              <a:gd name="connsiteY4" fmla="*/ 5181393 h 5181393"/>
              <a:gd name="connsiteX5" fmla="*/ 48126 w 9231365"/>
              <a:gd name="connsiteY5" fmla="*/ 5181393 h 5181393"/>
              <a:gd name="connsiteX6" fmla="*/ 0 w 9231365"/>
              <a:gd name="connsiteY6" fmla="*/ 1480111 h 5181393"/>
              <a:gd name="connsiteX0" fmla="*/ 0 w 9231365"/>
              <a:gd name="connsiteY0" fmla="*/ 1480237 h 5181519"/>
              <a:gd name="connsiteX1" fmla="*/ 2373363 w 9231365"/>
              <a:gd name="connsiteY1" fmla="*/ 354 h 5181519"/>
              <a:gd name="connsiteX2" fmla="*/ 5537669 w 9231365"/>
              <a:gd name="connsiteY2" fmla="*/ 1371954 h 5181519"/>
              <a:gd name="connsiteX3" fmla="*/ 9231365 w 9231365"/>
              <a:gd name="connsiteY3" fmla="*/ 1985563 h 5181519"/>
              <a:gd name="connsiteX4" fmla="*/ 9207301 w 9231365"/>
              <a:gd name="connsiteY4" fmla="*/ 5181519 h 5181519"/>
              <a:gd name="connsiteX5" fmla="*/ 48126 w 9231365"/>
              <a:gd name="connsiteY5" fmla="*/ 5181519 h 5181519"/>
              <a:gd name="connsiteX6" fmla="*/ 0 w 9231365"/>
              <a:gd name="connsiteY6" fmla="*/ 1480237 h 5181519"/>
              <a:gd name="connsiteX0" fmla="*/ 0 w 9231365"/>
              <a:gd name="connsiteY0" fmla="*/ 1480660 h 5181942"/>
              <a:gd name="connsiteX1" fmla="*/ 2373363 w 9231365"/>
              <a:gd name="connsiteY1" fmla="*/ 777 h 5181942"/>
              <a:gd name="connsiteX2" fmla="*/ 5537669 w 9231365"/>
              <a:gd name="connsiteY2" fmla="*/ 1324251 h 5181942"/>
              <a:gd name="connsiteX3" fmla="*/ 9231365 w 9231365"/>
              <a:gd name="connsiteY3" fmla="*/ 1985986 h 5181942"/>
              <a:gd name="connsiteX4" fmla="*/ 9207301 w 9231365"/>
              <a:gd name="connsiteY4" fmla="*/ 5181942 h 5181942"/>
              <a:gd name="connsiteX5" fmla="*/ 48126 w 9231365"/>
              <a:gd name="connsiteY5" fmla="*/ 5181942 h 5181942"/>
              <a:gd name="connsiteX6" fmla="*/ 0 w 9231365"/>
              <a:gd name="connsiteY6" fmla="*/ 1480660 h 5181942"/>
              <a:gd name="connsiteX0" fmla="*/ 0 w 9231365"/>
              <a:gd name="connsiteY0" fmla="*/ 1480562 h 5181844"/>
              <a:gd name="connsiteX1" fmla="*/ 2373363 w 9231365"/>
              <a:gd name="connsiteY1" fmla="*/ 679 h 5181844"/>
              <a:gd name="connsiteX2" fmla="*/ 5537669 w 9231365"/>
              <a:gd name="connsiteY2" fmla="*/ 1324153 h 5181844"/>
              <a:gd name="connsiteX3" fmla="*/ 9231365 w 9231365"/>
              <a:gd name="connsiteY3" fmla="*/ 1985888 h 5181844"/>
              <a:gd name="connsiteX4" fmla="*/ 9207301 w 9231365"/>
              <a:gd name="connsiteY4" fmla="*/ 5181844 h 5181844"/>
              <a:gd name="connsiteX5" fmla="*/ 48126 w 9231365"/>
              <a:gd name="connsiteY5" fmla="*/ 5181844 h 5181844"/>
              <a:gd name="connsiteX6" fmla="*/ 0 w 9231365"/>
              <a:gd name="connsiteY6" fmla="*/ 1480562 h 5181844"/>
              <a:gd name="connsiteX0" fmla="*/ 0 w 9231365"/>
              <a:gd name="connsiteY0" fmla="*/ 1480562 h 5181844"/>
              <a:gd name="connsiteX1" fmla="*/ 2373363 w 9231365"/>
              <a:gd name="connsiteY1" fmla="*/ 679 h 5181844"/>
              <a:gd name="connsiteX2" fmla="*/ 5537669 w 9231365"/>
              <a:gd name="connsiteY2" fmla="*/ 1324153 h 5181844"/>
              <a:gd name="connsiteX3" fmla="*/ 9231365 w 9231365"/>
              <a:gd name="connsiteY3" fmla="*/ 1985888 h 5181844"/>
              <a:gd name="connsiteX4" fmla="*/ 9207301 w 9231365"/>
              <a:gd name="connsiteY4" fmla="*/ 5181844 h 5181844"/>
              <a:gd name="connsiteX5" fmla="*/ 48126 w 9231365"/>
              <a:gd name="connsiteY5" fmla="*/ 5181844 h 5181844"/>
              <a:gd name="connsiteX6" fmla="*/ 0 w 9231365"/>
              <a:gd name="connsiteY6" fmla="*/ 1480562 h 5181844"/>
              <a:gd name="connsiteX0" fmla="*/ 0 w 9231365"/>
              <a:gd name="connsiteY0" fmla="*/ 1484814 h 5186096"/>
              <a:gd name="connsiteX1" fmla="*/ 2373363 w 9231365"/>
              <a:gd name="connsiteY1" fmla="*/ 4931 h 5186096"/>
              <a:gd name="connsiteX2" fmla="*/ 5537669 w 9231365"/>
              <a:gd name="connsiteY2" fmla="*/ 1328405 h 5186096"/>
              <a:gd name="connsiteX3" fmla="*/ 9231365 w 9231365"/>
              <a:gd name="connsiteY3" fmla="*/ 1990140 h 5186096"/>
              <a:gd name="connsiteX4" fmla="*/ 9207301 w 9231365"/>
              <a:gd name="connsiteY4" fmla="*/ 5186096 h 5186096"/>
              <a:gd name="connsiteX5" fmla="*/ 48126 w 9231365"/>
              <a:gd name="connsiteY5" fmla="*/ 5186096 h 5186096"/>
              <a:gd name="connsiteX6" fmla="*/ 0 w 9231365"/>
              <a:gd name="connsiteY6" fmla="*/ 1484814 h 5186096"/>
              <a:gd name="connsiteX0" fmla="*/ 0 w 9231365"/>
              <a:gd name="connsiteY0" fmla="*/ 1519567 h 5220849"/>
              <a:gd name="connsiteX1" fmla="*/ 2662121 w 9231365"/>
              <a:gd name="connsiteY1" fmla="*/ 3589 h 5220849"/>
              <a:gd name="connsiteX2" fmla="*/ 5537669 w 9231365"/>
              <a:gd name="connsiteY2" fmla="*/ 1363158 h 5220849"/>
              <a:gd name="connsiteX3" fmla="*/ 9231365 w 9231365"/>
              <a:gd name="connsiteY3" fmla="*/ 2024893 h 5220849"/>
              <a:gd name="connsiteX4" fmla="*/ 9207301 w 9231365"/>
              <a:gd name="connsiteY4" fmla="*/ 5220849 h 5220849"/>
              <a:gd name="connsiteX5" fmla="*/ 48126 w 9231365"/>
              <a:gd name="connsiteY5" fmla="*/ 5220849 h 5220849"/>
              <a:gd name="connsiteX6" fmla="*/ 0 w 9231365"/>
              <a:gd name="connsiteY6" fmla="*/ 1519567 h 5220849"/>
              <a:gd name="connsiteX0" fmla="*/ 0 w 9231365"/>
              <a:gd name="connsiteY0" fmla="*/ 1395689 h 5217287"/>
              <a:gd name="connsiteX1" fmla="*/ 2662121 w 9231365"/>
              <a:gd name="connsiteY1" fmla="*/ 27 h 5217287"/>
              <a:gd name="connsiteX2" fmla="*/ 5537669 w 9231365"/>
              <a:gd name="connsiteY2" fmla="*/ 1359596 h 5217287"/>
              <a:gd name="connsiteX3" fmla="*/ 9231365 w 9231365"/>
              <a:gd name="connsiteY3" fmla="*/ 2021331 h 5217287"/>
              <a:gd name="connsiteX4" fmla="*/ 9207301 w 9231365"/>
              <a:gd name="connsiteY4" fmla="*/ 5217287 h 5217287"/>
              <a:gd name="connsiteX5" fmla="*/ 48126 w 9231365"/>
              <a:gd name="connsiteY5" fmla="*/ 5217287 h 5217287"/>
              <a:gd name="connsiteX6" fmla="*/ 0 w 9231365"/>
              <a:gd name="connsiteY6" fmla="*/ 1395689 h 5217287"/>
              <a:gd name="connsiteX0" fmla="*/ 0 w 9231365"/>
              <a:gd name="connsiteY0" fmla="*/ 1395689 h 5217287"/>
              <a:gd name="connsiteX1" fmla="*/ 2662121 w 9231365"/>
              <a:gd name="connsiteY1" fmla="*/ 27 h 5217287"/>
              <a:gd name="connsiteX2" fmla="*/ 5537669 w 9231365"/>
              <a:gd name="connsiteY2" fmla="*/ 1359596 h 5217287"/>
              <a:gd name="connsiteX3" fmla="*/ 9231365 w 9231365"/>
              <a:gd name="connsiteY3" fmla="*/ 2021331 h 5217287"/>
              <a:gd name="connsiteX4" fmla="*/ 9207301 w 9231365"/>
              <a:gd name="connsiteY4" fmla="*/ 5217287 h 5217287"/>
              <a:gd name="connsiteX5" fmla="*/ 48126 w 9231365"/>
              <a:gd name="connsiteY5" fmla="*/ 5217287 h 5217287"/>
              <a:gd name="connsiteX6" fmla="*/ 0 w 9231365"/>
              <a:gd name="connsiteY6" fmla="*/ 1395689 h 5217287"/>
              <a:gd name="connsiteX0" fmla="*/ 0 w 9231365"/>
              <a:gd name="connsiteY0" fmla="*/ 1395694 h 5217292"/>
              <a:gd name="connsiteX1" fmla="*/ 2662121 w 9231365"/>
              <a:gd name="connsiteY1" fmla="*/ 32 h 5217292"/>
              <a:gd name="connsiteX2" fmla="*/ 5537669 w 9231365"/>
              <a:gd name="connsiteY2" fmla="*/ 1359601 h 5217292"/>
              <a:gd name="connsiteX3" fmla="*/ 9231365 w 9231365"/>
              <a:gd name="connsiteY3" fmla="*/ 2021336 h 5217292"/>
              <a:gd name="connsiteX4" fmla="*/ 9207301 w 9231365"/>
              <a:gd name="connsiteY4" fmla="*/ 5217292 h 5217292"/>
              <a:gd name="connsiteX5" fmla="*/ 48126 w 9231365"/>
              <a:gd name="connsiteY5" fmla="*/ 5217292 h 5217292"/>
              <a:gd name="connsiteX6" fmla="*/ 0 w 9231365"/>
              <a:gd name="connsiteY6" fmla="*/ 1395694 h 5217292"/>
              <a:gd name="connsiteX0" fmla="*/ 0 w 9231365"/>
              <a:gd name="connsiteY0" fmla="*/ 1395697 h 5217295"/>
              <a:gd name="connsiteX1" fmla="*/ 2662121 w 9231365"/>
              <a:gd name="connsiteY1" fmla="*/ 35 h 5217295"/>
              <a:gd name="connsiteX2" fmla="*/ 5537669 w 9231365"/>
              <a:gd name="connsiteY2" fmla="*/ 1359604 h 5217295"/>
              <a:gd name="connsiteX3" fmla="*/ 9231365 w 9231365"/>
              <a:gd name="connsiteY3" fmla="*/ 2021339 h 5217295"/>
              <a:gd name="connsiteX4" fmla="*/ 9207301 w 9231365"/>
              <a:gd name="connsiteY4" fmla="*/ 5217295 h 5217295"/>
              <a:gd name="connsiteX5" fmla="*/ 48126 w 9231365"/>
              <a:gd name="connsiteY5" fmla="*/ 5217295 h 5217295"/>
              <a:gd name="connsiteX6" fmla="*/ 0 w 9231365"/>
              <a:gd name="connsiteY6" fmla="*/ 1395697 h 5217295"/>
              <a:gd name="connsiteX0" fmla="*/ 0 w 9231365"/>
              <a:gd name="connsiteY0" fmla="*/ 1399409 h 5221007"/>
              <a:gd name="connsiteX1" fmla="*/ 2662121 w 9231365"/>
              <a:gd name="connsiteY1" fmla="*/ 3747 h 5221007"/>
              <a:gd name="connsiteX2" fmla="*/ 5537669 w 9231365"/>
              <a:gd name="connsiteY2" fmla="*/ 1363316 h 5221007"/>
              <a:gd name="connsiteX3" fmla="*/ 9231365 w 9231365"/>
              <a:gd name="connsiteY3" fmla="*/ 2025051 h 5221007"/>
              <a:gd name="connsiteX4" fmla="*/ 9207301 w 9231365"/>
              <a:gd name="connsiteY4" fmla="*/ 5221007 h 5221007"/>
              <a:gd name="connsiteX5" fmla="*/ 48126 w 9231365"/>
              <a:gd name="connsiteY5" fmla="*/ 5221007 h 5221007"/>
              <a:gd name="connsiteX6" fmla="*/ 0 w 9231365"/>
              <a:gd name="connsiteY6" fmla="*/ 1399409 h 5221007"/>
              <a:gd name="connsiteX0" fmla="*/ 0 w 9231365"/>
              <a:gd name="connsiteY0" fmla="*/ 1399088 h 5220686"/>
              <a:gd name="connsiteX1" fmla="*/ 2662121 w 9231365"/>
              <a:gd name="connsiteY1" fmla="*/ 3426 h 5220686"/>
              <a:gd name="connsiteX2" fmla="*/ 5537669 w 9231365"/>
              <a:gd name="connsiteY2" fmla="*/ 1362995 h 5220686"/>
              <a:gd name="connsiteX3" fmla="*/ 9231365 w 9231365"/>
              <a:gd name="connsiteY3" fmla="*/ 2024730 h 5220686"/>
              <a:gd name="connsiteX4" fmla="*/ 9207301 w 9231365"/>
              <a:gd name="connsiteY4" fmla="*/ 5220686 h 5220686"/>
              <a:gd name="connsiteX5" fmla="*/ 48126 w 9231365"/>
              <a:gd name="connsiteY5" fmla="*/ 5220686 h 5220686"/>
              <a:gd name="connsiteX6" fmla="*/ 0 w 9231365"/>
              <a:gd name="connsiteY6" fmla="*/ 1399088 h 5220686"/>
              <a:gd name="connsiteX0" fmla="*/ 0 w 9231365"/>
              <a:gd name="connsiteY0" fmla="*/ 1399088 h 5220686"/>
              <a:gd name="connsiteX1" fmla="*/ 2662121 w 9231365"/>
              <a:gd name="connsiteY1" fmla="*/ 3426 h 5220686"/>
              <a:gd name="connsiteX2" fmla="*/ 5537669 w 9231365"/>
              <a:gd name="connsiteY2" fmla="*/ 1362995 h 5220686"/>
              <a:gd name="connsiteX3" fmla="*/ 9231365 w 9231365"/>
              <a:gd name="connsiteY3" fmla="*/ 2024730 h 5220686"/>
              <a:gd name="connsiteX4" fmla="*/ 9207301 w 9231365"/>
              <a:gd name="connsiteY4" fmla="*/ 5220686 h 5220686"/>
              <a:gd name="connsiteX5" fmla="*/ 48126 w 9231365"/>
              <a:gd name="connsiteY5" fmla="*/ 5220686 h 5220686"/>
              <a:gd name="connsiteX6" fmla="*/ 0 w 9231365"/>
              <a:gd name="connsiteY6" fmla="*/ 1399088 h 5220686"/>
              <a:gd name="connsiteX0" fmla="*/ 0 w 9231365"/>
              <a:gd name="connsiteY0" fmla="*/ 1398527 h 5220125"/>
              <a:gd name="connsiteX1" fmla="*/ 2662121 w 9231365"/>
              <a:gd name="connsiteY1" fmla="*/ 2865 h 5220125"/>
              <a:gd name="connsiteX2" fmla="*/ 5537669 w 9231365"/>
              <a:gd name="connsiteY2" fmla="*/ 1362434 h 5220125"/>
              <a:gd name="connsiteX3" fmla="*/ 9231365 w 9231365"/>
              <a:gd name="connsiteY3" fmla="*/ 1964012 h 5220125"/>
              <a:gd name="connsiteX4" fmla="*/ 9207301 w 9231365"/>
              <a:gd name="connsiteY4" fmla="*/ 5220125 h 5220125"/>
              <a:gd name="connsiteX5" fmla="*/ 48126 w 9231365"/>
              <a:gd name="connsiteY5" fmla="*/ 5220125 h 5220125"/>
              <a:gd name="connsiteX6" fmla="*/ 0 w 9231365"/>
              <a:gd name="connsiteY6" fmla="*/ 1398527 h 5220125"/>
              <a:gd name="connsiteX0" fmla="*/ 0 w 9231365"/>
              <a:gd name="connsiteY0" fmla="*/ 1399319 h 5220917"/>
              <a:gd name="connsiteX1" fmla="*/ 2662121 w 9231365"/>
              <a:gd name="connsiteY1" fmla="*/ 3657 h 5220917"/>
              <a:gd name="connsiteX2" fmla="*/ 5537669 w 9231365"/>
              <a:gd name="connsiteY2" fmla="*/ 1363226 h 5220917"/>
              <a:gd name="connsiteX3" fmla="*/ 9231365 w 9231365"/>
              <a:gd name="connsiteY3" fmla="*/ 1964804 h 5220917"/>
              <a:gd name="connsiteX4" fmla="*/ 9207301 w 9231365"/>
              <a:gd name="connsiteY4" fmla="*/ 5220917 h 5220917"/>
              <a:gd name="connsiteX5" fmla="*/ 48126 w 9231365"/>
              <a:gd name="connsiteY5" fmla="*/ 5220917 h 5220917"/>
              <a:gd name="connsiteX6" fmla="*/ 0 w 9231365"/>
              <a:gd name="connsiteY6" fmla="*/ 1399319 h 5220917"/>
              <a:gd name="connsiteX0" fmla="*/ 0 w 9231365"/>
              <a:gd name="connsiteY0" fmla="*/ 1399418 h 5221016"/>
              <a:gd name="connsiteX1" fmla="*/ 2662121 w 9231365"/>
              <a:gd name="connsiteY1" fmla="*/ 3756 h 5221016"/>
              <a:gd name="connsiteX2" fmla="*/ 5537669 w 9231365"/>
              <a:gd name="connsiteY2" fmla="*/ 1363325 h 5221016"/>
              <a:gd name="connsiteX3" fmla="*/ 9231365 w 9231365"/>
              <a:gd name="connsiteY3" fmla="*/ 1964903 h 5221016"/>
              <a:gd name="connsiteX4" fmla="*/ 9207301 w 9231365"/>
              <a:gd name="connsiteY4" fmla="*/ 5221016 h 5221016"/>
              <a:gd name="connsiteX5" fmla="*/ 48126 w 9231365"/>
              <a:gd name="connsiteY5" fmla="*/ 5221016 h 5221016"/>
              <a:gd name="connsiteX6" fmla="*/ 0 w 9231365"/>
              <a:gd name="connsiteY6" fmla="*/ 1399418 h 5221016"/>
              <a:gd name="connsiteX0" fmla="*/ 0 w 9231365"/>
              <a:gd name="connsiteY0" fmla="*/ 1399418 h 5221016"/>
              <a:gd name="connsiteX1" fmla="*/ 2662121 w 9231365"/>
              <a:gd name="connsiteY1" fmla="*/ 3756 h 5221016"/>
              <a:gd name="connsiteX2" fmla="*/ 5537669 w 9231365"/>
              <a:gd name="connsiteY2" fmla="*/ 1363325 h 5221016"/>
              <a:gd name="connsiteX3" fmla="*/ 9231365 w 9231365"/>
              <a:gd name="connsiteY3" fmla="*/ 1964903 h 5221016"/>
              <a:gd name="connsiteX4" fmla="*/ 9207301 w 9231365"/>
              <a:gd name="connsiteY4" fmla="*/ 5221016 h 5221016"/>
              <a:gd name="connsiteX5" fmla="*/ 48126 w 9231365"/>
              <a:gd name="connsiteY5" fmla="*/ 5221016 h 5221016"/>
              <a:gd name="connsiteX6" fmla="*/ 0 w 9231365"/>
              <a:gd name="connsiteY6" fmla="*/ 1399418 h 5221016"/>
              <a:gd name="connsiteX0" fmla="*/ 0 w 9231365"/>
              <a:gd name="connsiteY0" fmla="*/ 1399688 h 5221286"/>
              <a:gd name="connsiteX1" fmla="*/ 2662121 w 9231365"/>
              <a:gd name="connsiteY1" fmla="*/ 4026 h 5221286"/>
              <a:gd name="connsiteX2" fmla="*/ 5537669 w 9231365"/>
              <a:gd name="connsiteY2" fmla="*/ 1363595 h 5221286"/>
              <a:gd name="connsiteX3" fmla="*/ 9231365 w 9231365"/>
              <a:gd name="connsiteY3" fmla="*/ 1965173 h 5221286"/>
              <a:gd name="connsiteX4" fmla="*/ 9207301 w 9231365"/>
              <a:gd name="connsiteY4" fmla="*/ 5221286 h 5221286"/>
              <a:gd name="connsiteX5" fmla="*/ 48126 w 9231365"/>
              <a:gd name="connsiteY5" fmla="*/ 5221286 h 5221286"/>
              <a:gd name="connsiteX6" fmla="*/ 0 w 9231365"/>
              <a:gd name="connsiteY6" fmla="*/ 1399688 h 5221286"/>
              <a:gd name="connsiteX0" fmla="*/ 0 w 9219333"/>
              <a:gd name="connsiteY0" fmla="*/ 1215923 h 5217995"/>
              <a:gd name="connsiteX1" fmla="*/ 2650089 w 9219333"/>
              <a:gd name="connsiteY1" fmla="*/ 735 h 5217995"/>
              <a:gd name="connsiteX2" fmla="*/ 5525637 w 9219333"/>
              <a:gd name="connsiteY2" fmla="*/ 1360304 h 5217995"/>
              <a:gd name="connsiteX3" fmla="*/ 9219333 w 9219333"/>
              <a:gd name="connsiteY3" fmla="*/ 1961882 h 5217995"/>
              <a:gd name="connsiteX4" fmla="*/ 9195269 w 9219333"/>
              <a:gd name="connsiteY4" fmla="*/ 5217995 h 5217995"/>
              <a:gd name="connsiteX5" fmla="*/ 36094 w 9219333"/>
              <a:gd name="connsiteY5" fmla="*/ 5217995 h 5217995"/>
              <a:gd name="connsiteX6" fmla="*/ 0 w 9219333"/>
              <a:gd name="connsiteY6" fmla="*/ 1215923 h 5217995"/>
              <a:gd name="connsiteX0" fmla="*/ 0 w 9219333"/>
              <a:gd name="connsiteY0" fmla="*/ 1396225 h 5398297"/>
              <a:gd name="connsiteX1" fmla="*/ 2674153 w 9219333"/>
              <a:gd name="connsiteY1" fmla="*/ 563 h 5398297"/>
              <a:gd name="connsiteX2" fmla="*/ 5525637 w 9219333"/>
              <a:gd name="connsiteY2" fmla="*/ 1540606 h 5398297"/>
              <a:gd name="connsiteX3" fmla="*/ 9219333 w 9219333"/>
              <a:gd name="connsiteY3" fmla="*/ 2142184 h 5398297"/>
              <a:gd name="connsiteX4" fmla="*/ 9195269 w 9219333"/>
              <a:gd name="connsiteY4" fmla="*/ 5398297 h 5398297"/>
              <a:gd name="connsiteX5" fmla="*/ 36094 w 9219333"/>
              <a:gd name="connsiteY5" fmla="*/ 5398297 h 5398297"/>
              <a:gd name="connsiteX6" fmla="*/ 0 w 9219333"/>
              <a:gd name="connsiteY6" fmla="*/ 1396225 h 5398297"/>
              <a:gd name="connsiteX0" fmla="*/ 0 w 9219333"/>
              <a:gd name="connsiteY0" fmla="*/ 1395665 h 5397737"/>
              <a:gd name="connsiteX1" fmla="*/ 2674153 w 9219333"/>
              <a:gd name="connsiteY1" fmla="*/ 3 h 5397737"/>
              <a:gd name="connsiteX2" fmla="*/ 5585795 w 9219333"/>
              <a:gd name="connsiteY2" fmla="*/ 1383636 h 5397737"/>
              <a:gd name="connsiteX3" fmla="*/ 9219333 w 9219333"/>
              <a:gd name="connsiteY3" fmla="*/ 2141624 h 5397737"/>
              <a:gd name="connsiteX4" fmla="*/ 9195269 w 9219333"/>
              <a:gd name="connsiteY4" fmla="*/ 5397737 h 5397737"/>
              <a:gd name="connsiteX5" fmla="*/ 36094 w 9219333"/>
              <a:gd name="connsiteY5" fmla="*/ 5397737 h 5397737"/>
              <a:gd name="connsiteX6" fmla="*/ 0 w 9219333"/>
              <a:gd name="connsiteY6" fmla="*/ 1395665 h 5397737"/>
              <a:gd name="connsiteX0" fmla="*/ 0 w 9219333"/>
              <a:gd name="connsiteY0" fmla="*/ 1395665 h 5397737"/>
              <a:gd name="connsiteX1" fmla="*/ 2674153 w 9219333"/>
              <a:gd name="connsiteY1" fmla="*/ 3 h 5397737"/>
              <a:gd name="connsiteX2" fmla="*/ 5585795 w 9219333"/>
              <a:gd name="connsiteY2" fmla="*/ 1383636 h 5397737"/>
              <a:gd name="connsiteX3" fmla="*/ 9219333 w 9219333"/>
              <a:gd name="connsiteY3" fmla="*/ 2009276 h 5397737"/>
              <a:gd name="connsiteX4" fmla="*/ 9195269 w 9219333"/>
              <a:gd name="connsiteY4" fmla="*/ 5397737 h 5397737"/>
              <a:gd name="connsiteX5" fmla="*/ 36094 w 9219333"/>
              <a:gd name="connsiteY5" fmla="*/ 5397737 h 5397737"/>
              <a:gd name="connsiteX6" fmla="*/ 0 w 9219333"/>
              <a:gd name="connsiteY6" fmla="*/ 1395665 h 5397737"/>
              <a:gd name="connsiteX0" fmla="*/ 0 w 9219333"/>
              <a:gd name="connsiteY0" fmla="*/ 1395666 h 5397738"/>
              <a:gd name="connsiteX1" fmla="*/ 2674153 w 9219333"/>
              <a:gd name="connsiteY1" fmla="*/ 4 h 5397738"/>
              <a:gd name="connsiteX2" fmla="*/ 5585795 w 9219333"/>
              <a:gd name="connsiteY2" fmla="*/ 1383637 h 5397738"/>
              <a:gd name="connsiteX3" fmla="*/ 9219333 w 9219333"/>
              <a:gd name="connsiteY3" fmla="*/ 2009277 h 5397738"/>
              <a:gd name="connsiteX4" fmla="*/ 9195269 w 9219333"/>
              <a:gd name="connsiteY4" fmla="*/ 5397738 h 5397738"/>
              <a:gd name="connsiteX5" fmla="*/ 36094 w 9219333"/>
              <a:gd name="connsiteY5" fmla="*/ 5397738 h 5397738"/>
              <a:gd name="connsiteX6" fmla="*/ 0 w 9219333"/>
              <a:gd name="connsiteY6" fmla="*/ 1395666 h 5397738"/>
              <a:gd name="connsiteX0" fmla="*/ 0 w 9219333"/>
              <a:gd name="connsiteY0" fmla="*/ 1397014 h 5399086"/>
              <a:gd name="connsiteX1" fmla="*/ 2674153 w 9219333"/>
              <a:gd name="connsiteY1" fmla="*/ 1352 h 5399086"/>
              <a:gd name="connsiteX2" fmla="*/ 5585795 w 9219333"/>
              <a:gd name="connsiteY2" fmla="*/ 1384985 h 5399086"/>
              <a:gd name="connsiteX3" fmla="*/ 9219333 w 9219333"/>
              <a:gd name="connsiteY3" fmla="*/ 2010625 h 5399086"/>
              <a:gd name="connsiteX4" fmla="*/ 9195269 w 9219333"/>
              <a:gd name="connsiteY4" fmla="*/ 5399086 h 5399086"/>
              <a:gd name="connsiteX5" fmla="*/ 36094 w 9219333"/>
              <a:gd name="connsiteY5" fmla="*/ 5399086 h 5399086"/>
              <a:gd name="connsiteX6" fmla="*/ 0 w 9219333"/>
              <a:gd name="connsiteY6" fmla="*/ 1397014 h 5399086"/>
              <a:gd name="connsiteX0" fmla="*/ 0 w 9219333"/>
              <a:gd name="connsiteY0" fmla="*/ 1397014 h 5399086"/>
              <a:gd name="connsiteX1" fmla="*/ 2674153 w 9219333"/>
              <a:gd name="connsiteY1" fmla="*/ 1352 h 5399086"/>
              <a:gd name="connsiteX2" fmla="*/ 5585795 w 9219333"/>
              <a:gd name="connsiteY2" fmla="*/ 1384985 h 5399086"/>
              <a:gd name="connsiteX3" fmla="*/ 9219333 w 9219333"/>
              <a:gd name="connsiteY3" fmla="*/ 2010625 h 5399086"/>
              <a:gd name="connsiteX4" fmla="*/ 9195269 w 9219333"/>
              <a:gd name="connsiteY4" fmla="*/ 5399086 h 5399086"/>
              <a:gd name="connsiteX5" fmla="*/ 36094 w 9219333"/>
              <a:gd name="connsiteY5" fmla="*/ 5399086 h 5399086"/>
              <a:gd name="connsiteX6" fmla="*/ 0 w 9219333"/>
              <a:gd name="connsiteY6" fmla="*/ 1397014 h 5399086"/>
              <a:gd name="connsiteX0" fmla="*/ 0 w 9219333"/>
              <a:gd name="connsiteY0" fmla="*/ 1396633 h 5398705"/>
              <a:gd name="connsiteX1" fmla="*/ 2674153 w 9219333"/>
              <a:gd name="connsiteY1" fmla="*/ 971 h 5398705"/>
              <a:gd name="connsiteX2" fmla="*/ 5585795 w 9219333"/>
              <a:gd name="connsiteY2" fmla="*/ 1384604 h 5398705"/>
              <a:gd name="connsiteX3" fmla="*/ 9219333 w 9219333"/>
              <a:gd name="connsiteY3" fmla="*/ 1962118 h 5398705"/>
              <a:gd name="connsiteX4" fmla="*/ 9195269 w 9219333"/>
              <a:gd name="connsiteY4" fmla="*/ 5398705 h 5398705"/>
              <a:gd name="connsiteX5" fmla="*/ 36094 w 9219333"/>
              <a:gd name="connsiteY5" fmla="*/ 5398705 h 5398705"/>
              <a:gd name="connsiteX6" fmla="*/ 0 w 9219333"/>
              <a:gd name="connsiteY6" fmla="*/ 1396633 h 5398705"/>
              <a:gd name="connsiteX0" fmla="*/ 0 w 9219333"/>
              <a:gd name="connsiteY0" fmla="*/ 1396633 h 5398705"/>
              <a:gd name="connsiteX1" fmla="*/ 2674153 w 9219333"/>
              <a:gd name="connsiteY1" fmla="*/ 971 h 5398705"/>
              <a:gd name="connsiteX2" fmla="*/ 5585795 w 9219333"/>
              <a:gd name="connsiteY2" fmla="*/ 1384604 h 5398705"/>
              <a:gd name="connsiteX3" fmla="*/ 9219333 w 9219333"/>
              <a:gd name="connsiteY3" fmla="*/ 1962118 h 5398705"/>
              <a:gd name="connsiteX4" fmla="*/ 9195269 w 9219333"/>
              <a:gd name="connsiteY4" fmla="*/ 5398705 h 5398705"/>
              <a:gd name="connsiteX5" fmla="*/ 36094 w 9219333"/>
              <a:gd name="connsiteY5" fmla="*/ 5398705 h 5398705"/>
              <a:gd name="connsiteX6" fmla="*/ 0 w 9219333"/>
              <a:gd name="connsiteY6" fmla="*/ 1396633 h 5398705"/>
              <a:gd name="connsiteX0" fmla="*/ 0 w 9219333"/>
              <a:gd name="connsiteY0" fmla="*/ 1396945 h 5399017"/>
              <a:gd name="connsiteX1" fmla="*/ 2674153 w 9219333"/>
              <a:gd name="connsiteY1" fmla="*/ 1283 h 5399017"/>
              <a:gd name="connsiteX2" fmla="*/ 5585795 w 9219333"/>
              <a:gd name="connsiteY2" fmla="*/ 1384916 h 5399017"/>
              <a:gd name="connsiteX3" fmla="*/ 9219333 w 9219333"/>
              <a:gd name="connsiteY3" fmla="*/ 1962430 h 5399017"/>
              <a:gd name="connsiteX4" fmla="*/ 9195269 w 9219333"/>
              <a:gd name="connsiteY4" fmla="*/ 5399017 h 5399017"/>
              <a:gd name="connsiteX5" fmla="*/ 36094 w 9219333"/>
              <a:gd name="connsiteY5" fmla="*/ 5399017 h 5399017"/>
              <a:gd name="connsiteX6" fmla="*/ 0 w 9219333"/>
              <a:gd name="connsiteY6" fmla="*/ 1396945 h 5399017"/>
              <a:gd name="connsiteX0" fmla="*/ 0 w 9219333"/>
              <a:gd name="connsiteY0" fmla="*/ 1396945 h 5399017"/>
              <a:gd name="connsiteX1" fmla="*/ 2674153 w 9219333"/>
              <a:gd name="connsiteY1" fmla="*/ 1283 h 5399017"/>
              <a:gd name="connsiteX2" fmla="*/ 5585795 w 9219333"/>
              <a:gd name="connsiteY2" fmla="*/ 1384916 h 5399017"/>
              <a:gd name="connsiteX3" fmla="*/ 9219333 w 9219333"/>
              <a:gd name="connsiteY3" fmla="*/ 1962430 h 5399017"/>
              <a:gd name="connsiteX4" fmla="*/ 9195269 w 9219333"/>
              <a:gd name="connsiteY4" fmla="*/ 5399017 h 5399017"/>
              <a:gd name="connsiteX5" fmla="*/ 36094 w 9219333"/>
              <a:gd name="connsiteY5" fmla="*/ 5399017 h 5399017"/>
              <a:gd name="connsiteX6" fmla="*/ 0 w 9219333"/>
              <a:gd name="connsiteY6" fmla="*/ 1396945 h 5399017"/>
              <a:gd name="connsiteX0" fmla="*/ 0 w 9219333"/>
              <a:gd name="connsiteY0" fmla="*/ 1400187 h 5402259"/>
              <a:gd name="connsiteX1" fmla="*/ 2674153 w 9219333"/>
              <a:gd name="connsiteY1" fmla="*/ 4525 h 5402259"/>
              <a:gd name="connsiteX2" fmla="*/ 5585795 w 9219333"/>
              <a:gd name="connsiteY2" fmla="*/ 1388158 h 5402259"/>
              <a:gd name="connsiteX3" fmla="*/ 9219333 w 9219333"/>
              <a:gd name="connsiteY3" fmla="*/ 1965672 h 5402259"/>
              <a:gd name="connsiteX4" fmla="*/ 9195269 w 9219333"/>
              <a:gd name="connsiteY4" fmla="*/ 5402259 h 5402259"/>
              <a:gd name="connsiteX5" fmla="*/ 36094 w 9219333"/>
              <a:gd name="connsiteY5" fmla="*/ 5402259 h 5402259"/>
              <a:gd name="connsiteX6" fmla="*/ 0 w 9219333"/>
              <a:gd name="connsiteY6" fmla="*/ 1400187 h 5402259"/>
              <a:gd name="connsiteX0" fmla="*/ 10488 w 9229821"/>
              <a:gd name="connsiteY0" fmla="*/ 1400187 h 5426411"/>
              <a:gd name="connsiteX1" fmla="*/ 2684641 w 9229821"/>
              <a:gd name="connsiteY1" fmla="*/ 4525 h 5426411"/>
              <a:gd name="connsiteX2" fmla="*/ 5596283 w 9229821"/>
              <a:gd name="connsiteY2" fmla="*/ 1388158 h 5426411"/>
              <a:gd name="connsiteX3" fmla="*/ 9229821 w 9229821"/>
              <a:gd name="connsiteY3" fmla="*/ 1965672 h 5426411"/>
              <a:gd name="connsiteX4" fmla="*/ 9205757 w 9229821"/>
              <a:gd name="connsiteY4" fmla="*/ 5402259 h 5426411"/>
              <a:gd name="connsiteX5" fmla="*/ 0 w 9229821"/>
              <a:gd name="connsiteY5" fmla="*/ 5426411 h 5426411"/>
              <a:gd name="connsiteX6" fmla="*/ 10488 w 9229821"/>
              <a:gd name="connsiteY6" fmla="*/ 1400187 h 5426411"/>
              <a:gd name="connsiteX0" fmla="*/ 0 w 9219333"/>
              <a:gd name="connsiteY0" fmla="*/ 1400187 h 5426411"/>
              <a:gd name="connsiteX1" fmla="*/ 2674153 w 9219333"/>
              <a:gd name="connsiteY1" fmla="*/ 4525 h 5426411"/>
              <a:gd name="connsiteX2" fmla="*/ 5585795 w 9219333"/>
              <a:gd name="connsiteY2" fmla="*/ 1388158 h 5426411"/>
              <a:gd name="connsiteX3" fmla="*/ 9219333 w 9219333"/>
              <a:gd name="connsiteY3" fmla="*/ 1965672 h 5426411"/>
              <a:gd name="connsiteX4" fmla="*/ 9195269 w 9219333"/>
              <a:gd name="connsiteY4" fmla="*/ 5402259 h 5426411"/>
              <a:gd name="connsiteX5" fmla="*/ 12803 w 9219333"/>
              <a:gd name="connsiteY5" fmla="*/ 5426411 h 5426411"/>
              <a:gd name="connsiteX6" fmla="*/ 0 w 9219333"/>
              <a:gd name="connsiteY6" fmla="*/ 1400187 h 5426411"/>
              <a:gd name="connsiteX0" fmla="*/ 11116 w 9230449"/>
              <a:gd name="connsiteY0" fmla="*/ 1400187 h 5426411"/>
              <a:gd name="connsiteX1" fmla="*/ 2685269 w 9230449"/>
              <a:gd name="connsiteY1" fmla="*/ 4525 h 5426411"/>
              <a:gd name="connsiteX2" fmla="*/ 5596911 w 9230449"/>
              <a:gd name="connsiteY2" fmla="*/ 1388158 h 5426411"/>
              <a:gd name="connsiteX3" fmla="*/ 9230449 w 9230449"/>
              <a:gd name="connsiteY3" fmla="*/ 1965672 h 5426411"/>
              <a:gd name="connsiteX4" fmla="*/ 9206385 w 9230449"/>
              <a:gd name="connsiteY4" fmla="*/ 5402259 h 5426411"/>
              <a:gd name="connsiteX5" fmla="*/ 628 w 9230449"/>
              <a:gd name="connsiteY5" fmla="*/ 5426411 h 5426411"/>
              <a:gd name="connsiteX6" fmla="*/ 11116 w 9230449"/>
              <a:gd name="connsiteY6" fmla="*/ 1400187 h 5426411"/>
              <a:gd name="connsiteX0" fmla="*/ 225 w 9219558"/>
              <a:gd name="connsiteY0" fmla="*/ 1400187 h 5438486"/>
              <a:gd name="connsiteX1" fmla="*/ 2674378 w 9219558"/>
              <a:gd name="connsiteY1" fmla="*/ 4525 h 5438486"/>
              <a:gd name="connsiteX2" fmla="*/ 5586020 w 9219558"/>
              <a:gd name="connsiteY2" fmla="*/ 1388158 h 5438486"/>
              <a:gd name="connsiteX3" fmla="*/ 9219558 w 9219558"/>
              <a:gd name="connsiteY3" fmla="*/ 1965672 h 5438486"/>
              <a:gd name="connsiteX4" fmla="*/ 9195494 w 9219558"/>
              <a:gd name="connsiteY4" fmla="*/ 5402259 h 5438486"/>
              <a:gd name="connsiteX5" fmla="*/ 1383 w 9219558"/>
              <a:gd name="connsiteY5" fmla="*/ 5438486 h 5438486"/>
              <a:gd name="connsiteX6" fmla="*/ 225 w 9219558"/>
              <a:gd name="connsiteY6" fmla="*/ 1400187 h 5438486"/>
              <a:gd name="connsiteX0" fmla="*/ 0 w 9219333"/>
              <a:gd name="connsiteY0" fmla="*/ 1400187 h 5402259"/>
              <a:gd name="connsiteX1" fmla="*/ 2674153 w 9219333"/>
              <a:gd name="connsiteY1" fmla="*/ 4525 h 5402259"/>
              <a:gd name="connsiteX2" fmla="*/ 5585795 w 9219333"/>
              <a:gd name="connsiteY2" fmla="*/ 1388158 h 5402259"/>
              <a:gd name="connsiteX3" fmla="*/ 9219333 w 9219333"/>
              <a:gd name="connsiteY3" fmla="*/ 1965672 h 5402259"/>
              <a:gd name="connsiteX4" fmla="*/ 9195269 w 9219333"/>
              <a:gd name="connsiteY4" fmla="*/ 5402259 h 5402259"/>
              <a:gd name="connsiteX5" fmla="*/ 58781 w 9219333"/>
              <a:gd name="connsiteY5" fmla="*/ 5371568 h 5402259"/>
              <a:gd name="connsiteX6" fmla="*/ 0 w 9219333"/>
              <a:gd name="connsiteY6" fmla="*/ 1400187 h 5402259"/>
              <a:gd name="connsiteX0" fmla="*/ 4565 w 9223898"/>
              <a:gd name="connsiteY0" fmla="*/ 1400187 h 5409807"/>
              <a:gd name="connsiteX1" fmla="*/ 2678718 w 9223898"/>
              <a:gd name="connsiteY1" fmla="*/ 4525 h 5409807"/>
              <a:gd name="connsiteX2" fmla="*/ 5590360 w 9223898"/>
              <a:gd name="connsiteY2" fmla="*/ 1388158 h 5409807"/>
              <a:gd name="connsiteX3" fmla="*/ 9223898 w 9223898"/>
              <a:gd name="connsiteY3" fmla="*/ 1965672 h 5409807"/>
              <a:gd name="connsiteX4" fmla="*/ 9199834 w 9223898"/>
              <a:gd name="connsiteY4" fmla="*/ 5402259 h 5409807"/>
              <a:gd name="connsiteX5" fmla="*/ 921 w 9223898"/>
              <a:gd name="connsiteY5" fmla="*/ 5409807 h 5409807"/>
              <a:gd name="connsiteX6" fmla="*/ 4565 w 9223898"/>
              <a:gd name="connsiteY6" fmla="*/ 1400187 h 5409807"/>
              <a:gd name="connsiteX0" fmla="*/ 4565 w 9223898"/>
              <a:gd name="connsiteY0" fmla="*/ 1400187 h 5409807"/>
              <a:gd name="connsiteX1" fmla="*/ 2678718 w 9223898"/>
              <a:gd name="connsiteY1" fmla="*/ 4525 h 5409807"/>
              <a:gd name="connsiteX2" fmla="*/ 5590360 w 9223898"/>
              <a:gd name="connsiteY2" fmla="*/ 1388158 h 5409807"/>
              <a:gd name="connsiteX3" fmla="*/ 9223898 w 9223898"/>
              <a:gd name="connsiteY3" fmla="*/ 1965672 h 5409807"/>
              <a:gd name="connsiteX4" fmla="*/ 9079788 w 9223898"/>
              <a:gd name="connsiteY4" fmla="*/ 5254083 h 5409807"/>
              <a:gd name="connsiteX5" fmla="*/ 921 w 9223898"/>
              <a:gd name="connsiteY5" fmla="*/ 5409807 h 5409807"/>
              <a:gd name="connsiteX6" fmla="*/ 4565 w 9223898"/>
              <a:gd name="connsiteY6" fmla="*/ 1400187 h 5409807"/>
              <a:gd name="connsiteX0" fmla="*/ 4565 w 9229434"/>
              <a:gd name="connsiteY0" fmla="*/ 1400187 h 5409807"/>
              <a:gd name="connsiteX1" fmla="*/ 2678718 w 9229434"/>
              <a:gd name="connsiteY1" fmla="*/ 4525 h 5409807"/>
              <a:gd name="connsiteX2" fmla="*/ 5590360 w 9229434"/>
              <a:gd name="connsiteY2" fmla="*/ 1388158 h 5409807"/>
              <a:gd name="connsiteX3" fmla="*/ 9223898 w 9229434"/>
              <a:gd name="connsiteY3" fmla="*/ 1965672 h 5409807"/>
              <a:gd name="connsiteX4" fmla="*/ 9228645 w 9229434"/>
              <a:gd name="connsiteY4" fmla="*/ 5407039 h 5409807"/>
              <a:gd name="connsiteX5" fmla="*/ 921 w 9229434"/>
              <a:gd name="connsiteY5" fmla="*/ 5409807 h 5409807"/>
              <a:gd name="connsiteX6" fmla="*/ 4565 w 9229434"/>
              <a:gd name="connsiteY6" fmla="*/ 1400187 h 5409807"/>
              <a:gd name="connsiteX0" fmla="*/ 4565 w 9229434"/>
              <a:gd name="connsiteY0" fmla="*/ 1399152 h 5408772"/>
              <a:gd name="connsiteX1" fmla="*/ 2678718 w 9229434"/>
              <a:gd name="connsiteY1" fmla="*/ 3490 h 5408772"/>
              <a:gd name="connsiteX2" fmla="*/ 5590360 w 9229434"/>
              <a:gd name="connsiteY2" fmla="*/ 1387123 h 5408772"/>
              <a:gd name="connsiteX3" fmla="*/ 9223898 w 9229434"/>
              <a:gd name="connsiteY3" fmla="*/ 1969416 h 5408772"/>
              <a:gd name="connsiteX4" fmla="*/ 9228645 w 9229434"/>
              <a:gd name="connsiteY4" fmla="*/ 5406004 h 5408772"/>
              <a:gd name="connsiteX5" fmla="*/ 921 w 9229434"/>
              <a:gd name="connsiteY5" fmla="*/ 5408772 h 5408772"/>
              <a:gd name="connsiteX6" fmla="*/ 4565 w 9229434"/>
              <a:gd name="connsiteY6" fmla="*/ 1399152 h 5408772"/>
              <a:gd name="connsiteX0" fmla="*/ 224 w 9229895"/>
              <a:gd name="connsiteY0" fmla="*/ 1400449 h 5405288"/>
              <a:gd name="connsiteX1" fmla="*/ 2679179 w 9229895"/>
              <a:gd name="connsiteY1" fmla="*/ 6 h 5405288"/>
              <a:gd name="connsiteX2" fmla="*/ 5590821 w 9229895"/>
              <a:gd name="connsiteY2" fmla="*/ 1383639 h 5405288"/>
              <a:gd name="connsiteX3" fmla="*/ 9224359 w 9229895"/>
              <a:gd name="connsiteY3" fmla="*/ 1965932 h 5405288"/>
              <a:gd name="connsiteX4" fmla="*/ 9229106 w 9229895"/>
              <a:gd name="connsiteY4" fmla="*/ 5402520 h 5405288"/>
              <a:gd name="connsiteX5" fmla="*/ 1382 w 9229895"/>
              <a:gd name="connsiteY5" fmla="*/ 5405288 h 5405288"/>
              <a:gd name="connsiteX6" fmla="*/ 224 w 9229895"/>
              <a:gd name="connsiteY6" fmla="*/ 1400449 h 5405288"/>
              <a:gd name="connsiteX0" fmla="*/ 157384 w 9228594"/>
              <a:gd name="connsiteY0" fmla="*/ 1371769 h 5405287"/>
              <a:gd name="connsiteX1" fmla="*/ 2677878 w 9228594"/>
              <a:gd name="connsiteY1" fmla="*/ 5 h 5405287"/>
              <a:gd name="connsiteX2" fmla="*/ 5589520 w 9228594"/>
              <a:gd name="connsiteY2" fmla="*/ 1383638 h 5405287"/>
              <a:gd name="connsiteX3" fmla="*/ 9223058 w 9228594"/>
              <a:gd name="connsiteY3" fmla="*/ 1965931 h 5405287"/>
              <a:gd name="connsiteX4" fmla="*/ 9227805 w 9228594"/>
              <a:gd name="connsiteY4" fmla="*/ 5402519 h 5405287"/>
              <a:gd name="connsiteX5" fmla="*/ 81 w 9228594"/>
              <a:gd name="connsiteY5" fmla="*/ 5405287 h 5405287"/>
              <a:gd name="connsiteX6" fmla="*/ 157384 w 9228594"/>
              <a:gd name="connsiteY6" fmla="*/ 1371769 h 5405287"/>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2217 h 5405295"/>
              <a:gd name="connsiteX1" fmla="*/ 2679179 w 9229895"/>
              <a:gd name="connsiteY1" fmla="*/ 13 h 5405295"/>
              <a:gd name="connsiteX2" fmla="*/ 5590821 w 9229895"/>
              <a:gd name="connsiteY2" fmla="*/ 1383646 h 5405295"/>
              <a:gd name="connsiteX3" fmla="*/ 9224359 w 9229895"/>
              <a:gd name="connsiteY3" fmla="*/ 1965939 h 5405295"/>
              <a:gd name="connsiteX4" fmla="*/ 9229106 w 9229895"/>
              <a:gd name="connsiteY4" fmla="*/ 5402527 h 5405295"/>
              <a:gd name="connsiteX5" fmla="*/ 1382 w 9229895"/>
              <a:gd name="connsiteY5" fmla="*/ 5405295 h 5405295"/>
              <a:gd name="connsiteX6" fmla="*/ 223 w 9229895"/>
              <a:gd name="connsiteY6" fmla="*/ 1362217 h 5405295"/>
              <a:gd name="connsiteX0" fmla="*/ 223 w 9229895"/>
              <a:gd name="connsiteY0" fmla="*/ 1363702 h 5406780"/>
              <a:gd name="connsiteX1" fmla="*/ 2679179 w 9229895"/>
              <a:gd name="connsiteY1" fmla="*/ 1498 h 5406780"/>
              <a:gd name="connsiteX2" fmla="*/ 5590821 w 9229895"/>
              <a:gd name="connsiteY2" fmla="*/ 1385131 h 5406780"/>
              <a:gd name="connsiteX3" fmla="*/ 9224359 w 9229895"/>
              <a:gd name="connsiteY3" fmla="*/ 1967424 h 5406780"/>
              <a:gd name="connsiteX4" fmla="*/ 9229106 w 9229895"/>
              <a:gd name="connsiteY4" fmla="*/ 5404012 h 5406780"/>
              <a:gd name="connsiteX5" fmla="*/ 1382 w 9229895"/>
              <a:gd name="connsiteY5" fmla="*/ 5406780 h 5406780"/>
              <a:gd name="connsiteX6" fmla="*/ 223 w 9229895"/>
              <a:gd name="connsiteY6" fmla="*/ 1363702 h 5406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29895" h="5406780">
                <a:moveTo>
                  <a:pt x="223" y="1363702"/>
                </a:moveTo>
                <a:cubicBezTo>
                  <a:pt x="776784" y="694686"/>
                  <a:pt x="1565447" y="46228"/>
                  <a:pt x="2679179" y="1498"/>
                </a:cubicBezTo>
                <a:cubicBezTo>
                  <a:pt x="3792911" y="-43232"/>
                  <a:pt x="4924544" y="924647"/>
                  <a:pt x="5590821" y="1385131"/>
                </a:cubicBezTo>
                <a:cubicBezTo>
                  <a:pt x="6257098" y="1845615"/>
                  <a:pt x="7574028" y="2886575"/>
                  <a:pt x="9224359" y="1967424"/>
                </a:cubicBezTo>
                <a:cubicBezTo>
                  <a:pt x="9220349" y="2940500"/>
                  <a:pt x="9233116" y="4430936"/>
                  <a:pt x="9229106" y="5404012"/>
                </a:cubicBezTo>
                <a:lnTo>
                  <a:pt x="1382" y="5406780"/>
                </a:lnTo>
                <a:cubicBezTo>
                  <a:pt x="-2886" y="4064705"/>
                  <a:pt x="4491" y="2705777"/>
                  <a:pt x="223" y="1363702"/>
                </a:cubicBezTo>
                <a:close/>
              </a:path>
            </a:pathLst>
          </a:custGeom>
          <a:gradFill flip="none" rotWithShape="1">
            <a:gsLst>
              <a:gs pos="0">
                <a:schemeClr val="bg1">
                  <a:lumMod val="85000"/>
                </a:schemeClr>
              </a:gs>
              <a:gs pos="29000">
                <a:srgbClr val="F3F3F3"/>
              </a:gs>
              <a:gs pos="82000">
                <a:schemeClr val="bg1"/>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p>
            <a:fld id="{AC392DC9-9688-4E44-A90B-C333AD8FEA09}" type="slidenum">
              <a:rPr lang="en-US" smtClean="0"/>
              <a:t>‹#›</a:t>
            </a:fld>
            <a:endParaRPr lang="en-US" dirty="0"/>
          </a:p>
        </p:txBody>
      </p:sp>
      <p:sp>
        <p:nvSpPr>
          <p:cNvPr id="13" name="Text Placeholder 12"/>
          <p:cNvSpPr>
            <a:spLocks noGrp="1"/>
          </p:cNvSpPr>
          <p:nvPr>
            <p:ph type="body" sz="quarter" idx="13" hasCustomPrompt="1"/>
          </p:nvPr>
        </p:nvSpPr>
        <p:spPr>
          <a:xfrm>
            <a:off x="2743199" y="1828800"/>
            <a:ext cx="2057401" cy="1752600"/>
          </a:xfrm>
        </p:spPr>
        <p:txBody>
          <a:bodyPr anchor="ctr" anchorCtr="0">
            <a:noAutofit/>
          </a:bodyPr>
          <a:lstStyle>
            <a:lvl1pPr marL="0" indent="0" algn="ctr">
              <a:buFontTx/>
              <a:buNone/>
              <a:defRPr sz="11500" b="0" i="0" baseline="0">
                <a:solidFill>
                  <a:srgbClr val="A0B94F"/>
                </a:solidFill>
                <a:effectLst/>
                <a:latin typeface="Adobe Fan Heiti Std B" pitchFamily="34" charset="-128"/>
                <a:ea typeface="Adobe Fan Heiti Std B" pitchFamily="34" charset="-128"/>
              </a:defRPr>
            </a:lvl1pPr>
          </a:lstStyle>
          <a:p>
            <a:pPr lvl="0"/>
            <a:r>
              <a:rPr lang="en-US" dirty="0" smtClean="0"/>
              <a:t>1</a:t>
            </a:r>
            <a:endParaRPr lang="en-US" dirty="0"/>
          </a:p>
        </p:txBody>
      </p:sp>
      <p:sp>
        <p:nvSpPr>
          <p:cNvPr id="11" name="Subtitle 2"/>
          <p:cNvSpPr txBox="1">
            <a:spLocks/>
          </p:cNvSpPr>
          <p:nvPr userDrawn="1"/>
        </p:nvSpPr>
        <p:spPr>
          <a:xfrm>
            <a:off x="457200" y="2209800"/>
            <a:ext cx="2971800" cy="1066800"/>
          </a:xfrm>
          <a:prstGeom prst="rect">
            <a:avLst/>
          </a:prstGeom>
          <a:noFill/>
        </p:spPr>
        <p:txBody>
          <a:bodyPr vert="horz" lIns="91440" tIns="45720" rIns="91440" bIns="45720" rtlCol="0">
            <a:normAutofit/>
          </a:bodyPr>
          <a:lstStyle>
            <a:lvl1pPr marL="0" indent="0" algn="l" defTabSz="914400" rtl="0" eaLnBrk="1" latinLnBrk="0" hangingPunct="1">
              <a:lnSpc>
                <a:spcPts val="6800"/>
              </a:lnSpc>
              <a:spcBef>
                <a:spcPts val="600"/>
              </a:spcBef>
              <a:spcAft>
                <a:spcPts val="600"/>
              </a:spcAft>
              <a:buFont typeface="Arial" pitchFamily="34" charset="0"/>
              <a:buNone/>
              <a:defRPr sz="6600" kern="1200" baseline="0">
                <a:solidFill>
                  <a:schemeClr val="accent6">
                    <a:lumMod val="75000"/>
                  </a:schemeClr>
                </a:solidFill>
                <a:latin typeface="Verdana" panose="020B0604030504040204" pitchFamily="34" charset="0"/>
                <a:ea typeface="Verdana" panose="020B0604030504040204" pitchFamily="34" charset="0"/>
                <a:cs typeface="Verdana" panose="020B0604030504040204" pitchFamily="34" charset="0"/>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3600" dirty="0" smtClean="0">
                <a:solidFill>
                  <a:schemeClr val="bg1">
                    <a:lumMod val="50000"/>
                  </a:schemeClr>
                </a:solidFill>
              </a:rPr>
              <a:t>PLUG</a:t>
            </a:r>
            <a:r>
              <a:rPr lang="en-US" sz="3600" baseline="0" dirty="0" smtClean="0">
                <a:solidFill>
                  <a:schemeClr val="bg1">
                    <a:lumMod val="50000"/>
                  </a:schemeClr>
                </a:solidFill>
              </a:rPr>
              <a:t> IT IN</a:t>
            </a:r>
            <a:endParaRPr lang="en-US" sz="3600" dirty="0">
              <a:solidFill>
                <a:schemeClr val="bg1">
                  <a:lumMod val="50000"/>
                </a:schemeClr>
              </a:solidFill>
            </a:endParaRPr>
          </a:p>
        </p:txBody>
      </p:sp>
      <p:cxnSp>
        <p:nvCxnSpPr>
          <p:cNvPr id="14" name="Straight Connector 13"/>
          <p:cNvCxnSpPr/>
          <p:nvPr userDrawn="1"/>
        </p:nvCxnSpPr>
        <p:spPr>
          <a:xfrm flipH="1">
            <a:off x="3200400" y="3429000"/>
            <a:ext cx="1143000" cy="0"/>
          </a:xfrm>
          <a:prstGeom prst="line">
            <a:avLst/>
          </a:prstGeom>
          <a:ln w="381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Subtitle 2"/>
          <p:cNvSpPr>
            <a:spLocks noGrp="1"/>
          </p:cNvSpPr>
          <p:nvPr>
            <p:ph type="subTitle" idx="1" hasCustomPrompt="1"/>
          </p:nvPr>
        </p:nvSpPr>
        <p:spPr>
          <a:xfrm>
            <a:off x="609600" y="3886200"/>
            <a:ext cx="8382000" cy="2819400"/>
          </a:xfrm>
        </p:spPr>
        <p:txBody>
          <a:bodyPr>
            <a:normAutofit/>
          </a:bodyPr>
          <a:lstStyle>
            <a:lvl1pPr marL="0" indent="0" algn="l">
              <a:lnSpc>
                <a:spcPts val="6000"/>
              </a:lnSpc>
              <a:spcBef>
                <a:spcPts val="600"/>
              </a:spcBef>
              <a:spcAft>
                <a:spcPts val="600"/>
              </a:spcAft>
              <a:buNone/>
              <a:defRPr sz="7200" baseline="0">
                <a:solidFill>
                  <a:srgbClr val="D74B13"/>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Enter Chapter Title</a:t>
            </a:r>
            <a:endParaRPr lang="en-US" dirty="0"/>
          </a:p>
        </p:txBody>
      </p:sp>
    </p:spTree>
    <p:extLst>
      <p:ext uri="{BB962C8B-B14F-4D97-AF65-F5344CB8AC3E}">
        <p14:creationId xmlns:p14="http://schemas.microsoft.com/office/powerpoint/2010/main" val="4151629066"/>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_Topic Level2">
    <p:spTree>
      <p:nvGrpSpPr>
        <p:cNvPr id="1" name=""/>
        <p:cNvGrpSpPr/>
        <p:nvPr/>
      </p:nvGrpSpPr>
      <p:grpSpPr>
        <a:xfrm>
          <a:off x="0" y="0"/>
          <a:ext cx="0" cy="0"/>
          <a:chOff x="0" y="0"/>
          <a:chExt cx="0" cy="0"/>
        </a:xfrm>
      </p:grpSpPr>
      <p:sp>
        <p:nvSpPr>
          <p:cNvPr id="13" name="Rectangle 12"/>
          <p:cNvSpPr/>
          <p:nvPr userDrawn="1"/>
        </p:nvSpPr>
        <p:spPr>
          <a:xfrm>
            <a:off x="0" y="1905000"/>
            <a:ext cx="9144000" cy="44196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2057400" y="304800"/>
            <a:ext cx="6553199" cy="1676400"/>
          </a:xfrm>
        </p:spPr>
        <p:txBody>
          <a:bodyPr>
            <a:normAutofit/>
          </a:bodyPr>
          <a:lstStyle>
            <a:lvl1pPr marL="0" indent="0" algn="l">
              <a:spcBef>
                <a:spcPts val="600"/>
              </a:spcBef>
              <a:spcAft>
                <a:spcPts val="600"/>
              </a:spcAft>
              <a:buNone/>
              <a:defRPr sz="4400" baseline="0">
                <a:solidFill>
                  <a:srgbClr val="FF9900"/>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10" name="Text Placeholder 9"/>
          <p:cNvSpPr>
            <a:spLocks noGrp="1"/>
          </p:cNvSpPr>
          <p:nvPr>
            <p:ph type="body" sz="quarter" idx="14" hasCustomPrompt="1"/>
          </p:nvPr>
        </p:nvSpPr>
        <p:spPr>
          <a:xfrm>
            <a:off x="76200" y="152400"/>
            <a:ext cx="1981200" cy="1524000"/>
          </a:xfrm>
        </p:spPr>
        <p:txBody>
          <a:bodyPr>
            <a:noAutofit/>
          </a:bodyPr>
          <a:lstStyle>
            <a:lvl1pPr marL="0" indent="0" algn="ctr">
              <a:buNone/>
              <a:defRPr sz="6000" baseline="0">
                <a:solidFill>
                  <a:schemeClr val="bg1">
                    <a:lumMod val="50000"/>
                  </a:schemeClr>
                </a:solidFill>
                <a:latin typeface="Century Gothic" pitchFamily="34" charset="0"/>
              </a:defRPr>
            </a:lvl1pPr>
            <a:lvl2pPr marL="457200" indent="0">
              <a:buNone/>
              <a:defRPr sz="7200" baseline="0">
                <a:latin typeface="Century Gothic" pitchFamily="34" charset="0"/>
              </a:defRPr>
            </a:lvl2pPr>
            <a:lvl3pPr marL="914400" indent="0">
              <a:buNone/>
              <a:defRPr sz="7200" baseline="0">
                <a:latin typeface="Century Gothic" pitchFamily="34" charset="0"/>
              </a:defRPr>
            </a:lvl3pPr>
            <a:lvl4pPr marL="1371600" indent="0">
              <a:buNone/>
              <a:defRPr sz="7200" baseline="0">
                <a:latin typeface="Century Gothic" pitchFamily="34" charset="0"/>
              </a:defRPr>
            </a:lvl4pPr>
            <a:lvl5pPr marL="1828800" indent="0">
              <a:buNone/>
              <a:defRPr sz="7200" baseline="0">
                <a:latin typeface="Century Gothic" pitchFamily="34" charset="0"/>
              </a:defRPr>
            </a:lvl5pPr>
          </a:lstStyle>
          <a:p>
            <a:pPr lvl="0"/>
            <a:r>
              <a:rPr lang="en-US" dirty="0" smtClean="0"/>
              <a:t>0.0</a:t>
            </a:r>
            <a:endParaRPr lang="en-US" dirty="0"/>
          </a:p>
        </p:txBody>
      </p:sp>
      <p:sp>
        <p:nvSpPr>
          <p:cNvPr id="21" name="Content Placeholder 20"/>
          <p:cNvSpPr>
            <a:spLocks noGrp="1"/>
          </p:cNvSpPr>
          <p:nvPr>
            <p:ph sz="quarter" idx="15"/>
          </p:nvPr>
        </p:nvSpPr>
        <p:spPr>
          <a:xfrm>
            <a:off x="609600" y="2133600"/>
            <a:ext cx="8001000" cy="4114800"/>
          </a:xfrm>
        </p:spPr>
        <p:txBody>
          <a:bodyPr/>
          <a:lstStyle>
            <a:lvl1pPr>
              <a:defRPr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11" name="Straight Connector 10"/>
          <p:cNvCxnSpPr/>
          <p:nvPr userDrawn="1"/>
        </p:nvCxnSpPr>
        <p:spPr>
          <a:xfrm>
            <a:off x="0" y="19050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4561057"/>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 Example / Opening Case">
    <p:spTree>
      <p:nvGrpSpPr>
        <p:cNvPr id="1" name=""/>
        <p:cNvGrpSpPr/>
        <p:nvPr/>
      </p:nvGrpSpPr>
      <p:grpSpPr>
        <a:xfrm>
          <a:off x="0" y="0"/>
          <a:ext cx="0" cy="0"/>
          <a:chOff x="0" y="0"/>
          <a:chExt cx="0" cy="0"/>
        </a:xfrm>
      </p:grpSpPr>
      <p:cxnSp>
        <p:nvCxnSpPr>
          <p:cNvPr id="8" name="Straight Connector 7"/>
          <p:cNvCxnSpPr/>
          <p:nvPr userDrawn="1"/>
        </p:nvCxnSpPr>
        <p:spPr>
          <a:xfrm>
            <a:off x="0" y="6477000"/>
            <a:ext cx="86868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Rectangle 8"/>
          <p:cNvSpPr/>
          <p:nvPr userDrawn="1"/>
        </p:nvSpPr>
        <p:spPr>
          <a:xfrm>
            <a:off x="8382000" y="5715000"/>
            <a:ext cx="304800" cy="762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userDrawn="1"/>
        </p:nvCxnSpPr>
        <p:spPr>
          <a:xfrm>
            <a:off x="609600" y="12192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a:xfrm>
            <a:off x="6553200" y="6119896"/>
            <a:ext cx="2133600" cy="365125"/>
          </a:xfrm>
        </p:spPr>
        <p:txBody>
          <a:bodyPr/>
          <a:lstStyle/>
          <a:p>
            <a:fld id="{AC392DC9-9688-4E44-A90B-C333AD8FEA09}" type="slidenum">
              <a:rPr lang="en-US" smtClean="0"/>
              <a:t>‹#›</a:t>
            </a:fld>
            <a:endParaRPr lang="en-US"/>
          </a:p>
        </p:txBody>
      </p:sp>
      <p:sp>
        <p:nvSpPr>
          <p:cNvPr id="7" name="Text Placeholder 6"/>
          <p:cNvSpPr>
            <a:spLocks noGrp="1"/>
          </p:cNvSpPr>
          <p:nvPr>
            <p:ph type="body" sz="quarter" idx="13"/>
          </p:nvPr>
        </p:nvSpPr>
        <p:spPr>
          <a:xfrm>
            <a:off x="457200" y="1371600"/>
            <a:ext cx="8229600" cy="4876800"/>
          </a:xfrm>
        </p:spPr>
        <p:txBody>
          <a:bodyPr>
            <a:normAutofit/>
          </a:bodyPr>
          <a:lstStyle>
            <a:lvl1pPr>
              <a:defRPr sz="3600" b="0" baseline="0">
                <a:solidFill>
                  <a:srgbClr val="9900FF"/>
                </a:solidFill>
                <a:latin typeface="Verdana" panose="020B0604030504040204" pitchFamily="34" charset="0"/>
                <a:ea typeface="Verdana" panose="020B0604030504040204" pitchFamily="34" charset="0"/>
                <a:cs typeface="Verdana" panose="020B0604030504040204" pitchFamily="34" charset="0"/>
              </a:defRPr>
            </a:lvl1pPr>
            <a:lvl2pPr marL="914400" indent="-457200">
              <a:buClr>
                <a:srgbClr val="FF9900"/>
              </a:buClr>
              <a:buFont typeface="+mj-lt"/>
              <a:buAutoNum type="arabicPeriod"/>
              <a:defRPr sz="3200" baseline="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a:defRPr sz="2800" baseline="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a:defRPr sz="2400" baseline="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a:defRPr sz="2400" baseline="0">
                <a:solidFill>
                  <a:schemeClr val="tx1"/>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3" name="Title 1"/>
          <p:cNvSpPr>
            <a:spLocks noGrp="1"/>
          </p:cNvSpPr>
          <p:nvPr>
            <p:ph type="title" hasCustomPrompt="1"/>
          </p:nvPr>
        </p:nvSpPr>
        <p:spPr>
          <a:xfrm>
            <a:off x="457200" y="228600"/>
            <a:ext cx="5029200" cy="1143000"/>
          </a:xfrm>
        </p:spPr>
        <p:txBody>
          <a:bodyPr>
            <a:noAutofit/>
          </a:bodyPr>
          <a:lstStyle>
            <a:lvl1pPr algn="l">
              <a:defRPr sz="4400" b="1" baseline="0">
                <a:solidFill>
                  <a:srgbClr val="FF9900"/>
                </a:solidFill>
                <a:latin typeface="Verdana" panose="020B0604030504040204" pitchFamily="34" charset="0"/>
                <a:ea typeface="Verdana" panose="020B0604030504040204" pitchFamily="34" charset="0"/>
                <a:cs typeface="Verdana" panose="020B0604030504040204" pitchFamily="34" charset="0"/>
              </a:defRPr>
            </a:lvl1pPr>
          </a:lstStyle>
          <a:p>
            <a:r>
              <a:rPr lang="en-US" dirty="0" smtClean="0"/>
              <a:t>EXAMPLE</a:t>
            </a:r>
            <a:endParaRPr lang="en-US" dirty="0"/>
          </a:p>
        </p:txBody>
      </p:sp>
    </p:spTree>
    <p:extLst>
      <p:ext uri="{BB962C8B-B14F-4D97-AF65-F5344CB8AC3E}">
        <p14:creationId xmlns:p14="http://schemas.microsoft.com/office/powerpoint/2010/main" val="24346109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_IT's_Personal">
    <p:spTree>
      <p:nvGrpSpPr>
        <p:cNvPr id="1" name=""/>
        <p:cNvGrpSpPr/>
        <p:nvPr/>
      </p:nvGrpSpPr>
      <p:grpSpPr>
        <a:xfrm>
          <a:off x="0" y="0"/>
          <a:ext cx="0" cy="0"/>
          <a:chOff x="0" y="0"/>
          <a:chExt cx="0" cy="0"/>
        </a:xfrm>
      </p:grpSpPr>
      <p:sp>
        <p:nvSpPr>
          <p:cNvPr id="4" name="Rectangle 3"/>
          <p:cNvSpPr/>
          <p:nvPr userDrawn="1"/>
        </p:nvSpPr>
        <p:spPr>
          <a:xfrm>
            <a:off x="0" y="2057400"/>
            <a:ext cx="9144000" cy="4267200"/>
          </a:xfrm>
          <a:prstGeom prst="rect">
            <a:avLst/>
          </a:prstGeom>
          <a:solidFill>
            <a:srgbClr val="FFFFCC">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userDrawn="1"/>
        </p:nvCxnSpPr>
        <p:spPr>
          <a:xfrm>
            <a:off x="609600" y="63246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1"/>
          <p:cNvSpPr/>
          <p:nvPr userDrawn="1"/>
        </p:nvSpPr>
        <p:spPr>
          <a:xfrm>
            <a:off x="6781800" y="6362700"/>
            <a:ext cx="2362200" cy="3429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457200" y="3200400"/>
            <a:ext cx="7772400" cy="2743200"/>
          </a:xfrm>
        </p:spPr>
        <p:txBody>
          <a:bodyPr>
            <a:normAutofit/>
          </a:bodyPr>
          <a:lstStyle>
            <a:lvl1pPr marL="0" indent="0" algn="l">
              <a:spcBef>
                <a:spcPts val="600"/>
              </a:spcBef>
              <a:spcAft>
                <a:spcPts val="600"/>
              </a:spcAft>
              <a:buNone/>
              <a:defRPr sz="540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AC392DC9-9688-4E44-A90B-C333AD8FEA09}" type="slidenum">
              <a:rPr lang="en-US" smtClean="0"/>
              <a:pPr/>
              <a:t>‹#›</a:t>
            </a:fld>
            <a:endParaRPr lang="en-US" dirty="0"/>
          </a:p>
        </p:txBody>
      </p:sp>
      <p:sp>
        <p:nvSpPr>
          <p:cNvPr id="25" name="Text Placeholder 24"/>
          <p:cNvSpPr>
            <a:spLocks noGrp="1"/>
          </p:cNvSpPr>
          <p:nvPr>
            <p:ph type="body" sz="quarter" idx="15" hasCustomPrompt="1"/>
          </p:nvPr>
        </p:nvSpPr>
        <p:spPr>
          <a:xfrm>
            <a:off x="1295400" y="1219200"/>
            <a:ext cx="7391400" cy="990600"/>
          </a:xfrm>
        </p:spPr>
        <p:txBody>
          <a:bodyPr>
            <a:normAutofit/>
          </a:bodyPr>
          <a:lstStyle>
            <a:lvl1pPr marL="0" indent="0">
              <a:buNone/>
              <a:defRPr sz="5400" b="0" i="0" baseline="0">
                <a:solidFill>
                  <a:srgbClr val="6600CC"/>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smtClean="0"/>
              <a:t>’S PERSONAL:</a:t>
            </a:r>
            <a:endParaRPr lang="en-US" dirty="0"/>
          </a:p>
        </p:txBody>
      </p:sp>
      <p:cxnSp>
        <p:nvCxnSpPr>
          <p:cNvPr id="15" name="Straight Connector 14"/>
          <p:cNvCxnSpPr/>
          <p:nvPr userDrawn="1"/>
        </p:nvCxnSpPr>
        <p:spPr>
          <a:xfrm>
            <a:off x="0" y="2057400"/>
            <a:ext cx="8534400" cy="0"/>
          </a:xfrm>
          <a:prstGeom prst="line">
            <a:avLst/>
          </a:prstGeom>
          <a:ln w="254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userDrawn="1"/>
        </p:nvGrpSpPr>
        <p:grpSpPr>
          <a:xfrm>
            <a:off x="609600" y="888704"/>
            <a:ext cx="923260" cy="1473496"/>
            <a:chOff x="495300" y="888704"/>
            <a:chExt cx="923260" cy="1473496"/>
          </a:xfrm>
          <a:effectLst>
            <a:outerShdw blurRad="76200" dist="88900" dir="4620000" sx="109000" sy="109000" algn="ctr" rotWithShape="0">
              <a:schemeClr val="bg1">
                <a:lumMod val="65000"/>
                <a:alpha val="19000"/>
              </a:schemeClr>
            </a:outerShdw>
          </a:effectLst>
        </p:grpSpPr>
        <p:sp>
          <p:nvSpPr>
            <p:cNvPr id="5" name="Rectangle 4"/>
            <p:cNvSpPr/>
            <p:nvPr userDrawn="1"/>
          </p:nvSpPr>
          <p:spPr>
            <a:xfrm>
              <a:off x="838200" y="1008888"/>
              <a:ext cx="246888" cy="1353312"/>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userDrawn="1"/>
          </p:nvSpPr>
          <p:spPr>
            <a:xfrm>
              <a:off x="495300" y="1219200"/>
              <a:ext cx="246888" cy="1143000"/>
            </a:xfrm>
            <a:prstGeom prst="rect">
              <a:avLst/>
            </a:prstGeom>
            <a:solidFill>
              <a:srgbClr val="99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rot="5400000">
              <a:off x="847060" y="545804"/>
              <a:ext cx="228600" cy="914400"/>
            </a:xfrm>
            <a:prstGeom prst="rect">
              <a:avLst/>
            </a:prstGeom>
            <a:solidFill>
              <a:srgbClr val="00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4210829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692F6-6F2F-4CFD-A777-05649129AE6F}" type="datetimeFigureOut">
              <a:rPr lang="en-US" smtClean="0"/>
              <a:t>8/4/2025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392DC9-9688-4E44-A90B-C333AD8FEA09}" type="slidenum">
              <a:rPr lang="en-US" smtClean="0"/>
              <a:t>‹#›</a:t>
            </a:fld>
            <a:endParaRPr lang="en-US"/>
          </a:p>
        </p:txBody>
      </p:sp>
    </p:spTree>
    <p:extLst>
      <p:ext uri="{BB962C8B-B14F-4D97-AF65-F5344CB8AC3E}">
        <p14:creationId xmlns:p14="http://schemas.microsoft.com/office/powerpoint/2010/main" val="29186416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5" r:id="rId3"/>
    <p:sldLayoutId id="2147483654" r:id="rId4"/>
    <p:sldLayoutId id="2147483662" r:id="rId5"/>
    <p:sldLayoutId id="2147483663" r:id="rId6"/>
    <p:sldLayoutId id="2147483676" r:id="rId7"/>
    <p:sldLayoutId id="2147483677" r:id="rId8"/>
    <p:sldLayoutId id="2147483682" r:id="rId9"/>
    <p:sldLayoutId id="2147483683" r:id="rId10"/>
    <p:sldLayoutId id="2147483664" r:id="rId11"/>
    <p:sldLayoutId id="2147483678" r:id="rId12"/>
    <p:sldLayoutId id="2147483679" r:id="rId13"/>
    <p:sldLayoutId id="2147483680" r:id="rId14"/>
    <p:sldLayoutId id="2147483681" r:id="rId15"/>
  </p:sldLayoutIdLst>
  <p:timing>
    <p:tnLst>
      <p:par>
        <p:cTn id="1" dur="indefinite" restart="never" nodeType="tmRoot"/>
      </p:par>
    </p:tnLst>
  </p:timing>
  <p:txStyles>
    <p:titleStyle>
      <a:lvl1pPr algn="l" defTabSz="914400" rtl="0" eaLnBrk="1" latinLnBrk="0" hangingPunct="1">
        <a:spcBef>
          <a:spcPct val="0"/>
        </a:spcBef>
        <a:buNone/>
        <a:defRPr sz="4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hyperlink" Target="http://www.gartner.com/" TargetMode="External"/><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lstStyle/>
          <a:p>
            <a:r>
              <a:rPr lang="en-US" dirty="0" smtClean="0"/>
              <a:t>3</a:t>
            </a:r>
            <a:endParaRPr lang="en-US" dirty="0"/>
          </a:p>
        </p:txBody>
      </p:sp>
      <p:sp>
        <p:nvSpPr>
          <p:cNvPr id="4" name="Subtitle 3"/>
          <p:cNvSpPr>
            <a:spLocks noGrp="1"/>
          </p:cNvSpPr>
          <p:nvPr>
            <p:ph type="subTitle" idx="1"/>
          </p:nvPr>
        </p:nvSpPr>
        <p:spPr/>
        <p:txBody>
          <a:bodyPr>
            <a:normAutofit/>
          </a:bodyPr>
          <a:lstStyle/>
          <a:p>
            <a:r>
              <a:rPr lang="en-US" dirty="0" smtClean="0"/>
              <a:t>Data and Knowledge Management</a:t>
            </a:r>
            <a:endParaRPr lang="en-US" dirty="0"/>
          </a:p>
        </p:txBody>
      </p:sp>
    </p:spTree>
    <p:extLst>
      <p:ext uri="{BB962C8B-B14F-4D97-AF65-F5344CB8AC3E}">
        <p14:creationId xmlns:p14="http://schemas.microsoft.com/office/powerpoint/2010/main" val="3734410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5" name="Content Placeholder 4"/>
          <p:cNvSpPr>
            <a:spLocks noGrp="1"/>
          </p:cNvSpPr>
          <p:nvPr>
            <p:ph idx="1"/>
          </p:nvPr>
        </p:nvSpPr>
        <p:spPr/>
        <p:txBody>
          <a:bodyPr/>
          <a:lstStyle/>
          <a:p>
            <a:r>
              <a:rPr lang="en-US" dirty="0"/>
              <a:t>Managing Data</a:t>
            </a:r>
          </a:p>
          <a:p>
            <a:r>
              <a:rPr lang="en-US" dirty="0"/>
              <a:t>The Database Approach Big Data</a:t>
            </a:r>
          </a:p>
          <a:p>
            <a:r>
              <a:rPr lang="en-US" dirty="0"/>
              <a:t>Data Warehouses and Data Marts</a:t>
            </a:r>
          </a:p>
          <a:p>
            <a:r>
              <a:rPr lang="en-US" dirty="0"/>
              <a:t>Knowledge Management</a:t>
            </a:r>
          </a:p>
        </p:txBody>
      </p:sp>
    </p:spTree>
    <p:extLst>
      <p:ext uri="{BB962C8B-B14F-4D97-AF65-F5344CB8AC3E}">
        <p14:creationId xmlns:p14="http://schemas.microsoft.com/office/powerpoint/2010/main" val="4222775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r>
              <a:rPr lang="en-US" dirty="0"/>
              <a:t>Discuss ways that common challenges in managing data can be addressed using data governance.</a:t>
            </a:r>
          </a:p>
          <a:p>
            <a:r>
              <a:rPr lang="en-US" dirty="0"/>
              <a:t>Discuss the advantages and disadvantages of relational databases.</a:t>
            </a:r>
          </a:p>
          <a:p>
            <a:r>
              <a:rPr lang="en-US" dirty="0"/>
              <a:t>Define Big Data, and discuss its basic characteristics</a:t>
            </a:r>
            <a:r>
              <a:rPr lang="en-US" dirty="0" smtClean="0"/>
              <a:t>.</a:t>
            </a:r>
            <a:endParaRPr lang="en-US" dirty="0"/>
          </a:p>
        </p:txBody>
      </p:sp>
      <p:sp>
        <p:nvSpPr>
          <p:cNvPr id="5" name="Subtitle 4"/>
          <p:cNvSpPr>
            <a:spLocks noGrp="1"/>
          </p:cNvSpPr>
          <p:nvPr>
            <p:ph type="subTitle" idx="13"/>
          </p:nvPr>
        </p:nvSpPr>
        <p:spPr/>
        <p:txBody>
          <a:bodyPr/>
          <a:lstStyle/>
          <a:p>
            <a:endParaRPr lang="en-US"/>
          </a:p>
        </p:txBody>
      </p:sp>
    </p:spTree>
    <p:extLst>
      <p:ext uri="{BB962C8B-B14F-4D97-AF65-F5344CB8AC3E}">
        <p14:creationId xmlns:p14="http://schemas.microsoft.com/office/powerpoint/2010/main" val="3882459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rmAutofit/>
          </a:bodyPr>
          <a:lstStyle/>
          <a:p>
            <a:pPr>
              <a:buFont typeface="+mj-lt"/>
              <a:buAutoNum type="arabicPeriod" startAt="4"/>
            </a:pPr>
            <a:r>
              <a:rPr lang="en-US" dirty="0" smtClean="0"/>
              <a:t>Recognize </a:t>
            </a:r>
            <a:r>
              <a:rPr lang="en-US" dirty="0"/>
              <a:t>the necessary environment to successfully implement and maintain data warehouses.</a:t>
            </a:r>
          </a:p>
          <a:p>
            <a:pPr>
              <a:buAutoNum type="arabicPeriod" startAt="4"/>
            </a:pPr>
            <a:r>
              <a:rPr lang="en-US" dirty="0"/>
              <a:t>Describe the benefits and challenges of implementing knowledge management systems in organizations.</a:t>
            </a:r>
          </a:p>
        </p:txBody>
      </p:sp>
      <p:sp>
        <p:nvSpPr>
          <p:cNvPr id="5" name="Subtitle 4"/>
          <p:cNvSpPr>
            <a:spLocks noGrp="1"/>
          </p:cNvSpPr>
          <p:nvPr>
            <p:ph type="subTitle" idx="13"/>
          </p:nvPr>
        </p:nvSpPr>
        <p:spPr/>
        <p:txBody>
          <a:bodyPr/>
          <a:lstStyle/>
          <a:p>
            <a:endParaRPr lang="en-US"/>
          </a:p>
        </p:txBody>
      </p:sp>
    </p:spTree>
    <p:extLst>
      <p:ext uri="{BB962C8B-B14F-4D97-AF65-F5344CB8AC3E}">
        <p14:creationId xmlns:p14="http://schemas.microsoft.com/office/powerpoint/2010/main" val="3405499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normAutofit fontScale="92500" lnSpcReduction="10000"/>
          </a:bodyPr>
          <a:lstStyle/>
          <a:p>
            <a:r>
              <a:rPr lang="en-US" dirty="0" smtClean="0"/>
              <a:t>Flurry Gathers Data </a:t>
            </a:r>
            <a:br>
              <a:rPr lang="en-US" dirty="0" smtClean="0"/>
            </a:br>
            <a:r>
              <a:rPr lang="en-US" dirty="0" smtClean="0"/>
              <a:t>from Smartphone </a:t>
            </a:r>
            <a:br>
              <a:rPr lang="en-US" dirty="0" smtClean="0"/>
            </a:br>
            <a:r>
              <a:rPr lang="en-US" dirty="0" smtClean="0"/>
              <a:t>Users</a:t>
            </a:r>
          </a:p>
          <a:p>
            <a:pPr marL="0" indent="0">
              <a:buNone/>
            </a:pPr>
            <a:endParaRPr lang="en-US" dirty="0" smtClean="0"/>
          </a:p>
          <a:p>
            <a:pPr lvl="1"/>
            <a:r>
              <a:rPr lang="en-US" dirty="0"/>
              <a:t>Do you feel that Flurry should be installed on your smartphone by various app makers without your consent? Why or why not? Support your answer.</a:t>
            </a:r>
          </a:p>
          <a:p>
            <a:pPr lvl="1"/>
            <a:r>
              <a:rPr lang="en-US" dirty="0"/>
              <a:t>What problems would Flurry encounter if someone other than the smartphone’s owner uses the device? (Hint: Note how Flurry gathers data.)</a:t>
            </a:r>
          </a:p>
          <a:p>
            <a:pPr lvl="1"/>
            <a:r>
              <a:rPr lang="en-US" dirty="0"/>
              <a:t>Can Flurry survive the privacy concerns that are being raised about its business model?</a:t>
            </a:r>
          </a:p>
        </p:txBody>
      </p:sp>
      <p:sp>
        <p:nvSpPr>
          <p:cNvPr id="3" name="Title 2"/>
          <p:cNvSpPr>
            <a:spLocks noGrp="1"/>
          </p:cNvSpPr>
          <p:nvPr>
            <p:ph type="title"/>
          </p:nvPr>
        </p:nvSpPr>
        <p:spPr/>
        <p:txBody>
          <a:bodyPr/>
          <a:lstStyle/>
          <a:p>
            <a:endParaRPr 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0" y="1291662"/>
            <a:ext cx="2705100" cy="19087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097216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p:txBody>
          <a:bodyPr/>
          <a:lstStyle/>
          <a:p>
            <a:r>
              <a:rPr lang="en-US" dirty="0" smtClean="0"/>
              <a:t>Managing Data</a:t>
            </a:r>
            <a:endParaRPr lang="en-US" dirty="0"/>
          </a:p>
        </p:txBody>
      </p:sp>
      <p:sp>
        <p:nvSpPr>
          <p:cNvPr id="7" name="Text Placeholder 6"/>
          <p:cNvSpPr>
            <a:spLocks noGrp="1"/>
          </p:cNvSpPr>
          <p:nvPr>
            <p:ph type="body" sz="quarter" idx="14"/>
          </p:nvPr>
        </p:nvSpPr>
        <p:spPr/>
        <p:txBody>
          <a:bodyPr/>
          <a:lstStyle/>
          <a:p>
            <a:r>
              <a:rPr lang="en-US" dirty="0" smtClean="0"/>
              <a:t>3.1</a:t>
            </a:r>
            <a:endParaRPr lang="en-US" dirty="0"/>
          </a:p>
        </p:txBody>
      </p:sp>
      <p:sp>
        <p:nvSpPr>
          <p:cNvPr id="8" name="Content Placeholder 7"/>
          <p:cNvSpPr>
            <a:spLocks noGrp="1"/>
          </p:cNvSpPr>
          <p:nvPr>
            <p:ph sz="quarter" idx="15"/>
          </p:nvPr>
        </p:nvSpPr>
        <p:spPr/>
        <p:txBody>
          <a:bodyPr/>
          <a:lstStyle/>
          <a:p>
            <a:r>
              <a:rPr lang="en-US" dirty="0" smtClean="0"/>
              <a:t>Difficulties of Managing Data</a:t>
            </a:r>
          </a:p>
          <a:p>
            <a:r>
              <a:rPr lang="en-US" dirty="0" smtClean="0"/>
              <a:t>Data Governance</a:t>
            </a:r>
            <a:endParaRPr lang="en-US" dirty="0"/>
          </a:p>
        </p:txBody>
      </p:sp>
    </p:spTree>
    <p:extLst>
      <p:ext uri="{BB962C8B-B14F-4D97-AF65-F5344CB8AC3E}">
        <p14:creationId xmlns:p14="http://schemas.microsoft.com/office/powerpoint/2010/main" val="4145213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The Difficulties of Managing Data</a:t>
            </a:r>
            <a:endParaRPr lang="en-US" dirty="0"/>
          </a:p>
        </p:txBody>
      </p:sp>
      <p:sp>
        <p:nvSpPr>
          <p:cNvPr id="6" name="Content Placeholder 5"/>
          <p:cNvSpPr>
            <a:spLocks noGrp="1"/>
          </p:cNvSpPr>
          <p:nvPr>
            <p:ph sz="quarter" idx="15"/>
          </p:nvPr>
        </p:nvSpPr>
        <p:spPr/>
        <p:txBody>
          <a:bodyPr>
            <a:normAutofit/>
          </a:bodyPr>
          <a:lstStyle/>
          <a:p>
            <a:pPr marL="171450" indent="-171450"/>
            <a:r>
              <a:rPr lang="en-US" dirty="0"/>
              <a:t>The amount of data increases exponentially over time</a:t>
            </a:r>
          </a:p>
          <a:p>
            <a:pPr marL="171450" indent="-171450"/>
            <a:r>
              <a:rPr lang="en-US" dirty="0"/>
              <a:t>Data are scattered throughout organizations</a:t>
            </a:r>
          </a:p>
          <a:p>
            <a:pPr marL="171450" indent="-171450"/>
            <a:r>
              <a:rPr lang="en-US" dirty="0"/>
              <a:t>Data are generated from multiple sources (internal, personal, external)</a:t>
            </a:r>
          </a:p>
          <a:p>
            <a:pPr marL="171450" indent="-171450"/>
            <a:r>
              <a:rPr lang="en-US" dirty="0"/>
              <a:t>New sources of </a:t>
            </a:r>
            <a:r>
              <a:rPr lang="en-US" dirty="0" smtClean="0"/>
              <a:t>data</a:t>
            </a:r>
          </a:p>
        </p:txBody>
      </p:sp>
    </p:spTree>
    <p:extLst>
      <p:ext uri="{BB962C8B-B14F-4D97-AF65-F5344CB8AC3E}">
        <p14:creationId xmlns:p14="http://schemas.microsoft.com/office/powerpoint/2010/main" val="280817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The Difficulties of Managing Data (continued)</a:t>
            </a:r>
            <a:endParaRPr lang="en-US" dirty="0"/>
          </a:p>
        </p:txBody>
      </p:sp>
      <p:sp>
        <p:nvSpPr>
          <p:cNvPr id="6" name="Content Placeholder 5"/>
          <p:cNvSpPr>
            <a:spLocks noGrp="1"/>
          </p:cNvSpPr>
          <p:nvPr>
            <p:ph sz="quarter" idx="15"/>
          </p:nvPr>
        </p:nvSpPr>
        <p:spPr/>
        <p:txBody>
          <a:bodyPr>
            <a:normAutofit/>
          </a:bodyPr>
          <a:lstStyle/>
          <a:p>
            <a:pPr marL="171450" indent="-171450"/>
            <a:r>
              <a:rPr lang="en-US" dirty="0" smtClean="0"/>
              <a:t>Data Degradation</a:t>
            </a:r>
          </a:p>
          <a:p>
            <a:pPr marL="171450" indent="-171450"/>
            <a:r>
              <a:rPr lang="en-US" dirty="0" smtClean="0"/>
              <a:t>Data </a:t>
            </a:r>
            <a:r>
              <a:rPr lang="en-US" dirty="0"/>
              <a:t>Rot</a:t>
            </a:r>
          </a:p>
          <a:p>
            <a:pPr marL="171450" indent="-171450"/>
            <a:r>
              <a:rPr lang="en-US" dirty="0"/>
              <a:t>Data security, quality, and integrity are critical</a:t>
            </a:r>
          </a:p>
          <a:p>
            <a:pPr marL="171450" indent="-171450"/>
            <a:r>
              <a:rPr lang="en-US" dirty="0"/>
              <a:t>Legal requirements change frequently </a:t>
            </a:r>
            <a:r>
              <a:rPr lang="en-US" dirty="0" smtClean="0"/>
              <a:t>and differ </a:t>
            </a:r>
            <a:r>
              <a:rPr lang="en-US" dirty="0"/>
              <a:t>among countries </a:t>
            </a:r>
            <a:r>
              <a:rPr lang="en-US" dirty="0" smtClean="0"/>
              <a:t>&amp; industries</a:t>
            </a:r>
            <a:endParaRPr lang="en-US" dirty="0"/>
          </a:p>
        </p:txBody>
      </p:sp>
    </p:spTree>
    <p:extLst>
      <p:ext uri="{BB962C8B-B14F-4D97-AF65-F5344CB8AC3E}">
        <p14:creationId xmlns:p14="http://schemas.microsoft.com/office/powerpoint/2010/main" val="1672172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5"/>
          </p:nvPr>
        </p:nvSpPr>
        <p:spPr/>
        <p:txBody>
          <a:bodyPr/>
          <a:lstStyle/>
          <a:p>
            <a:r>
              <a:rPr lang="en-US" dirty="0" smtClean="0"/>
              <a:t>’S ABOUT BUSINESS 3.1</a:t>
            </a:r>
            <a:endParaRPr lang="en-US" dirty="0"/>
          </a:p>
        </p:txBody>
      </p:sp>
      <p:sp>
        <p:nvSpPr>
          <p:cNvPr id="6" name="Subtitle 5"/>
          <p:cNvSpPr>
            <a:spLocks noGrp="1"/>
          </p:cNvSpPr>
          <p:nvPr>
            <p:ph sz="quarter" idx="16"/>
          </p:nvPr>
        </p:nvSpPr>
        <p:spPr/>
        <p:txBody>
          <a:bodyPr/>
          <a:lstStyle/>
          <a:p>
            <a:r>
              <a:rPr lang="en-US" dirty="0" smtClean="0"/>
              <a:t>New York City </a:t>
            </a:r>
            <a:br>
              <a:rPr lang="en-US" dirty="0" smtClean="0"/>
            </a:br>
            <a:r>
              <a:rPr lang="en-US" dirty="0" smtClean="0"/>
              <a:t>Opens Its Data </a:t>
            </a:r>
            <a:br>
              <a:rPr lang="en-US" dirty="0" smtClean="0"/>
            </a:br>
            <a:r>
              <a:rPr lang="en-US" dirty="0" smtClean="0"/>
              <a:t>to All</a:t>
            </a:r>
            <a:br>
              <a:rPr lang="en-US" dirty="0" smtClean="0"/>
            </a:br>
            <a:endParaRPr lang="en-US" dirty="0" smtClean="0"/>
          </a:p>
          <a:p>
            <a:pPr lvl="1"/>
            <a:r>
              <a:rPr lang="en-US" dirty="0"/>
              <a:t>What are some other creative applications addressing city problems that could be developed using NYC’s open data policy?</a:t>
            </a:r>
          </a:p>
          <a:p>
            <a:pPr lvl="1"/>
            <a:r>
              <a:rPr lang="en-US" dirty="0"/>
              <a:t>List some disadvantages of providing all city data in an open, accessible format.</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7006" y="1524000"/>
            <a:ext cx="3377869" cy="2362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52207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Data Governance</a:t>
            </a:r>
            <a:endParaRPr lang="en-US" dirty="0"/>
          </a:p>
        </p:txBody>
      </p:sp>
      <p:sp>
        <p:nvSpPr>
          <p:cNvPr id="3" name="Content Placeholder 2"/>
          <p:cNvSpPr>
            <a:spLocks noGrp="1"/>
          </p:cNvSpPr>
          <p:nvPr>
            <p:ph sz="quarter" idx="15"/>
          </p:nvPr>
        </p:nvSpPr>
        <p:spPr/>
        <p:txBody>
          <a:bodyPr/>
          <a:lstStyle/>
          <a:p>
            <a:r>
              <a:rPr lang="en-US" dirty="0" smtClean="0"/>
              <a:t>Master Data Management</a:t>
            </a:r>
          </a:p>
          <a:p>
            <a:r>
              <a:rPr lang="en-US" dirty="0" smtClean="0"/>
              <a:t>Master Data</a:t>
            </a:r>
            <a:endParaRPr lang="en-US" dirty="0"/>
          </a:p>
        </p:txBody>
      </p:sp>
    </p:spTree>
    <p:extLst>
      <p:ext uri="{BB962C8B-B14F-4D97-AF65-F5344CB8AC3E}">
        <p14:creationId xmlns:p14="http://schemas.microsoft.com/office/powerpoint/2010/main" val="676125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p:txBody>
          <a:bodyPr/>
          <a:lstStyle/>
          <a:p>
            <a:r>
              <a:rPr lang="en-US" dirty="0" smtClean="0"/>
              <a:t>The Database Approach</a:t>
            </a:r>
            <a:endParaRPr lang="en-US" dirty="0"/>
          </a:p>
        </p:txBody>
      </p:sp>
      <p:sp>
        <p:nvSpPr>
          <p:cNvPr id="7" name="Text Placeholder 6"/>
          <p:cNvSpPr>
            <a:spLocks noGrp="1"/>
          </p:cNvSpPr>
          <p:nvPr>
            <p:ph type="body" sz="quarter" idx="14"/>
          </p:nvPr>
        </p:nvSpPr>
        <p:spPr/>
        <p:txBody>
          <a:bodyPr/>
          <a:lstStyle/>
          <a:p>
            <a:r>
              <a:rPr lang="en-US" dirty="0" smtClean="0"/>
              <a:t>3.2</a:t>
            </a:r>
            <a:endParaRPr lang="en-US" dirty="0"/>
          </a:p>
        </p:txBody>
      </p:sp>
      <p:sp>
        <p:nvSpPr>
          <p:cNvPr id="8" name="Content Placeholder 7"/>
          <p:cNvSpPr>
            <a:spLocks noGrp="1"/>
          </p:cNvSpPr>
          <p:nvPr>
            <p:ph sz="quarter" idx="15"/>
          </p:nvPr>
        </p:nvSpPr>
        <p:spPr/>
        <p:txBody>
          <a:bodyPr>
            <a:normAutofit/>
          </a:bodyPr>
          <a:lstStyle/>
          <a:p>
            <a:r>
              <a:rPr lang="en-US" dirty="0" smtClean="0"/>
              <a:t>Data File</a:t>
            </a:r>
          </a:p>
          <a:p>
            <a:r>
              <a:rPr lang="en-US" dirty="0" smtClean="0"/>
              <a:t>Database Systems Minimize &amp; Maximize Three Things</a:t>
            </a:r>
          </a:p>
          <a:p>
            <a:r>
              <a:rPr lang="en-US" dirty="0" smtClean="0"/>
              <a:t>The Data Hierarchy</a:t>
            </a:r>
          </a:p>
          <a:p>
            <a:r>
              <a:rPr lang="en-US" dirty="0" smtClean="0"/>
              <a:t>The Relational Database Model</a:t>
            </a:r>
          </a:p>
          <a:p>
            <a:endParaRPr lang="en-US" dirty="0" smtClean="0"/>
          </a:p>
        </p:txBody>
      </p:sp>
    </p:spTree>
    <p:extLst>
      <p:ext uri="{BB962C8B-B14F-4D97-AF65-F5344CB8AC3E}">
        <p14:creationId xmlns:p14="http://schemas.microsoft.com/office/powerpoint/2010/main" val="1319781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Figure 3.1: Database Management System</a:t>
            </a:r>
            <a:endParaRPr lang="en-US" dirty="0"/>
          </a:p>
        </p:txBody>
      </p:sp>
      <p:pic>
        <p:nvPicPr>
          <p:cNvPr id="9218"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457200" y="2542063"/>
            <a:ext cx="8153400" cy="33740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729460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a:t>Database Management Systems (DBMS) </a:t>
            </a:r>
            <a:r>
              <a:rPr lang="en-US" dirty="0" smtClean="0"/>
              <a:t>Minimize</a:t>
            </a:r>
            <a:r>
              <a:rPr lang="en-US" dirty="0"/>
              <a:t>:</a:t>
            </a:r>
          </a:p>
        </p:txBody>
      </p:sp>
      <p:sp>
        <p:nvSpPr>
          <p:cNvPr id="6" name="Content Placeholder 5"/>
          <p:cNvSpPr>
            <a:spLocks noGrp="1"/>
          </p:cNvSpPr>
          <p:nvPr>
            <p:ph sz="quarter" idx="15"/>
          </p:nvPr>
        </p:nvSpPr>
        <p:spPr/>
        <p:txBody>
          <a:bodyPr/>
          <a:lstStyle/>
          <a:p>
            <a:r>
              <a:rPr lang="en-US" dirty="0" smtClean="0"/>
              <a:t>Data Redundancy</a:t>
            </a:r>
          </a:p>
          <a:p>
            <a:r>
              <a:rPr lang="en-US" dirty="0" smtClean="0"/>
              <a:t>Data Isolation</a:t>
            </a:r>
          </a:p>
          <a:p>
            <a:r>
              <a:rPr lang="en-US" dirty="0" smtClean="0"/>
              <a:t>Data Inconsistency</a:t>
            </a:r>
            <a:endParaRPr lang="en-US" dirty="0"/>
          </a:p>
        </p:txBody>
      </p:sp>
    </p:spTree>
    <p:extLst>
      <p:ext uri="{BB962C8B-B14F-4D97-AF65-F5344CB8AC3E}">
        <p14:creationId xmlns:p14="http://schemas.microsoft.com/office/powerpoint/2010/main" val="28846628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normAutofit/>
          </a:bodyPr>
          <a:lstStyle/>
          <a:p>
            <a:r>
              <a:rPr lang="en-US" dirty="0" smtClean="0"/>
              <a:t>Database Management Systems (DBMS) Maximize:</a:t>
            </a:r>
            <a:endParaRPr lang="en-US" dirty="0"/>
          </a:p>
        </p:txBody>
      </p:sp>
      <p:sp>
        <p:nvSpPr>
          <p:cNvPr id="6" name="Content Placeholder 5"/>
          <p:cNvSpPr>
            <a:spLocks noGrp="1"/>
          </p:cNvSpPr>
          <p:nvPr>
            <p:ph sz="quarter" idx="15"/>
          </p:nvPr>
        </p:nvSpPr>
        <p:spPr/>
        <p:txBody>
          <a:bodyPr/>
          <a:lstStyle/>
          <a:p>
            <a:r>
              <a:rPr lang="en-US" dirty="0" smtClean="0"/>
              <a:t>Data Security</a:t>
            </a:r>
          </a:p>
          <a:p>
            <a:r>
              <a:rPr lang="en-US" dirty="0" smtClean="0"/>
              <a:t>Data Integrity</a:t>
            </a:r>
          </a:p>
          <a:p>
            <a:r>
              <a:rPr lang="en-US" dirty="0" smtClean="0"/>
              <a:t>Data Independence</a:t>
            </a:r>
            <a:endParaRPr lang="en-US" dirty="0"/>
          </a:p>
        </p:txBody>
      </p:sp>
    </p:spTree>
    <p:extLst>
      <p:ext uri="{BB962C8B-B14F-4D97-AF65-F5344CB8AC3E}">
        <p14:creationId xmlns:p14="http://schemas.microsoft.com/office/powerpoint/2010/main" val="99932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5"/>
          </p:nvPr>
        </p:nvSpPr>
        <p:spPr/>
        <p:txBody>
          <a:bodyPr/>
          <a:lstStyle/>
          <a:p>
            <a:r>
              <a:rPr lang="en-US" dirty="0" smtClean="0"/>
              <a:t>’S ABOUT BUSINESS 3.2</a:t>
            </a:r>
            <a:endParaRPr lang="en-US" dirty="0"/>
          </a:p>
        </p:txBody>
      </p:sp>
      <p:sp>
        <p:nvSpPr>
          <p:cNvPr id="6" name="Subtitle 5"/>
          <p:cNvSpPr>
            <a:spLocks noGrp="1"/>
          </p:cNvSpPr>
          <p:nvPr>
            <p:ph sz="quarter" idx="16"/>
          </p:nvPr>
        </p:nvSpPr>
        <p:spPr/>
        <p:txBody>
          <a:bodyPr>
            <a:normAutofit lnSpcReduction="10000"/>
          </a:bodyPr>
          <a:lstStyle/>
          <a:p>
            <a:r>
              <a:rPr lang="en-US" dirty="0" smtClean="0"/>
              <a:t>Google’s Knowledge Graph</a:t>
            </a:r>
          </a:p>
          <a:p>
            <a:pPr lvl="1"/>
            <a:r>
              <a:rPr lang="en-US" dirty="0"/>
              <a:t>Refer to the </a:t>
            </a:r>
            <a:r>
              <a:rPr lang="en-US" dirty="0" smtClean="0"/>
              <a:t>definition </a:t>
            </a:r>
            <a:r>
              <a:rPr lang="en-US" dirty="0"/>
              <a:t>of a relational database. In what way can the Knowledge Graph be considered a database? Provide </a:t>
            </a:r>
            <a:r>
              <a:rPr lang="en-US" dirty="0" smtClean="0"/>
              <a:t>specific </a:t>
            </a:r>
            <a:r>
              <a:rPr lang="en-US" dirty="0"/>
              <a:t>examples to support your answer.</a:t>
            </a:r>
          </a:p>
          <a:p>
            <a:pPr lvl="1"/>
            <a:r>
              <a:rPr lang="en-US" dirty="0"/>
              <a:t>Refer to the </a:t>
            </a:r>
            <a:r>
              <a:rPr lang="en-US" dirty="0" smtClean="0"/>
              <a:t>definition </a:t>
            </a:r>
            <a:r>
              <a:rPr lang="en-US" dirty="0"/>
              <a:t>of an expert system in Plug IT In 5. Could the Knowledge Graph be considered an expert system? If so, provide a </a:t>
            </a:r>
            <a:r>
              <a:rPr lang="en-US" dirty="0" smtClean="0"/>
              <a:t>specific </a:t>
            </a:r>
            <a:r>
              <a:rPr lang="en-US" dirty="0"/>
              <a:t>example to support your answer.</a:t>
            </a:r>
          </a:p>
          <a:p>
            <a:pPr lvl="1"/>
            <a:r>
              <a:rPr lang="en-US" dirty="0"/>
              <a:t>What are the advantages of the Knowledge Graph over traditional Google searches?</a:t>
            </a:r>
          </a:p>
        </p:txBody>
      </p:sp>
    </p:spTree>
    <p:extLst>
      <p:ext uri="{BB962C8B-B14F-4D97-AF65-F5344CB8AC3E}">
        <p14:creationId xmlns:p14="http://schemas.microsoft.com/office/powerpoint/2010/main" val="8744700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Data Hierarchy</a:t>
            </a:r>
            <a:endParaRPr lang="en-US" dirty="0"/>
          </a:p>
        </p:txBody>
      </p:sp>
      <p:sp>
        <p:nvSpPr>
          <p:cNvPr id="3" name="Content Placeholder 2"/>
          <p:cNvSpPr>
            <a:spLocks noGrp="1"/>
          </p:cNvSpPr>
          <p:nvPr>
            <p:ph sz="quarter" idx="15"/>
          </p:nvPr>
        </p:nvSpPr>
        <p:spPr/>
        <p:txBody>
          <a:bodyPr/>
          <a:lstStyle/>
          <a:p>
            <a:r>
              <a:rPr lang="en-US" dirty="0" smtClean="0"/>
              <a:t>Bit</a:t>
            </a:r>
          </a:p>
          <a:p>
            <a:r>
              <a:rPr lang="en-US" dirty="0" smtClean="0"/>
              <a:t>Byte</a:t>
            </a:r>
          </a:p>
          <a:p>
            <a:r>
              <a:rPr lang="en-US" dirty="0" smtClean="0"/>
              <a:t>Field</a:t>
            </a:r>
          </a:p>
          <a:p>
            <a:r>
              <a:rPr lang="en-US" dirty="0" smtClean="0"/>
              <a:t>Record</a:t>
            </a:r>
          </a:p>
          <a:p>
            <a:r>
              <a:rPr lang="en-US" dirty="0" smtClean="0"/>
              <a:t>Data File (Table)</a:t>
            </a:r>
          </a:p>
          <a:p>
            <a:r>
              <a:rPr lang="en-US" dirty="0" smtClean="0"/>
              <a:t>Database</a:t>
            </a:r>
            <a:endParaRPr lang="en-US" dirty="0"/>
          </a:p>
        </p:txBody>
      </p:sp>
    </p:spTree>
    <p:extLst>
      <p:ext uri="{BB962C8B-B14F-4D97-AF65-F5344CB8AC3E}">
        <p14:creationId xmlns:p14="http://schemas.microsoft.com/office/powerpoint/2010/main" val="16480729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92500"/>
          </a:bodyPr>
          <a:lstStyle/>
          <a:p>
            <a:r>
              <a:rPr lang="en-US" dirty="0" smtClean="0"/>
              <a:t>Figure 3.2: Hierarchy of Data for a Computer-Based File</a:t>
            </a:r>
            <a:endParaRPr lang="en-US" dirty="0"/>
          </a:p>
        </p:txBody>
      </p:sp>
      <p:pic>
        <p:nvPicPr>
          <p:cNvPr id="10242"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457200" y="2505753"/>
            <a:ext cx="8153400" cy="34466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067097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The Relational Database Model</a:t>
            </a:r>
            <a:endParaRPr lang="en-US" dirty="0"/>
          </a:p>
        </p:txBody>
      </p:sp>
      <p:sp>
        <p:nvSpPr>
          <p:cNvPr id="3" name="Content Placeholder 2"/>
          <p:cNvSpPr>
            <a:spLocks noGrp="1"/>
          </p:cNvSpPr>
          <p:nvPr>
            <p:ph sz="quarter" idx="15"/>
          </p:nvPr>
        </p:nvSpPr>
        <p:spPr/>
        <p:txBody>
          <a:bodyPr>
            <a:normAutofit lnSpcReduction="10000"/>
          </a:bodyPr>
          <a:lstStyle/>
          <a:p>
            <a:r>
              <a:rPr lang="en-US" dirty="0" smtClean="0"/>
              <a:t>Database Management System (DBMS)</a:t>
            </a:r>
          </a:p>
          <a:p>
            <a:r>
              <a:rPr lang="en-US" dirty="0" smtClean="0"/>
              <a:t>Relational Database Model</a:t>
            </a:r>
          </a:p>
          <a:p>
            <a:r>
              <a:rPr lang="en-US" dirty="0" smtClean="0"/>
              <a:t>Data Model</a:t>
            </a:r>
          </a:p>
          <a:p>
            <a:r>
              <a:rPr lang="en-US" dirty="0" smtClean="0"/>
              <a:t>Entity</a:t>
            </a:r>
          </a:p>
          <a:p>
            <a:r>
              <a:rPr lang="en-US" dirty="0" smtClean="0"/>
              <a:t>Instance</a:t>
            </a:r>
          </a:p>
          <a:p>
            <a:r>
              <a:rPr lang="en-US" dirty="0" smtClean="0"/>
              <a:t>Attribute</a:t>
            </a:r>
          </a:p>
        </p:txBody>
      </p:sp>
    </p:spTree>
    <p:extLst>
      <p:ext uri="{BB962C8B-B14F-4D97-AF65-F5344CB8AC3E}">
        <p14:creationId xmlns:p14="http://schemas.microsoft.com/office/powerpoint/2010/main" val="1362628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The Relational Database Model (continued)</a:t>
            </a:r>
            <a:endParaRPr lang="en-US" dirty="0"/>
          </a:p>
        </p:txBody>
      </p:sp>
      <p:sp>
        <p:nvSpPr>
          <p:cNvPr id="3" name="Content Placeholder 2"/>
          <p:cNvSpPr>
            <a:spLocks noGrp="1"/>
          </p:cNvSpPr>
          <p:nvPr>
            <p:ph sz="quarter" idx="15"/>
          </p:nvPr>
        </p:nvSpPr>
        <p:spPr/>
        <p:txBody>
          <a:bodyPr>
            <a:normAutofit/>
          </a:bodyPr>
          <a:lstStyle/>
          <a:p>
            <a:r>
              <a:rPr lang="en-US" dirty="0" smtClean="0"/>
              <a:t>Primary Key</a:t>
            </a:r>
          </a:p>
          <a:p>
            <a:r>
              <a:rPr lang="en-US" dirty="0" smtClean="0"/>
              <a:t>Secondary Key</a:t>
            </a:r>
          </a:p>
          <a:p>
            <a:r>
              <a:rPr lang="en-US" dirty="0" smtClean="0"/>
              <a:t>Foreign Key</a:t>
            </a:r>
            <a:endParaRPr lang="en-US" dirty="0"/>
          </a:p>
        </p:txBody>
      </p:sp>
    </p:spTree>
    <p:extLst>
      <p:ext uri="{BB962C8B-B14F-4D97-AF65-F5344CB8AC3E}">
        <p14:creationId xmlns:p14="http://schemas.microsoft.com/office/powerpoint/2010/main" val="2690906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Figure 3.3: Student Database Example</a:t>
            </a:r>
            <a:endParaRPr lang="en-US" dirty="0"/>
          </a:p>
        </p:txBody>
      </p:sp>
      <p:pic>
        <p:nvPicPr>
          <p:cNvPr id="6" name="Content Placeholder 5" descr="Chapter_04_illus4"/>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a:xfrm>
            <a:off x="1219200" y="1854315"/>
            <a:ext cx="6324600" cy="4749570"/>
          </a:xfrm>
        </p:spPr>
      </p:pic>
    </p:spTree>
    <p:extLst>
      <p:ext uri="{BB962C8B-B14F-4D97-AF65-F5344CB8AC3E}">
        <p14:creationId xmlns:p14="http://schemas.microsoft.com/office/powerpoint/2010/main" val="33925506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p:txBody>
          <a:bodyPr/>
          <a:lstStyle/>
          <a:p>
            <a:r>
              <a:rPr lang="en-US" dirty="0" smtClean="0"/>
              <a:t>Big Data</a:t>
            </a:r>
            <a:endParaRPr lang="en-US" dirty="0"/>
          </a:p>
        </p:txBody>
      </p:sp>
      <p:sp>
        <p:nvSpPr>
          <p:cNvPr id="7" name="Text Placeholder 6"/>
          <p:cNvSpPr>
            <a:spLocks noGrp="1"/>
          </p:cNvSpPr>
          <p:nvPr>
            <p:ph type="body" sz="quarter" idx="14"/>
          </p:nvPr>
        </p:nvSpPr>
        <p:spPr/>
        <p:txBody>
          <a:bodyPr/>
          <a:lstStyle/>
          <a:p>
            <a:r>
              <a:rPr lang="en-US" dirty="0" smtClean="0"/>
              <a:t>3.3</a:t>
            </a:r>
            <a:endParaRPr lang="en-US" dirty="0"/>
          </a:p>
        </p:txBody>
      </p:sp>
      <p:sp>
        <p:nvSpPr>
          <p:cNvPr id="8" name="Content Placeholder 7"/>
          <p:cNvSpPr>
            <a:spLocks noGrp="1"/>
          </p:cNvSpPr>
          <p:nvPr>
            <p:ph sz="quarter" idx="15"/>
          </p:nvPr>
        </p:nvSpPr>
        <p:spPr/>
        <p:txBody>
          <a:bodyPr/>
          <a:lstStyle/>
          <a:p>
            <a:r>
              <a:rPr lang="en-US" dirty="0" smtClean="0"/>
              <a:t>Defining Big Data</a:t>
            </a:r>
          </a:p>
          <a:p>
            <a:r>
              <a:rPr lang="en-US" dirty="0" smtClean="0"/>
              <a:t>Characteristics of Big Data</a:t>
            </a:r>
          </a:p>
          <a:p>
            <a:r>
              <a:rPr lang="en-US" dirty="0" smtClean="0"/>
              <a:t>Issues with Big Data</a:t>
            </a:r>
          </a:p>
          <a:p>
            <a:r>
              <a:rPr lang="en-US" dirty="0" smtClean="0"/>
              <a:t>Managing Big Data</a:t>
            </a:r>
          </a:p>
          <a:p>
            <a:r>
              <a:rPr lang="en-US" dirty="0" smtClean="0"/>
              <a:t>Putting Big Data to Use</a:t>
            </a:r>
          </a:p>
          <a:p>
            <a:endParaRPr lang="en-US" dirty="0" smtClean="0"/>
          </a:p>
        </p:txBody>
      </p:sp>
    </p:spTree>
    <p:extLst>
      <p:ext uri="{BB962C8B-B14F-4D97-AF65-F5344CB8AC3E}">
        <p14:creationId xmlns:p14="http://schemas.microsoft.com/office/powerpoint/2010/main" val="31135981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Defining Big Data</a:t>
            </a:r>
            <a:endParaRPr lang="en-US" dirty="0"/>
          </a:p>
        </p:txBody>
      </p:sp>
      <p:sp>
        <p:nvSpPr>
          <p:cNvPr id="6" name="Content Placeholder 5"/>
          <p:cNvSpPr>
            <a:spLocks noGrp="1"/>
          </p:cNvSpPr>
          <p:nvPr>
            <p:ph sz="quarter" idx="15"/>
          </p:nvPr>
        </p:nvSpPr>
        <p:spPr/>
        <p:txBody>
          <a:bodyPr/>
          <a:lstStyle/>
          <a:p>
            <a:r>
              <a:rPr lang="en-US" b="1" dirty="0"/>
              <a:t>Gartner (</a:t>
            </a:r>
            <a:r>
              <a:rPr lang="en-US" b="1" dirty="0">
                <a:hlinkClick r:id="rId3"/>
              </a:rPr>
              <a:t>www.gartner.com</a:t>
            </a:r>
            <a:r>
              <a:rPr lang="en-US" b="1" dirty="0" smtClean="0"/>
              <a:t>)</a:t>
            </a:r>
            <a:endParaRPr lang="en-US" dirty="0"/>
          </a:p>
          <a:p>
            <a:r>
              <a:rPr lang="en-US" b="1" dirty="0" smtClean="0"/>
              <a:t>Big Data Institute</a:t>
            </a:r>
          </a:p>
        </p:txBody>
      </p:sp>
    </p:spTree>
    <p:extLst>
      <p:ext uri="{BB962C8B-B14F-4D97-AF65-F5344CB8AC3E}">
        <p14:creationId xmlns:p14="http://schemas.microsoft.com/office/powerpoint/2010/main" val="14092286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Defining Big Data: Gartner</a:t>
            </a:r>
            <a:endParaRPr lang="en-US" dirty="0"/>
          </a:p>
        </p:txBody>
      </p:sp>
      <p:sp>
        <p:nvSpPr>
          <p:cNvPr id="6" name="Content Placeholder 5"/>
          <p:cNvSpPr>
            <a:spLocks noGrp="1"/>
          </p:cNvSpPr>
          <p:nvPr>
            <p:ph sz="quarter" idx="15"/>
          </p:nvPr>
        </p:nvSpPr>
        <p:spPr/>
        <p:txBody>
          <a:bodyPr>
            <a:normAutofit/>
          </a:bodyPr>
          <a:lstStyle/>
          <a:p>
            <a:r>
              <a:rPr lang="en-US" dirty="0" smtClean="0">
                <a:solidFill>
                  <a:schemeClr val="tx1"/>
                </a:solidFill>
              </a:rPr>
              <a:t>Diverse</a:t>
            </a:r>
            <a:r>
              <a:rPr lang="en-US" dirty="0">
                <a:solidFill>
                  <a:schemeClr val="tx1"/>
                </a:solidFill>
              </a:rPr>
              <a:t>, high volume, high-velocity information assets that require new forms of processing to enable enhanced decision making, insight discovery, and process optimization. </a:t>
            </a:r>
          </a:p>
        </p:txBody>
      </p:sp>
    </p:spTree>
    <p:extLst>
      <p:ext uri="{BB962C8B-B14F-4D97-AF65-F5344CB8AC3E}">
        <p14:creationId xmlns:p14="http://schemas.microsoft.com/office/powerpoint/2010/main" val="4171872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Defining Big Data: The Big Data Institute (TBDI)</a:t>
            </a:r>
            <a:endParaRPr lang="en-US" dirty="0"/>
          </a:p>
        </p:txBody>
      </p:sp>
      <p:sp>
        <p:nvSpPr>
          <p:cNvPr id="6" name="Content Placeholder 5"/>
          <p:cNvSpPr>
            <a:spLocks noGrp="1"/>
          </p:cNvSpPr>
          <p:nvPr>
            <p:ph sz="quarter" idx="15"/>
          </p:nvPr>
        </p:nvSpPr>
        <p:spPr/>
        <p:txBody>
          <a:bodyPr>
            <a:normAutofit fontScale="85000" lnSpcReduction="20000"/>
          </a:bodyPr>
          <a:lstStyle/>
          <a:p>
            <a:r>
              <a:rPr lang="en-US" dirty="0" smtClean="0">
                <a:solidFill>
                  <a:schemeClr val="tx1"/>
                </a:solidFill>
              </a:rPr>
              <a:t>Vast Datasets that:</a:t>
            </a:r>
          </a:p>
          <a:p>
            <a:pPr lvl="1"/>
            <a:r>
              <a:rPr lang="en-US" dirty="0">
                <a:solidFill>
                  <a:schemeClr val="tx1"/>
                </a:solidFill>
              </a:rPr>
              <a:t>Exhibit </a:t>
            </a:r>
            <a:r>
              <a:rPr lang="en-US" dirty="0" smtClean="0">
                <a:solidFill>
                  <a:schemeClr val="tx1"/>
                </a:solidFill>
              </a:rPr>
              <a:t>variety</a:t>
            </a:r>
            <a:endParaRPr lang="en-US" dirty="0">
              <a:solidFill>
                <a:schemeClr val="tx1"/>
              </a:solidFill>
            </a:endParaRPr>
          </a:p>
          <a:p>
            <a:pPr lvl="1"/>
            <a:r>
              <a:rPr lang="en-US" dirty="0">
                <a:solidFill>
                  <a:schemeClr val="tx1"/>
                </a:solidFill>
              </a:rPr>
              <a:t>Include structured, unstructured, and semi-structured </a:t>
            </a:r>
            <a:r>
              <a:rPr lang="en-US" dirty="0" smtClean="0">
                <a:solidFill>
                  <a:schemeClr val="tx1"/>
                </a:solidFill>
              </a:rPr>
              <a:t>data</a:t>
            </a:r>
            <a:endParaRPr lang="en-US" dirty="0">
              <a:solidFill>
                <a:schemeClr val="tx1"/>
              </a:solidFill>
            </a:endParaRPr>
          </a:p>
          <a:p>
            <a:pPr lvl="1"/>
            <a:r>
              <a:rPr lang="en-US" dirty="0">
                <a:solidFill>
                  <a:schemeClr val="tx1"/>
                </a:solidFill>
              </a:rPr>
              <a:t>G</a:t>
            </a:r>
            <a:r>
              <a:rPr lang="en-US" dirty="0" smtClean="0">
                <a:solidFill>
                  <a:schemeClr val="tx1"/>
                </a:solidFill>
              </a:rPr>
              <a:t>enerated </a:t>
            </a:r>
            <a:r>
              <a:rPr lang="en-US" dirty="0">
                <a:solidFill>
                  <a:schemeClr val="tx1"/>
                </a:solidFill>
              </a:rPr>
              <a:t>at high velocity with an uncertain </a:t>
            </a:r>
            <a:r>
              <a:rPr lang="en-US" dirty="0" smtClean="0">
                <a:solidFill>
                  <a:schemeClr val="tx1"/>
                </a:solidFill>
              </a:rPr>
              <a:t>pattern</a:t>
            </a:r>
            <a:endParaRPr lang="en-US" dirty="0">
              <a:solidFill>
                <a:schemeClr val="tx1"/>
              </a:solidFill>
            </a:endParaRPr>
          </a:p>
          <a:p>
            <a:pPr lvl="1"/>
            <a:r>
              <a:rPr lang="en-US" dirty="0">
                <a:solidFill>
                  <a:schemeClr val="tx1"/>
                </a:solidFill>
              </a:rPr>
              <a:t>Do not fit neatly into traditional, structured, relational </a:t>
            </a:r>
            <a:r>
              <a:rPr lang="en-US" dirty="0" smtClean="0">
                <a:solidFill>
                  <a:schemeClr val="tx1"/>
                </a:solidFill>
              </a:rPr>
              <a:t>databases</a:t>
            </a:r>
          </a:p>
          <a:p>
            <a:pPr lvl="1"/>
            <a:r>
              <a:rPr lang="en-US" dirty="0" smtClean="0">
                <a:solidFill>
                  <a:schemeClr val="tx1"/>
                </a:solidFill>
              </a:rPr>
              <a:t>Can </a:t>
            </a:r>
            <a:r>
              <a:rPr lang="en-US" dirty="0">
                <a:solidFill>
                  <a:schemeClr val="tx1"/>
                </a:solidFill>
              </a:rPr>
              <a:t>be captured, processed, transformed, and analyzed in a reasonable amount of time only by sophisticated information systems</a:t>
            </a:r>
            <a:r>
              <a:rPr lang="en-US" dirty="0" smtClean="0">
                <a:solidFill>
                  <a:schemeClr val="tx1"/>
                </a:solidFill>
              </a:rPr>
              <a:t>.</a:t>
            </a:r>
          </a:p>
          <a:p>
            <a:endParaRPr lang="en-US" dirty="0">
              <a:solidFill>
                <a:schemeClr val="tx1"/>
              </a:solidFill>
            </a:endParaRPr>
          </a:p>
        </p:txBody>
      </p:sp>
    </p:spTree>
    <p:extLst>
      <p:ext uri="{BB962C8B-B14F-4D97-AF65-F5344CB8AC3E}">
        <p14:creationId xmlns:p14="http://schemas.microsoft.com/office/powerpoint/2010/main" val="29845408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Characteristics of Big Data</a:t>
            </a:r>
            <a:endParaRPr lang="en-US" dirty="0"/>
          </a:p>
        </p:txBody>
      </p:sp>
      <p:sp>
        <p:nvSpPr>
          <p:cNvPr id="3" name="Content Placeholder 2"/>
          <p:cNvSpPr>
            <a:spLocks noGrp="1"/>
          </p:cNvSpPr>
          <p:nvPr>
            <p:ph sz="quarter" idx="15"/>
          </p:nvPr>
        </p:nvSpPr>
        <p:spPr/>
        <p:txBody>
          <a:bodyPr/>
          <a:lstStyle/>
          <a:p>
            <a:r>
              <a:rPr lang="en-US" dirty="0" smtClean="0"/>
              <a:t>Volume</a:t>
            </a:r>
          </a:p>
          <a:p>
            <a:r>
              <a:rPr lang="en-US" dirty="0" smtClean="0"/>
              <a:t>Velocity</a:t>
            </a:r>
          </a:p>
          <a:p>
            <a:r>
              <a:rPr lang="en-US" dirty="0" smtClean="0"/>
              <a:t>Variety</a:t>
            </a:r>
            <a:endParaRPr lang="en-US" dirty="0"/>
          </a:p>
        </p:txBody>
      </p:sp>
    </p:spTree>
    <p:extLst>
      <p:ext uri="{BB962C8B-B14F-4D97-AF65-F5344CB8AC3E}">
        <p14:creationId xmlns:p14="http://schemas.microsoft.com/office/powerpoint/2010/main" val="6170034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Issues with Big Data</a:t>
            </a:r>
          </a:p>
        </p:txBody>
      </p:sp>
      <p:sp>
        <p:nvSpPr>
          <p:cNvPr id="3" name="Content Placeholder 2"/>
          <p:cNvSpPr>
            <a:spLocks noGrp="1"/>
          </p:cNvSpPr>
          <p:nvPr>
            <p:ph sz="quarter" idx="15"/>
          </p:nvPr>
        </p:nvSpPr>
        <p:spPr/>
        <p:txBody>
          <a:bodyPr>
            <a:normAutofit/>
          </a:bodyPr>
          <a:lstStyle/>
          <a:p>
            <a:r>
              <a:rPr lang="en-US" dirty="0" smtClean="0"/>
              <a:t>Untrusted data sources</a:t>
            </a:r>
            <a:endParaRPr lang="en-US" dirty="0"/>
          </a:p>
          <a:p>
            <a:r>
              <a:rPr lang="en-US" dirty="0"/>
              <a:t>Big Data is </a:t>
            </a:r>
            <a:r>
              <a:rPr lang="en-US" dirty="0" smtClean="0"/>
              <a:t>dirty</a:t>
            </a:r>
          </a:p>
          <a:p>
            <a:r>
              <a:rPr lang="en-US" dirty="0" smtClean="0"/>
              <a:t>Big </a:t>
            </a:r>
            <a:r>
              <a:rPr lang="en-US" dirty="0"/>
              <a:t>Data changes, especially in data </a:t>
            </a:r>
            <a:r>
              <a:rPr lang="en-US" dirty="0" smtClean="0"/>
              <a:t>streams</a:t>
            </a:r>
            <a:endParaRPr lang="en-US" dirty="0"/>
          </a:p>
        </p:txBody>
      </p:sp>
    </p:spTree>
    <p:extLst>
      <p:ext uri="{BB962C8B-B14F-4D97-AF65-F5344CB8AC3E}">
        <p14:creationId xmlns:p14="http://schemas.microsoft.com/office/powerpoint/2010/main" val="16950035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Managing Big Data</a:t>
            </a:r>
            <a:endParaRPr lang="en-US" dirty="0"/>
          </a:p>
        </p:txBody>
      </p:sp>
      <p:sp>
        <p:nvSpPr>
          <p:cNvPr id="3" name="Content Placeholder 2"/>
          <p:cNvSpPr>
            <a:spLocks noGrp="1"/>
          </p:cNvSpPr>
          <p:nvPr>
            <p:ph sz="quarter" idx="15"/>
          </p:nvPr>
        </p:nvSpPr>
        <p:spPr/>
        <p:txBody>
          <a:bodyPr/>
          <a:lstStyle/>
          <a:p>
            <a:r>
              <a:rPr lang="en-US" dirty="0"/>
              <a:t>Big Data can reveal valuable patterns, trends, and information that were previously </a:t>
            </a:r>
            <a:r>
              <a:rPr lang="en-US" dirty="0" smtClean="0"/>
              <a:t>hidden:</a:t>
            </a:r>
          </a:p>
          <a:p>
            <a:pPr lvl="1"/>
            <a:r>
              <a:rPr lang="en-US" dirty="0" smtClean="0"/>
              <a:t>tracking </a:t>
            </a:r>
            <a:r>
              <a:rPr lang="en-US" dirty="0"/>
              <a:t>the spread of </a:t>
            </a:r>
            <a:r>
              <a:rPr lang="en-US" dirty="0" smtClean="0"/>
              <a:t>disease</a:t>
            </a:r>
          </a:p>
          <a:p>
            <a:pPr lvl="1"/>
            <a:r>
              <a:rPr lang="en-US" dirty="0" smtClean="0"/>
              <a:t>tracking crime</a:t>
            </a:r>
          </a:p>
          <a:p>
            <a:pPr lvl="1"/>
            <a:r>
              <a:rPr lang="en-US" dirty="0" smtClean="0"/>
              <a:t>detecting fraud</a:t>
            </a:r>
            <a:endParaRPr lang="en-US" dirty="0"/>
          </a:p>
          <a:p>
            <a:endParaRPr lang="en-US" dirty="0"/>
          </a:p>
        </p:txBody>
      </p:sp>
    </p:spTree>
    <p:extLst>
      <p:ext uri="{BB962C8B-B14F-4D97-AF65-F5344CB8AC3E}">
        <p14:creationId xmlns:p14="http://schemas.microsoft.com/office/powerpoint/2010/main" val="12080369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Managing Big Data (continued)</a:t>
            </a:r>
            <a:endParaRPr lang="en-US" dirty="0"/>
          </a:p>
        </p:txBody>
      </p:sp>
      <p:sp>
        <p:nvSpPr>
          <p:cNvPr id="3" name="Content Placeholder 2"/>
          <p:cNvSpPr>
            <a:spLocks noGrp="1"/>
          </p:cNvSpPr>
          <p:nvPr>
            <p:ph sz="quarter" idx="15"/>
          </p:nvPr>
        </p:nvSpPr>
        <p:spPr/>
        <p:txBody>
          <a:bodyPr>
            <a:normAutofit/>
          </a:bodyPr>
          <a:lstStyle/>
          <a:p>
            <a:r>
              <a:rPr lang="en-US" dirty="0"/>
              <a:t>First </a:t>
            </a:r>
            <a:r>
              <a:rPr lang="en-US" dirty="0" smtClean="0"/>
              <a:t>Step:</a:t>
            </a:r>
          </a:p>
          <a:p>
            <a:pPr lvl="1"/>
            <a:r>
              <a:rPr lang="en-US" dirty="0" smtClean="0"/>
              <a:t>Integrate </a:t>
            </a:r>
            <a:r>
              <a:rPr lang="en-US" dirty="0"/>
              <a:t>information silos into a database environment and develop data warehouses for decision making</a:t>
            </a:r>
            <a:r>
              <a:rPr lang="en-US" dirty="0" smtClean="0"/>
              <a:t>.</a:t>
            </a:r>
          </a:p>
          <a:p>
            <a:r>
              <a:rPr lang="en-US" dirty="0" smtClean="0"/>
              <a:t>Second Step:</a:t>
            </a:r>
          </a:p>
          <a:p>
            <a:pPr lvl="1"/>
            <a:r>
              <a:rPr lang="en-US" dirty="0" smtClean="0"/>
              <a:t>making </a:t>
            </a:r>
            <a:r>
              <a:rPr lang="en-US" dirty="0"/>
              <a:t>sense of their proliferating data.</a:t>
            </a:r>
          </a:p>
          <a:p>
            <a:endParaRPr lang="en-US" dirty="0"/>
          </a:p>
        </p:txBody>
      </p:sp>
    </p:spTree>
    <p:extLst>
      <p:ext uri="{BB962C8B-B14F-4D97-AF65-F5344CB8AC3E}">
        <p14:creationId xmlns:p14="http://schemas.microsoft.com/office/powerpoint/2010/main" val="41694271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Managing Big Data (continued)</a:t>
            </a:r>
            <a:endParaRPr lang="en-US" dirty="0"/>
          </a:p>
        </p:txBody>
      </p:sp>
      <p:sp>
        <p:nvSpPr>
          <p:cNvPr id="3" name="Content Placeholder 2"/>
          <p:cNvSpPr>
            <a:spLocks noGrp="1"/>
          </p:cNvSpPr>
          <p:nvPr>
            <p:ph sz="quarter" idx="15"/>
          </p:nvPr>
        </p:nvSpPr>
        <p:spPr/>
        <p:txBody>
          <a:bodyPr>
            <a:normAutofit/>
          </a:bodyPr>
          <a:lstStyle/>
          <a:p>
            <a:r>
              <a:rPr lang="en-US" dirty="0"/>
              <a:t>Many organizations are turning to NoSQL </a:t>
            </a:r>
            <a:r>
              <a:rPr lang="en-US" dirty="0" smtClean="0"/>
              <a:t>databases to process Big Data</a:t>
            </a:r>
            <a:endParaRPr lang="en-US" dirty="0"/>
          </a:p>
        </p:txBody>
      </p:sp>
    </p:spTree>
    <p:extLst>
      <p:ext uri="{BB962C8B-B14F-4D97-AF65-F5344CB8AC3E}">
        <p14:creationId xmlns:p14="http://schemas.microsoft.com/office/powerpoint/2010/main" val="21678917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5"/>
          </p:nvPr>
        </p:nvSpPr>
        <p:spPr/>
        <p:txBody>
          <a:bodyPr/>
          <a:lstStyle/>
          <a:p>
            <a:r>
              <a:rPr lang="en-US" dirty="0" smtClean="0"/>
              <a:t>’S ABOUT BUSINESS 3.3</a:t>
            </a:r>
            <a:endParaRPr lang="en-US" dirty="0"/>
          </a:p>
        </p:txBody>
      </p:sp>
      <p:sp>
        <p:nvSpPr>
          <p:cNvPr id="6" name="Subtitle 5"/>
          <p:cNvSpPr>
            <a:spLocks noGrp="1"/>
          </p:cNvSpPr>
          <p:nvPr>
            <p:ph sz="quarter" idx="16"/>
          </p:nvPr>
        </p:nvSpPr>
        <p:spPr/>
        <p:txBody>
          <a:bodyPr/>
          <a:lstStyle/>
          <a:p>
            <a:r>
              <a:rPr lang="en-US" dirty="0" smtClean="0"/>
              <a:t>The MetLife Wall</a:t>
            </a:r>
          </a:p>
          <a:p>
            <a:pPr lvl="1"/>
            <a:r>
              <a:rPr lang="en-US" dirty="0"/>
              <a:t>Describe the problems that MetLife was experiencing with customer data before it implemented the MetLife Wall.</a:t>
            </a:r>
          </a:p>
          <a:p>
            <a:pPr lvl="1"/>
            <a:r>
              <a:rPr lang="en-US" dirty="0"/>
              <a:t>Describe how these problems originated.</a:t>
            </a:r>
          </a:p>
        </p:txBody>
      </p:sp>
    </p:spTree>
    <p:extLst>
      <p:ext uri="{BB962C8B-B14F-4D97-AF65-F5344CB8AC3E}">
        <p14:creationId xmlns:p14="http://schemas.microsoft.com/office/powerpoint/2010/main" val="8744700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Putting Big Data to Use</a:t>
            </a:r>
            <a:endParaRPr lang="en-US" dirty="0"/>
          </a:p>
        </p:txBody>
      </p:sp>
      <p:sp>
        <p:nvSpPr>
          <p:cNvPr id="3" name="Content Placeholder 2"/>
          <p:cNvSpPr>
            <a:spLocks noGrp="1"/>
          </p:cNvSpPr>
          <p:nvPr>
            <p:ph sz="quarter" idx="15"/>
          </p:nvPr>
        </p:nvSpPr>
        <p:spPr/>
        <p:txBody>
          <a:bodyPr/>
          <a:lstStyle/>
          <a:p>
            <a:r>
              <a:rPr lang="en-US" dirty="0" smtClean="0"/>
              <a:t>Making Big Data Available</a:t>
            </a:r>
          </a:p>
          <a:p>
            <a:r>
              <a:rPr lang="en-US" dirty="0" smtClean="0"/>
              <a:t>Enabling Organizations to Conduct Experiments</a:t>
            </a:r>
          </a:p>
          <a:p>
            <a:r>
              <a:rPr lang="en-US" dirty="0" smtClean="0"/>
              <a:t>Micro-Segmentation of Customers</a:t>
            </a:r>
          </a:p>
          <a:p>
            <a:r>
              <a:rPr lang="en-US" dirty="0" smtClean="0"/>
              <a:t>Creating New Business Models</a:t>
            </a:r>
          </a:p>
          <a:p>
            <a:r>
              <a:rPr lang="en-US" dirty="0" smtClean="0"/>
              <a:t>Organizations Can Analyze Far More Data</a:t>
            </a:r>
            <a:endParaRPr lang="en-US" dirty="0"/>
          </a:p>
        </p:txBody>
      </p:sp>
    </p:spTree>
    <p:extLst>
      <p:ext uri="{BB962C8B-B14F-4D97-AF65-F5344CB8AC3E}">
        <p14:creationId xmlns:p14="http://schemas.microsoft.com/office/powerpoint/2010/main" val="22490064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p:txBody>
          <a:bodyPr/>
          <a:lstStyle/>
          <a:p>
            <a:r>
              <a:rPr lang="en-US" dirty="0" smtClean="0"/>
              <a:t>Data Warehouses and Data Marts</a:t>
            </a:r>
            <a:endParaRPr lang="en-US" dirty="0"/>
          </a:p>
        </p:txBody>
      </p:sp>
      <p:sp>
        <p:nvSpPr>
          <p:cNvPr id="7" name="Text Placeholder 6"/>
          <p:cNvSpPr>
            <a:spLocks noGrp="1"/>
          </p:cNvSpPr>
          <p:nvPr>
            <p:ph type="body" sz="quarter" idx="14"/>
          </p:nvPr>
        </p:nvSpPr>
        <p:spPr/>
        <p:txBody>
          <a:bodyPr/>
          <a:lstStyle/>
          <a:p>
            <a:r>
              <a:rPr lang="en-US" dirty="0" smtClean="0"/>
              <a:t>3.4</a:t>
            </a:r>
            <a:endParaRPr lang="en-US" dirty="0"/>
          </a:p>
        </p:txBody>
      </p:sp>
      <p:sp>
        <p:nvSpPr>
          <p:cNvPr id="8" name="Content Placeholder 7"/>
          <p:cNvSpPr>
            <a:spLocks noGrp="1"/>
          </p:cNvSpPr>
          <p:nvPr>
            <p:ph sz="quarter" idx="15"/>
          </p:nvPr>
        </p:nvSpPr>
        <p:spPr/>
        <p:txBody>
          <a:bodyPr/>
          <a:lstStyle/>
          <a:p>
            <a:r>
              <a:rPr lang="en-US" dirty="0" smtClean="0"/>
              <a:t>Describing Data Warehouses and Data Marts</a:t>
            </a:r>
          </a:p>
          <a:p>
            <a:r>
              <a:rPr lang="en-US" dirty="0" smtClean="0"/>
              <a:t>A Generic Data Warehouse Environment</a:t>
            </a:r>
          </a:p>
        </p:txBody>
      </p:sp>
    </p:spTree>
    <p:extLst>
      <p:ext uri="{BB962C8B-B14F-4D97-AF65-F5344CB8AC3E}">
        <p14:creationId xmlns:p14="http://schemas.microsoft.com/office/powerpoint/2010/main" val="1929619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Figure 3.4: Data Warehouse Framework</a:t>
            </a:r>
            <a:endParaRPr lang="en-US" dirty="0"/>
          </a:p>
        </p:txBody>
      </p:sp>
      <p:pic>
        <p:nvPicPr>
          <p:cNvPr id="4" name="Picture 6" descr="Chapter_04_illus4"/>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a:xfrm>
            <a:off x="533400" y="1966059"/>
            <a:ext cx="8153400" cy="4612293"/>
          </a:xfrm>
        </p:spPr>
      </p:pic>
    </p:spTree>
    <p:extLst>
      <p:ext uri="{BB962C8B-B14F-4D97-AF65-F5344CB8AC3E}">
        <p14:creationId xmlns:p14="http://schemas.microsoft.com/office/powerpoint/2010/main" val="38078168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Describing Data Warehouses and Data Marts</a:t>
            </a:r>
            <a:endParaRPr lang="en-US" dirty="0"/>
          </a:p>
        </p:txBody>
      </p:sp>
      <p:sp>
        <p:nvSpPr>
          <p:cNvPr id="6" name="Content Placeholder 5"/>
          <p:cNvSpPr>
            <a:spLocks noGrp="1"/>
          </p:cNvSpPr>
          <p:nvPr>
            <p:ph sz="quarter" idx="15"/>
          </p:nvPr>
        </p:nvSpPr>
        <p:spPr/>
        <p:txBody>
          <a:bodyPr>
            <a:normAutofit/>
          </a:bodyPr>
          <a:lstStyle/>
          <a:p>
            <a:r>
              <a:rPr lang="en-US" dirty="0"/>
              <a:t>Organized by business dimension or </a:t>
            </a:r>
            <a:r>
              <a:rPr lang="en-US" dirty="0" smtClean="0"/>
              <a:t>Use </a:t>
            </a:r>
            <a:r>
              <a:rPr lang="en-US" dirty="0"/>
              <a:t>online analytical processing (OLAP)</a:t>
            </a:r>
          </a:p>
          <a:p>
            <a:r>
              <a:rPr lang="en-US" dirty="0" smtClean="0"/>
              <a:t>Integrated</a:t>
            </a:r>
          </a:p>
          <a:p>
            <a:r>
              <a:rPr lang="en-US" dirty="0" smtClean="0"/>
              <a:t>Time variant</a:t>
            </a:r>
          </a:p>
          <a:p>
            <a:r>
              <a:rPr lang="en-US" dirty="0" smtClean="0"/>
              <a:t>Nonvolatile </a:t>
            </a:r>
          </a:p>
          <a:p>
            <a:r>
              <a:rPr lang="en-US" dirty="0" smtClean="0"/>
              <a:t>Multidimensional</a:t>
            </a:r>
            <a:endParaRPr lang="en-US" dirty="0"/>
          </a:p>
        </p:txBody>
      </p:sp>
    </p:spTree>
    <p:extLst>
      <p:ext uri="{BB962C8B-B14F-4D97-AF65-F5344CB8AC3E}">
        <p14:creationId xmlns:p14="http://schemas.microsoft.com/office/powerpoint/2010/main" val="4061390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smtClean="0"/>
              <a:t>A Generic Data Warehouse Environment</a:t>
            </a:r>
            <a:endParaRPr lang="en-US" dirty="0"/>
          </a:p>
        </p:txBody>
      </p:sp>
      <p:sp>
        <p:nvSpPr>
          <p:cNvPr id="3" name="Content Placeholder 2"/>
          <p:cNvSpPr>
            <a:spLocks noGrp="1"/>
          </p:cNvSpPr>
          <p:nvPr>
            <p:ph sz="quarter" idx="15"/>
          </p:nvPr>
        </p:nvSpPr>
        <p:spPr/>
        <p:txBody>
          <a:bodyPr>
            <a:normAutofit lnSpcReduction="10000"/>
          </a:bodyPr>
          <a:lstStyle/>
          <a:p>
            <a:r>
              <a:rPr lang="en-US" dirty="0" smtClean="0"/>
              <a:t>Source Systems</a:t>
            </a:r>
          </a:p>
          <a:p>
            <a:r>
              <a:rPr lang="en-US" dirty="0" smtClean="0"/>
              <a:t>Data Integration</a:t>
            </a:r>
          </a:p>
          <a:p>
            <a:r>
              <a:rPr lang="en-US" dirty="0" smtClean="0"/>
              <a:t>Storing the Data</a:t>
            </a:r>
          </a:p>
          <a:p>
            <a:r>
              <a:rPr lang="en-US" dirty="0" smtClean="0"/>
              <a:t>Metadata</a:t>
            </a:r>
          </a:p>
          <a:p>
            <a:r>
              <a:rPr lang="en-US" dirty="0" smtClean="0"/>
              <a:t>Data Quality</a:t>
            </a:r>
          </a:p>
          <a:p>
            <a:r>
              <a:rPr lang="en-US" dirty="0" smtClean="0"/>
              <a:t>Governance</a:t>
            </a:r>
          </a:p>
          <a:p>
            <a:r>
              <a:rPr lang="en-US" dirty="0" smtClean="0"/>
              <a:t>Users</a:t>
            </a:r>
            <a:endParaRPr lang="en-US" dirty="0"/>
          </a:p>
        </p:txBody>
      </p:sp>
    </p:spTree>
    <p:extLst>
      <p:ext uri="{BB962C8B-B14F-4D97-AF65-F5344CB8AC3E}">
        <p14:creationId xmlns:p14="http://schemas.microsoft.com/office/powerpoint/2010/main" val="36086094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Figure 3.5: Relational Databases</a:t>
            </a:r>
            <a:endParaRPr lang="en-US" dirty="0"/>
          </a:p>
        </p:txBody>
      </p:sp>
      <p:pic>
        <p:nvPicPr>
          <p:cNvPr id="11266"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457200" y="2321653"/>
            <a:ext cx="8153400" cy="38148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835602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US" dirty="0" smtClean="0"/>
              <a:t>Figure 3.6: Data Cube</a:t>
            </a:r>
            <a:endParaRPr lang="en-US" dirty="0"/>
          </a:p>
        </p:txBody>
      </p:sp>
      <p:pic>
        <p:nvPicPr>
          <p:cNvPr id="12290"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1313208" y="1828800"/>
            <a:ext cx="6441384" cy="480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381759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85000" lnSpcReduction="20000"/>
          </a:bodyPr>
          <a:lstStyle/>
          <a:p>
            <a:r>
              <a:rPr lang="en-US" dirty="0" smtClean="0"/>
              <a:t>Figure 3.7: Equivalence Between Relational and Multidimensional Databases</a:t>
            </a:r>
            <a:endParaRPr lang="en-US" dirty="0"/>
          </a:p>
        </p:txBody>
      </p:sp>
      <p:pic>
        <p:nvPicPr>
          <p:cNvPr id="13314" name="Picture 2"/>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bwMode="auto">
          <a:xfrm>
            <a:off x="496240" y="1828800"/>
            <a:ext cx="8075319" cy="480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003573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5"/>
          </p:nvPr>
        </p:nvSpPr>
        <p:spPr/>
        <p:txBody>
          <a:bodyPr/>
          <a:lstStyle/>
          <a:p>
            <a:r>
              <a:rPr lang="en-US" dirty="0" smtClean="0"/>
              <a:t>’S ABOUT BUSINESS 3.4</a:t>
            </a:r>
            <a:endParaRPr lang="en-US" dirty="0"/>
          </a:p>
        </p:txBody>
      </p:sp>
      <p:sp>
        <p:nvSpPr>
          <p:cNvPr id="6" name="Subtitle 5"/>
          <p:cNvSpPr>
            <a:spLocks noGrp="1"/>
          </p:cNvSpPr>
          <p:nvPr>
            <p:ph sz="quarter" idx="16"/>
          </p:nvPr>
        </p:nvSpPr>
        <p:spPr/>
        <p:txBody>
          <a:bodyPr>
            <a:normAutofit lnSpcReduction="10000"/>
          </a:bodyPr>
          <a:lstStyle/>
          <a:p>
            <a:pPr marL="0" indent="0">
              <a:buNone/>
            </a:pPr>
            <a:r>
              <a:rPr lang="en-US" dirty="0" smtClean="0"/>
              <a:t>Data Warehouse Gives</a:t>
            </a:r>
            <a:br>
              <a:rPr lang="en-US" dirty="0" smtClean="0"/>
            </a:br>
            <a:r>
              <a:rPr lang="en-US" dirty="0" err="1" smtClean="0"/>
              <a:t>Nordea</a:t>
            </a:r>
            <a:r>
              <a:rPr lang="en-US" dirty="0" smtClean="0"/>
              <a:t> Bank a Single </a:t>
            </a:r>
            <a:br>
              <a:rPr lang="en-US" dirty="0" smtClean="0"/>
            </a:br>
            <a:r>
              <a:rPr lang="en-US" dirty="0" smtClean="0"/>
              <a:t>Version of the Truth</a:t>
            </a:r>
          </a:p>
          <a:p>
            <a:pPr lvl="1"/>
            <a:r>
              <a:rPr lang="en-US" dirty="0"/>
              <a:t>What are other advantages (not mentioned in the case) that </a:t>
            </a:r>
            <a:r>
              <a:rPr lang="en-US" dirty="0" err="1"/>
              <a:t>Nordea</a:t>
            </a:r>
            <a:r>
              <a:rPr lang="en-US" dirty="0"/>
              <a:t> Bank might realize from its data warehouse?</a:t>
            </a:r>
          </a:p>
          <a:p>
            <a:pPr lvl="1"/>
            <a:r>
              <a:rPr lang="en-US" dirty="0"/>
              <a:t>What recommendations would you give to </a:t>
            </a:r>
            <a:r>
              <a:rPr lang="en-US" dirty="0" err="1"/>
              <a:t>Nordea</a:t>
            </a:r>
            <a:r>
              <a:rPr lang="en-US" dirty="0"/>
              <a:t> Bank about incorporating Big Data into their bank’s data management? Provide </a:t>
            </a:r>
            <a:r>
              <a:rPr lang="en-US" dirty="0" smtClean="0"/>
              <a:t>specific </a:t>
            </a:r>
            <a:r>
              <a:rPr lang="en-US" dirty="0"/>
              <a:t>examples of what types of Big Data you think </a:t>
            </a:r>
            <a:r>
              <a:rPr lang="en-US" dirty="0" err="1"/>
              <a:t>Nordea</a:t>
            </a:r>
            <a:r>
              <a:rPr lang="en-US" dirty="0"/>
              <a:t> should consider.</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1537837"/>
            <a:ext cx="2362200" cy="17387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744700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p:txBody>
          <a:bodyPr/>
          <a:lstStyle/>
          <a:p>
            <a:r>
              <a:rPr lang="en-US" dirty="0" smtClean="0"/>
              <a:t>Knowledge Management</a:t>
            </a:r>
            <a:endParaRPr lang="en-US" dirty="0"/>
          </a:p>
        </p:txBody>
      </p:sp>
      <p:sp>
        <p:nvSpPr>
          <p:cNvPr id="7" name="Text Placeholder 6"/>
          <p:cNvSpPr>
            <a:spLocks noGrp="1"/>
          </p:cNvSpPr>
          <p:nvPr>
            <p:ph type="body" sz="quarter" idx="14"/>
          </p:nvPr>
        </p:nvSpPr>
        <p:spPr/>
        <p:txBody>
          <a:bodyPr/>
          <a:lstStyle/>
          <a:p>
            <a:r>
              <a:rPr lang="en-US" dirty="0" smtClean="0"/>
              <a:t>3.5</a:t>
            </a:r>
            <a:endParaRPr lang="en-US" dirty="0"/>
          </a:p>
        </p:txBody>
      </p:sp>
      <p:sp>
        <p:nvSpPr>
          <p:cNvPr id="8" name="Content Placeholder 7"/>
          <p:cNvSpPr>
            <a:spLocks noGrp="1"/>
          </p:cNvSpPr>
          <p:nvPr>
            <p:ph sz="quarter" idx="15"/>
          </p:nvPr>
        </p:nvSpPr>
        <p:spPr/>
        <p:txBody>
          <a:bodyPr/>
          <a:lstStyle/>
          <a:p>
            <a:r>
              <a:rPr lang="en-US" dirty="0" smtClean="0"/>
              <a:t>Concepts and Definitions</a:t>
            </a:r>
          </a:p>
          <a:p>
            <a:r>
              <a:rPr lang="en-US" dirty="0" smtClean="0"/>
              <a:t>Knowledge Management Systems</a:t>
            </a:r>
          </a:p>
          <a:p>
            <a:r>
              <a:rPr lang="en-US" dirty="0" smtClean="0"/>
              <a:t>The KMS Cycle</a:t>
            </a:r>
          </a:p>
        </p:txBody>
      </p:sp>
    </p:spTree>
    <p:extLst>
      <p:ext uri="{BB962C8B-B14F-4D97-AF65-F5344CB8AC3E}">
        <p14:creationId xmlns:p14="http://schemas.microsoft.com/office/powerpoint/2010/main" val="22424761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US" dirty="0" smtClean="0"/>
              <a:t>Concepts and Definitions</a:t>
            </a:r>
            <a:endParaRPr lang="en-US" dirty="0"/>
          </a:p>
        </p:txBody>
      </p:sp>
      <p:sp>
        <p:nvSpPr>
          <p:cNvPr id="6" name="Content Placeholder 5"/>
          <p:cNvSpPr>
            <a:spLocks noGrp="1"/>
          </p:cNvSpPr>
          <p:nvPr>
            <p:ph sz="quarter" idx="15"/>
          </p:nvPr>
        </p:nvSpPr>
        <p:spPr/>
        <p:txBody>
          <a:bodyPr/>
          <a:lstStyle/>
          <a:p>
            <a:r>
              <a:rPr lang="en-US" dirty="0" smtClean="0"/>
              <a:t>Knowledge Management</a:t>
            </a:r>
          </a:p>
          <a:p>
            <a:r>
              <a:rPr lang="en-US" dirty="0" smtClean="0"/>
              <a:t>Knowledge</a:t>
            </a:r>
          </a:p>
          <a:p>
            <a:r>
              <a:rPr lang="en-US" dirty="0" smtClean="0"/>
              <a:t>Explicit and Tacit Knowledge</a:t>
            </a:r>
          </a:p>
          <a:p>
            <a:r>
              <a:rPr lang="en-US" dirty="0" smtClean="0"/>
              <a:t>Knowledge Management Systems</a:t>
            </a:r>
          </a:p>
          <a:p>
            <a:r>
              <a:rPr lang="en-US" dirty="0" smtClean="0"/>
              <a:t>The KMS Cycle</a:t>
            </a:r>
            <a:endParaRPr lang="en-US" dirty="0"/>
          </a:p>
        </p:txBody>
      </p:sp>
    </p:spTree>
    <p:extLst>
      <p:ext uri="{BB962C8B-B14F-4D97-AF65-F5344CB8AC3E}">
        <p14:creationId xmlns:p14="http://schemas.microsoft.com/office/powerpoint/2010/main" val="121513616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a:bodyPr>
          <a:lstStyle/>
          <a:p>
            <a:r>
              <a:rPr lang="en-US" dirty="0" smtClean="0"/>
              <a:t>Figure 3.8: The Knowledge Management System </a:t>
            </a:r>
            <a:r>
              <a:rPr lang="en-US" dirty="0" smtClean="0"/>
              <a:t>Cycle</a:t>
            </a:r>
            <a:endParaRPr lang="en-US" dirty="0"/>
          </a:p>
        </p:txBody>
      </p:sp>
      <p:pic>
        <p:nvPicPr>
          <p:cNvPr id="6" name="Content Placeholder 5" descr="Chapter_04_illus4"/>
          <p:cNvPicPr>
            <a:picLocks noGrp="1" noChangeAspect="1" noChangeArrowheads="1"/>
          </p:cNvPicPr>
          <p:nvPr>
            <p:ph sz="quarter" idx="15"/>
          </p:nvPr>
        </p:nvPicPr>
        <p:blipFill>
          <a:blip r:embed="rId2">
            <a:extLst>
              <a:ext uri="{28A0092B-C50C-407E-A947-70E740481C1C}">
                <a14:useLocalDpi xmlns:a14="http://schemas.microsoft.com/office/drawing/2010/main" val="0"/>
              </a:ext>
            </a:extLst>
          </a:blip>
          <a:srcRect/>
          <a:stretch>
            <a:fillRect/>
          </a:stretch>
        </p:blipFill>
        <p:spPr>
          <a:xfrm>
            <a:off x="436473" y="2256698"/>
            <a:ext cx="8250327" cy="3991702"/>
          </a:xfrm>
        </p:spPr>
      </p:pic>
    </p:spTree>
    <p:extLst>
      <p:ext uri="{BB962C8B-B14F-4D97-AF65-F5344CB8AC3E}">
        <p14:creationId xmlns:p14="http://schemas.microsoft.com/office/powerpoint/2010/main" val="166167126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eorgia Custom">
      <a:majorFont>
        <a:latin typeface="Georgia"/>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21510</TotalTime>
  <Words>3506</Words>
  <Application>Microsoft Office PowerPoint</Application>
  <PresentationFormat>On-screen Show (4:3)</PresentationFormat>
  <Paragraphs>319</Paragraphs>
  <Slides>42</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Adobe Fan Heiti Std B</vt:lpstr>
      <vt:lpstr>Arial</vt:lpstr>
      <vt:lpstr>Calibri</vt:lpstr>
      <vt:lpstr>Century Gothic</vt:lpstr>
      <vt:lpstr>Garamond</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dc:title>
  <dc:creator>John Kenneth Corley</dc:creator>
  <cp:lastModifiedBy>INFT-DELL-DL-L3</cp:lastModifiedBy>
  <cp:revision>620</cp:revision>
  <dcterms:created xsi:type="dcterms:W3CDTF">2013-08-07T23:49:12Z</dcterms:created>
  <dcterms:modified xsi:type="dcterms:W3CDTF">2025-08-04T10:07:54Z</dcterms:modified>
</cp:coreProperties>
</file>