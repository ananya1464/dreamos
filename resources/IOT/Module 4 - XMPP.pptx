
<file path=[Content_Types].xml><?xml version="1.0" encoding="utf-8"?>
<Types xmlns="http://schemas.openxmlformats.org/package/2006/content-types">
  <Override PartName="/ppt/slides/slide6.xml" ContentType="application/vnd.openxmlformats-officedocument.presentationml.slide+xml"/>
  <Override PartName="/ppt/slides/slide29.xml" ContentType="application/vnd.openxmlformats-officedocument.presentationml.slide+xml"/>
  <Override PartName="/ppt/slideLayouts/slideLayout8.xml" ContentType="application/vnd.openxmlformats-officedocument.presentationml.slideLayout+xml"/>
  <Override PartName="/ppt/slideLayouts/slideLayout19.xml" ContentType="application/vnd.openxmlformats-officedocument.presentationml.slideLayout+xml"/>
  <Override PartName="/ppt/notesSlides/notesSlide2.xml" ContentType="application/vnd.openxmlformats-officedocument.presentationml.notesSlide+xml"/>
  <Override PartName="/ppt/slideMasters/slideMaster1.xml" ContentType="application/vnd.openxmlformats-officedocument.presentationml.slideMaster+xml"/>
  <Override PartName="/ppt/slides/slide4.xml" ContentType="application/vnd.openxmlformats-officedocument.presentationml.slide+xml"/>
  <Override PartName="/ppt/slides/slide18.xml" ContentType="application/vnd.openxmlformats-officedocument.presentationml.slide+xml"/>
  <Override PartName="/ppt/slides/slide27.xml" ContentType="application/vnd.openxmlformats-officedocument.presentationml.slide+xml"/>
  <Override PartName="/ppt/slideLayouts/slideLayout4.xml" ContentType="application/vnd.openxmlformats-officedocument.presentationml.slideLayout+xml"/>
  <Override PartName="/ppt/slideLayouts/slideLayout6.xml" ContentType="application/vnd.openxmlformats-officedocument.presentationml.slideLayout+xml"/>
  <Override PartName="/ppt/slideLayouts/slideLayout17.xml" ContentType="application/vnd.openxmlformats-officedocument.presentationml.slideLayout+xml"/>
  <Override PartName="/ppt/theme/theme3.xml" ContentType="application/vnd.openxmlformats-officedocument.theme+xml"/>
  <Override PartName="/ppt/slides/slide2.xml" ContentType="application/vnd.openxmlformats-officedocument.presentationml.slide+xml"/>
  <Override PartName="/ppt/slides/slide16.xml" ContentType="application/vnd.openxmlformats-officedocument.presentationml.slide+xml"/>
  <Override PartName="/ppt/slides/slide25.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Override PartName="/ppt/slideLayouts/slideLayout15.xml" ContentType="application/vnd.openxmlformats-officedocument.presentationml.slideLayout+xml"/>
  <Default Extension="rels" ContentType="application/vnd.openxmlformats-package.relationships+xml"/>
  <Default Extension="xml" ContentType="application/xml"/>
  <Override PartName="/ppt/slides/slide14.xml" ContentType="application/vnd.openxmlformats-officedocument.presentationml.slide+xml"/>
  <Override PartName="/ppt/slides/slide23.xml" ContentType="application/vnd.openxmlformats-officedocument.presentationml.slide+xml"/>
  <Override PartName="/ppt/notesMasters/notesMaster1.xml" ContentType="application/vnd.openxmlformats-officedocument.presentationml.notesMaster+xml"/>
  <Override PartName="/ppt/slideLayouts/slideLayout13.xml" ContentType="application/vnd.openxmlformats-officedocument.presentationml.slideLayout+xml"/>
  <Override PartName="/ppt/slideLayouts/slideLayout22.xml" ContentType="application/vnd.openxmlformats-officedocument.presentationml.slideLayout+xml"/>
  <Override PartName="/ppt/slides/slide10.xml" ContentType="application/vnd.openxmlformats-officedocument.presentationml.slide+xml"/>
  <Override PartName="/ppt/slides/slide12.xml" ContentType="application/vnd.openxmlformats-officedocument.presentationml.slide+xml"/>
  <Override PartName="/ppt/slides/slide21.xml" ContentType="application/vnd.openxmlformats-officedocument.presentationml.slide+xml"/>
  <Override PartName="/ppt/slides/slide30.xml" ContentType="application/vnd.openxmlformats-officedocument.presentationml.slide+xml"/>
  <Override PartName="/ppt/tableStyles.xml" ContentType="application/vnd.openxmlformats-officedocument.presentationml.tableStyles+xml"/>
  <Override PartName="/ppt/slideLayouts/slideLayout11.xml" ContentType="application/vnd.openxmlformats-officedocument.presentationml.slideLayout+xml"/>
  <Override PartName="/ppt/slideLayouts/slideLayout20.xml" ContentType="application/vnd.openxmlformats-officedocument.presentationml.slideLayout+xml"/>
  <Override PartName="/ppt/notesSlides/notesSlide9.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10.xml" ContentType="application/vnd.openxmlformats-officedocument.presentationml.notes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handoutMasters/handoutMaster1.xml" ContentType="application/vnd.openxmlformats-officedocument.presentationml.handoutMaster+xml"/>
  <Override PartName="/ppt/viewProps.xml" ContentType="application/vnd.openxmlformats-officedocument.presentationml.viewProps+xml"/>
  <Override PartName="/ppt/slideLayouts/slideLayout9.xml" ContentType="application/vnd.openxmlformats-officedocument.presentationml.slideLayout+xml"/>
  <Override PartName="/ppt/notesSlides/notesSlide4.xml" ContentType="application/vnd.openxmlformats-officedocument.presentationml.notesSlide+xml"/>
  <Override PartName="/ppt/notesSlides/notesSlide5.xml" ContentType="application/vnd.openxmlformats-officedocument.presentationml.notesSlide+xml"/>
  <Override PartName="/docProps/core.xml" ContentType="application/vnd.openxmlformats-package.core-properties+xml"/>
  <Override PartName="/ppt/slideMasters/slideMaster2.xml" ContentType="application/vnd.openxmlformats-officedocument.presentationml.slideMaster+xml"/>
  <Override PartName="/ppt/slides/slide5.xml" ContentType="application/vnd.openxmlformats-officedocument.presentationml.slide+xml"/>
  <Override PartName="/ppt/slides/slide19.xml" ContentType="application/vnd.openxmlformats-officedocument.presentationml.slide+xml"/>
  <Override PartName="/ppt/slides/slide28.xml" ContentType="application/vnd.openxmlformats-officedocument.presentationml.slide+xml"/>
  <Override PartName="/ppt/slideLayouts/slideLayout7.xml" ContentType="application/vnd.openxmlformats-officedocument.presentationml.slideLayout+xml"/>
  <Default Extension="png" ContentType="image/png"/>
  <Override PartName="/ppt/theme/theme4.xml" ContentType="application/vnd.openxmlformats-officedocument.theme+xml"/>
  <Override PartName="/ppt/notesSlides/notesSlide1.xml" ContentType="application/vnd.openxmlformats-officedocument.presentationml.notesSlide+xml"/>
  <Override PartName="/ppt/notesSlides/notesSlide3.xml" ContentType="application/vnd.openxmlformats-officedocument.presentationml.notesSlide+xml"/>
  <Override PartName="/ppt/slides/slide3.xml" ContentType="application/vnd.openxmlformats-officedocument.presentationml.slide+xml"/>
  <Override PartName="/ppt/slides/slide17.xml" ContentType="application/vnd.openxmlformats-officedocument.presentationml.slide+xml"/>
  <Override PartName="/ppt/slides/slide26.xml" ContentType="application/vnd.openxmlformats-officedocument.presentationml.slide+xml"/>
  <Override PartName="/ppt/presProps.xml" ContentType="application/vnd.openxmlformats-officedocument.presentationml.presProps+xml"/>
  <Override PartName="/ppt/slideLayouts/slideLayout5.xml" ContentType="application/vnd.openxmlformats-officedocument.presentationml.slideLayout+xml"/>
  <Override PartName="/ppt/slideLayouts/slideLayout18.xml" ContentType="application/vnd.openxmlformats-officedocument.presentationml.slideLayout+xml"/>
  <Override PartName="/ppt/theme/theme2.xml" ContentType="application/vnd.openxmlformats-officedocument.theme+xml"/>
  <Override PartName="/ppt/slides/slide1.xml" ContentType="application/vnd.openxmlformats-officedocument.presentationml.slide+xml"/>
  <Override PartName="/ppt/slides/slide15.xml" ContentType="application/vnd.openxmlformats-officedocument.presentationml.slide+xml"/>
  <Override PartName="/ppt/slides/slide24.xml" ContentType="application/vnd.openxmlformats-officedocument.presentationml.slide+xml"/>
  <Override PartName="/ppt/slideLayouts/slideLayout3.xml" ContentType="application/vnd.openxmlformats-officedocument.presentationml.slideLayout+xml"/>
  <Default Extension="jpeg" ContentType="image/jpeg"/>
  <Override PartName="/ppt/slideLayouts/slideLayout16.xml" ContentType="application/vnd.openxmlformats-officedocument.presentationml.slideLayout+xml"/>
  <Override PartName="/ppt/presentation.xml" ContentType="application/vnd.openxmlformats-officedocument.presentationml.presentation.main+xml"/>
  <Override PartName="/ppt/slides/slide13.xml" ContentType="application/vnd.openxmlformats-officedocument.presentationml.slide+xml"/>
  <Override PartName="/ppt/slides/slide22.xml" ContentType="application/vnd.openxmlformats-officedocument.presentationml.slide+xml"/>
  <Override PartName="/ppt/slideLayouts/slideLayout1.xml" ContentType="application/vnd.openxmlformats-officedocument.presentationml.slideLayout+xml"/>
  <Override PartName="/ppt/slideLayouts/slideLayout14.xml" ContentType="application/vnd.openxmlformats-officedocument.presentationml.slideLayout+xml"/>
  <Override PartName="/ppt/slideLayouts/slideLayout23.xml" ContentType="application/vnd.openxmlformats-officedocument.presentationml.slideLayout+xml"/>
  <Override PartName="/docProps/app.xml" ContentType="application/vnd.openxmlformats-officedocument.extended-properties+xml"/>
  <Override PartName="/ppt/slides/slide11.xml" ContentType="application/vnd.openxmlformats-officedocument.presentationml.slide+xml"/>
  <Override PartName="/ppt/slides/slide20.xml" ContentType="application/vnd.openxmlformats-officedocument.presentationml.slide+xml"/>
  <Override PartName="/ppt/slideLayouts/slideLayout12.xml" ContentType="application/vnd.openxmlformats-officedocument.presentationml.slideLayout+xml"/>
  <Override PartName="/ppt/slideLayouts/slideLayout21.xml" ContentType="application/vnd.openxmlformats-officedocument.presentationml.slideLayout+xml"/>
  <Override PartName="/ppt/slideLayouts/slideLayout10.xml" ContentType="application/vnd.openxmlformats-officedocument.presentationml.slideLayout+xml"/>
  <Override PartName="/ppt/notesSlides/notesSlide8.xml" ContentType="application/vnd.openxmlformats-officedocument.presentationml.notesSlide+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830" r:id="rId1"/>
    <p:sldMasterId id="2147483921" r:id="rId2"/>
  </p:sldMasterIdLst>
  <p:notesMasterIdLst>
    <p:notesMasterId r:id="rId33"/>
  </p:notesMasterIdLst>
  <p:handoutMasterIdLst>
    <p:handoutMasterId r:id="rId34"/>
  </p:handoutMasterIdLst>
  <p:sldIdLst>
    <p:sldId id="507" r:id="rId3"/>
    <p:sldId id="534" r:id="rId4"/>
    <p:sldId id="535" r:id="rId5"/>
    <p:sldId id="530" r:id="rId6"/>
    <p:sldId id="538" r:id="rId7"/>
    <p:sldId id="528" r:id="rId8"/>
    <p:sldId id="508" r:id="rId9"/>
    <p:sldId id="536" r:id="rId10"/>
    <p:sldId id="537" r:id="rId11"/>
    <p:sldId id="542" r:id="rId12"/>
    <p:sldId id="543" r:id="rId13"/>
    <p:sldId id="509" r:id="rId14"/>
    <p:sldId id="539" r:id="rId15"/>
    <p:sldId id="510" r:id="rId16"/>
    <p:sldId id="511" r:id="rId17"/>
    <p:sldId id="540" r:id="rId18"/>
    <p:sldId id="533" r:id="rId19"/>
    <p:sldId id="541" r:id="rId20"/>
    <p:sldId id="526" r:id="rId21"/>
    <p:sldId id="512" r:id="rId22"/>
    <p:sldId id="514" r:id="rId23"/>
    <p:sldId id="515" r:id="rId24"/>
    <p:sldId id="516" r:id="rId25"/>
    <p:sldId id="517" r:id="rId26"/>
    <p:sldId id="518" r:id="rId27"/>
    <p:sldId id="519" r:id="rId28"/>
    <p:sldId id="523" r:id="rId29"/>
    <p:sldId id="524" r:id="rId30"/>
    <p:sldId id="531" r:id="rId31"/>
    <p:sldId id="532" r:id="rId32"/>
  </p:sldIdLst>
  <p:sldSz cx="9144000" cy="6858000" type="screen4x3"/>
  <p:notesSz cx="7010400" cy="9296400"/>
  <p:defaultTextStyle>
    <a:defPPr>
      <a:defRPr lang="en-US"/>
    </a:defPPr>
    <a:lvl1pPr algn="l" rtl="0" fontAlgn="base">
      <a:spcBef>
        <a:spcPct val="0"/>
      </a:spcBef>
      <a:spcAft>
        <a:spcPct val="0"/>
      </a:spcAft>
      <a:defRPr sz="2400" kern="1200">
        <a:solidFill>
          <a:schemeClr val="tx1"/>
        </a:solidFill>
        <a:latin typeface="Arial" panose="020B0604020202020204" pitchFamily="34" charset="0"/>
        <a:ea typeface="ＭＳ Ｐゴシック" panose="020B0600070205080204" pitchFamily="34" charset="-128"/>
        <a:cs typeface="+mn-cs"/>
      </a:defRPr>
    </a:lvl1pPr>
    <a:lvl2pPr marL="457200" algn="l" rtl="0" fontAlgn="base">
      <a:spcBef>
        <a:spcPct val="0"/>
      </a:spcBef>
      <a:spcAft>
        <a:spcPct val="0"/>
      </a:spcAft>
      <a:defRPr sz="2400" kern="1200">
        <a:solidFill>
          <a:schemeClr val="tx1"/>
        </a:solidFill>
        <a:latin typeface="Arial" panose="020B0604020202020204" pitchFamily="34" charset="0"/>
        <a:ea typeface="ＭＳ Ｐゴシック" panose="020B0600070205080204" pitchFamily="34" charset="-128"/>
        <a:cs typeface="+mn-cs"/>
      </a:defRPr>
    </a:lvl2pPr>
    <a:lvl3pPr marL="914400" algn="l" rtl="0" fontAlgn="base">
      <a:spcBef>
        <a:spcPct val="0"/>
      </a:spcBef>
      <a:spcAft>
        <a:spcPct val="0"/>
      </a:spcAft>
      <a:defRPr sz="2400" kern="1200">
        <a:solidFill>
          <a:schemeClr val="tx1"/>
        </a:solidFill>
        <a:latin typeface="Arial" panose="020B0604020202020204" pitchFamily="34" charset="0"/>
        <a:ea typeface="ＭＳ Ｐゴシック" panose="020B0600070205080204" pitchFamily="34" charset="-128"/>
        <a:cs typeface="+mn-cs"/>
      </a:defRPr>
    </a:lvl3pPr>
    <a:lvl4pPr marL="1371600" algn="l" rtl="0" fontAlgn="base">
      <a:spcBef>
        <a:spcPct val="0"/>
      </a:spcBef>
      <a:spcAft>
        <a:spcPct val="0"/>
      </a:spcAft>
      <a:defRPr sz="2400" kern="1200">
        <a:solidFill>
          <a:schemeClr val="tx1"/>
        </a:solidFill>
        <a:latin typeface="Arial" panose="020B0604020202020204" pitchFamily="34" charset="0"/>
        <a:ea typeface="ＭＳ Ｐゴシック" panose="020B0600070205080204" pitchFamily="34" charset="-128"/>
        <a:cs typeface="+mn-cs"/>
      </a:defRPr>
    </a:lvl4pPr>
    <a:lvl5pPr marL="1828800" algn="l" rtl="0" fontAlgn="base">
      <a:spcBef>
        <a:spcPct val="0"/>
      </a:spcBef>
      <a:spcAft>
        <a:spcPct val="0"/>
      </a:spcAft>
      <a:defRPr sz="2400" kern="1200">
        <a:solidFill>
          <a:schemeClr val="tx1"/>
        </a:solidFill>
        <a:latin typeface="Arial" panose="020B0604020202020204" pitchFamily="34" charset="0"/>
        <a:ea typeface="ＭＳ Ｐゴシック" panose="020B0600070205080204" pitchFamily="34" charset="-128"/>
        <a:cs typeface="+mn-cs"/>
      </a:defRPr>
    </a:lvl5pPr>
    <a:lvl6pPr marL="2286000" algn="l" defTabSz="914400" rtl="0" eaLnBrk="1" latinLnBrk="0" hangingPunct="1">
      <a:defRPr sz="2400" kern="1200">
        <a:solidFill>
          <a:schemeClr val="tx1"/>
        </a:solidFill>
        <a:latin typeface="Arial" panose="020B0604020202020204" pitchFamily="34" charset="0"/>
        <a:ea typeface="ＭＳ Ｐゴシック" panose="020B0600070205080204" pitchFamily="34" charset="-128"/>
        <a:cs typeface="+mn-cs"/>
      </a:defRPr>
    </a:lvl6pPr>
    <a:lvl7pPr marL="2743200" algn="l" defTabSz="914400" rtl="0" eaLnBrk="1" latinLnBrk="0" hangingPunct="1">
      <a:defRPr sz="2400" kern="1200">
        <a:solidFill>
          <a:schemeClr val="tx1"/>
        </a:solidFill>
        <a:latin typeface="Arial" panose="020B0604020202020204" pitchFamily="34" charset="0"/>
        <a:ea typeface="ＭＳ Ｐゴシック" panose="020B0600070205080204" pitchFamily="34" charset="-128"/>
        <a:cs typeface="+mn-cs"/>
      </a:defRPr>
    </a:lvl7pPr>
    <a:lvl8pPr marL="3200400" algn="l" defTabSz="914400" rtl="0" eaLnBrk="1" latinLnBrk="0" hangingPunct="1">
      <a:defRPr sz="2400" kern="1200">
        <a:solidFill>
          <a:schemeClr val="tx1"/>
        </a:solidFill>
        <a:latin typeface="Arial" panose="020B0604020202020204" pitchFamily="34" charset="0"/>
        <a:ea typeface="ＭＳ Ｐゴシック" panose="020B0600070205080204" pitchFamily="34" charset="-128"/>
        <a:cs typeface="+mn-cs"/>
      </a:defRPr>
    </a:lvl8pPr>
    <a:lvl9pPr marL="3657600" algn="l" defTabSz="914400" rtl="0" eaLnBrk="1" latinLnBrk="0" hangingPunct="1">
      <a:defRPr sz="2400" kern="1200">
        <a:solidFill>
          <a:schemeClr val="tx1"/>
        </a:solidFill>
        <a:latin typeface="Arial" panose="020B0604020202020204" pitchFamily="34" charset="0"/>
        <a:ea typeface="ＭＳ Ｐゴシック" panose="020B0600070205080204" pitchFamily="34" charset="-128"/>
        <a:cs typeface="+mn-cs"/>
      </a:defRPr>
    </a:lvl9pPr>
  </p:defaultTextStyle>
  <p:extLst>
    <p:ext uri="{EFAFB233-063F-42B5-8137-9DF3F51BA10A}">
      <p15:sldGuideLst xmlns:p15="http://schemas.microsoft.com/office/powerpoint/2012/main" xmlns="">
        <p15:guide id="1" orient="horz" pos="2160">
          <p15:clr>
            <a:srgbClr val="A4A3A4"/>
          </p15:clr>
        </p15:guide>
        <p15:guide id="2" pos="2880">
          <p15:clr>
            <a:srgbClr val="A4A3A4"/>
          </p15:clr>
        </p15:guide>
      </p15:sldGuideLst>
    </p:ext>
    <p:ext uri="{2D200454-40CA-4A62-9FC3-DE9A4176ACB9}">
      <p15:notesGuideLst xmlns:p15="http://schemas.microsoft.com/office/powerpoint/2012/main" xmlns="">
        <p15:guide id="1" orient="horz" pos="2928">
          <p15:clr>
            <a:srgbClr val="A4A3A4"/>
          </p15:clr>
        </p15:guide>
        <p15:guide id="2" pos="2208">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xmlns="">
          <a:srgbClr val="FF0000"/>
        </p14:laserClr>
      </p:ext>
      <p:ext uri="{2FDB2607-1784-4EEB-B798-7EB5836EED8A}">
        <p14:showMediaCtrls xmlns:p14="http://schemas.microsoft.com/office/powerpoint/2010/main" xmlns="" val="1"/>
      </p:ext>
    </p:extLst>
  </p:showPr>
  <p:clrMru>
    <a:srgbClr val="D88F34"/>
    <a:srgbClr val="BA2F1E"/>
    <a:srgbClr val="BF2E1A"/>
    <a:srgbClr val="787763"/>
    <a:srgbClr val="666666"/>
    <a:srgbClr val="C0C0C4"/>
    <a:srgbClr val="8E8E95"/>
    <a:srgbClr val="5F5F65"/>
  </p:clrMru>
  <p:extLst>
    <p:ext uri="{E76CE94A-603C-4142-B9EB-6D1370010A27}">
      <p14:discardImageEditData xmlns:p14="http://schemas.microsoft.com/office/powerpoint/2010/main" xmlns="" val="0"/>
    </p:ext>
    <p:ext uri="{D31A062A-798A-4329-ABDD-BBA856620510}">
      <p14:defaultImageDpi xmlns:p14="http://schemas.microsoft.com/office/powerpoint/2010/main" xmlns="" val="220"/>
    </p:ext>
    <p:ext uri="{FD5EFAAD-0ECE-453E-9831-46B23BE46B34}">
      <p15:chartTrackingRefBased xmlns:p15="http://schemas.microsoft.com/office/powerpoint/2012/main" xmlns=""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showOutlineIcons="0">
    <p:restoredLeft sz="15620"/>
    <p:restoredTop sz="94660"/>
  </p:normalViewPr>
  <p:slideViewPr>
    <p:cSldViewPr snapToGrid="0" snapToObjects="1">
      <p:cViewPr varScale="1">
        <p:scale>
          <a:sx n="68" d="100"/>
          <a:sy n="68" d="100"/>
        </p:scale>
        <p:origin x="-1446" y="-96"/>
      </p:cViewPr>
      <p:guideLst>
        <p:guide orient="horz" pos="2160"/>
        <p:guide pos="2880"/>
      </p:guideLst>
    </p:cSldViewPr>
  </p:slideViewPr>
  <p:notesTextViewPr>
    <p:cViewPr>
      <p:scale>
        <a:sx n="100" d="100"/>
        <a:sy n="100" d="100"/>
      </p:scale>
      <p:origin x="0" y="0"/>
    </p:cViewPr>
  </p:notesTextViewPr>
  <p:sorterViewPr>
    <p:cViewPr>
      <p:scale>
        <a:sx n="50" d="100"/>
        <a:sy n="50" d="100"/>
      </p:scale>
      <p:origin x="0" y="0"/>
    </p:cViewPr>
  </p:sorterViewPr>
  <p:notesViewPr>
    <p:cSldViewPr snapToGrid="0" snapToObjects="1">
      <p:cViewPr varScale="1">
        <p:scale>
          <a:sx n="96" d="100"/>
          <a:sy n="96" d="100"/>
        </p:scale>
        <p:origin x="-2538" y="-108"/>
      </p:cViewPr>
      <p:guideLst>
        <p:guide orient="horz" pos="2928"/>
        <p:guide pos="2208"/>
      </p:guideLst>
    </p:cSldViewPr>
  </p:notesViewPr>
  <p:gridSpacing cx="78028800" cy="78028800"/>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slide" Target="slides/slide24.xml"/><Relationship Id="rId3" Type="http://schemas.openxmlformats.org/officeDocument/2006/relationships/slide" Target="slides/slide1.xml"/><Relationship Id="rId21" Type="http://schemas.openxmlformats.org/officeDocument/2006/relationships/slide" Target="slides/slide19.xml"/><Relationship Id="rId34" Type="http://schemas.openxmlformats.org/officeDocument/2006/relationships/handoutMaster" Target="handoutMasters/handoutMaster1.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notesMaster" Target="notesMasters/notesMaster1.xml"/><Relationship Id="rId38" Type="http://schemas.openxmlformats.org/officeDocument/2006/relationships/tableStyles" Target="tableStyles.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slide" Target="slides/slide18.xml"/><Relationship Id="rId29" Type="http://schemas.openxmlformats.org/officeDocument/2006/relationships/slide" Target="slides/slide27.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slide" Target="slides/slide30.xml"/><Relationship Id="rId37" Type="http://schemas.openxmlformats.org/officeDocument/2006/relationships/theme" Target="theme/theme1.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viewProps" Target="viewProps.xml"/><Relationship Id="rId10" Type="http://schemas.openxmlformats.org/officeDocument/2006/relationships/slide" Target="slides/slide8.xml"/><Relationship Id="rId19" Type="http://schemas.openxmlformats.org/officeDocument/2006/relationships/slide" Target="slides/slide17.xml"/><Relationship Id="rId31" Type="http://schemas.openxmlformats.org/officeDocument/2006/relationships/slide" Target="slides/slide29.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openxmlformats.org/officeDocument/2006/relationships/presProps" Target="presProp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083" name="Rectangle 11"/>
          <p:cNvSpPr>
            <a:spLocks noChangeArrowheads="1"/>
          </p:cNvSpPr>
          <p:nvPr/>
        </p:nvSpPr>
        <p:spPr bwMode="auto">
          <a:xfrm>
            <a:off x="6249988" y="8609013"/>
            <a:ext cx="449262" cy="212725"/>
          </a:xfrm>
          <a:prstGeom prst="rect">
            <a:avLst/>
          </a:prstGeom>
          <a:noFill/>
          <a:ln w="9525">
            <a:noFill/>
            <a:miter lim="800000"/>
            <a:headEnd/>
            <a:tailEnd/>
          </a:ln>
          <a:effectLst/>
        </p:spPr>
        <p:txBody>
          <a:bodyPr wrap="none" anchor="ctr"/>
          <a:lstStyle/>
          <a:p>
            <a:pPr algn="ctr" eaLnBrk="0" hangingPunct="0">
              <a:lnSpc>
                <a:spcPct val="90000"/>
              </a:lnSpc>
              <a:defRPr/>
            </a:pPr>
            <a:endParaRPr lang="en-US">
              <a:latin typeface="Arial" charset="0"/>
              <a:ea typeface="ＭＳ Ｐゴシック" charset="-128"/>
              <a:cs typeface="ＭＳ Ｐゴシック" charset="-128"/>
            </a:endParaRPr>
          </a:p>
        </p:txBody>
      </p:sp>
      <p:sp>
        <p:nvSpPr>
          <p:cNvPr id="3084" name="Rectangle 12"/>
          <p:cNvSpPr>
            <a:spLocks noChangeArrowheads="1"/>
          </p:cNvSpPr>
          <p:nvPr/>
        </p:nvSpPr>
        <p:spPr bwMode="auto">
          <a:xfrm>
            <a:off x="57150" y="8785225"/>
            <a:ext cx="2619375" cy="347663"/>
          </a:xfrm>
          <a:prstGeom prst="rect">
            <a:avLst/>
          </a:prstGeom>
          <a:noFill/>
          <a:ln w="9525">
            <a:noFill/>
            <a:miter lim="800000"/>
            <a:headEnd/>
            <a:tailEnd/>
          </a:ln>
          <a:effectLst/>
        </p:spPr>
        <p:txBody>
          <a:bodyPr lIns="95667" tIns="50185" rIns="95667" bIns="50185">
            <a:spAutoFit/>
          </a:bodyPr>
          <a:lstStyle>
            <a:lvl1pPr defTabSz="611188" eaLnBrk="0" hangingPunct="0">
              <a:tabLst>
                <a:tab pos="2387600" algn="l"/>
                <a:tab pos="4830763" algn="l"/>
              </a:tabLst>
              <a:defRPr sz="2400">
                <a:solidFill>
                  <a:schemeClr val="tx1"/>
                </a:solidFill>
                <a:latin typeface="Arial" panose="020B0604020202020204" pitchFamily="34" charset="0"/>
                <a:ea typeface="ＭＳ Ｐゴシック" panose="020B0600070205080204" pitchFamily="34" charset="-128"/>
              </a:defRPr>
            </a:lvl1pPr>
            <a:lvl2pPr marL="37931725" indent="-37474525" defTabSz="611188" eaLnBrk="0" hangingPunct="0">
              <a:tabLst>
                <a:tab pos="2387600" algn="l"/>
                <a:tab pos="4830763" algn="l"/>
              </a:tabLst>
              <a:defRPr sz="2400">
                <a:solidFill>
                  <a:schemeClr val="tx1"/>
                </a:solidFill>
                <a:latin typeface="Arial" panose="020B0604020202020204" pitchFamily="34" charset="0"/>
                <a:ea typeface="ＭＳ Ｐゴシック" panose="020B0600070205080204" pitchFamily="34" charset="-128"/>
              </a:defRPr>
            </a:lvl2pPr>
            <a:lvl3pPr eaLnBrk="0" hangingPunct="0">
              <a:tabLst>
                <a:tab pos="2387600" algn="l"/>
                <a:tab pos="4830763" algn="l"/>
              </a:tabLst>
              <a:defRPr sz="2400">
                <a:solidFill>
                  <a:schemeClr val="tx1"/>
                </a:solidFill>
                <a:latin typeface="Arial" panose="020B0604020202020204" pitchFamily="34" charset="0"/>
                <a:ea typeface="ＭＳ Ｐゴシック" panose="020B0600070205080204" pitchFamily="34" charset="-128"/>
              </a:defRPr>
            </a:lvl3pPr>
            <a:lvl4pPr eaLnBrk="0" hangingPunct="0">
              <a:tabLst>
                <a:tab pos="2387600" algn="l"/>
                <a:tab pos="4830763" algn="l"/>
              </a:tabLst>
              <a:defRPr sz="2400">
                <a:solidFill>
                  <a:schemeClr val="tx1"/>
                </a:solidFill>
                <a:latin typeface="Arial" panose="020B0604020202020204" pitchFamily="34" charset="0"/>
                <a:ea typeface="ＭＳ Ｐゴシック" panose="020B0600070205080204" pitchFamily="34" charset="-128"/>
              </a:defRPr>
            </a:lvl4pPr>
            <a:lvl5pPr eaLnBrk="0" hangingPunct="0">
              <a:tabLst>
                <a:tab pos="2387600" algn="l"/>
                <a:tab pos="4830763" algn="l"/>
              </a:tabLst>
              <a:defRPr sz="2400">
                <a:solidFill>
                  <a:schemeClr val="tx1"/>
                </a:solidFill>
                <a:latin typeface="Arial" panose="020B0604020202020204" pitchFamily="34" charset="0"/>
                <a:ea typeface="ＭＳ Ｐゴシック" panose="020B0600070205080204" pitchFamily="34" charset="-128"/>
              </a:defRPr>
            </a:lvl5pPr>
            <a:lvl6pPr marL="457200" eaLnBrk="0" fontAlgn="base" hangingPunct="0">
              <a:spcBef>
                <a:spcPct val="0"/>
              </a:spcBef>
              <a:spcAft>
                <a:spcPct val="0"/>
              </a:spcAft>
              <a:tabLst>
                <a:tab pos="2387600" algn="l"/>
                <a:tab pos="4830763" algn="l"/>
              </a:tabLst>
              <a:defRPr sz="2400">
                <a:solidFill>
                  <a:schemeClr val="tx1"/>
                </a:solidFill>
                <a:latin typeface="Arial" panose="020B0604020202020204" pitchFamily="34" charset="0"/>
                <a:ea typeface="ＭＳ Ｐゴシック" panose="020B0600070205080204" pitchFamily="34" charset="-128"/>
              </a:defRPr>
            </a:lvl6pPr>
            <a:lvl7pPr marL="914400" eaLnBrk="0" fontAlgn="base" hangingPunct="0">
              <a:spcBef>
                <a:spcPct val="0"/>
              </a:spcBef>
              <a:spcAft>
                <a:spcPct val="0"/>
              </a:spcAft>
              <a:tabLst>
                <a:tab pos="2387600" algn="l"/>
                <a:tab pos="4830763" algn="l"/>
              </a:tabLst>
              <a:defRPr sz="2400">
                <a:solidFill>
                  <a:schemeClr val="tx1"/>
                </a:solidFill>
                <a:latin typeface="Arial" panose="020B0604020202020204" pitchFamily="34" charset="0"/>
                <a:ea typeface="ＭＳ Ｐゴシック" panose="020B0600070205080204" pitchFamily="34" charset="-128"/>
              </a:defRPr>
            </a:lvl7pPr>
            <a:lvl8pPr marL="1371600" eaLnBrk="0" fontAlgn="base" hangingPunct="0">
              <a:spcBef>
                <a:spcPct val="0"/>
              </a:spcBef>
              <a:spcAft>
                <a:spcPct val="0"/>
              </a:spcAft>
              <a:tabLst>
                <a:tab pos="2387600" algn="l"/>
                <a:tab pos="4830763" algn="l"/>
              </a:tabLst>
              <a:defRPr sz="2400">
                <a:solidFill>
                  <a:schemeClr val="tx1"/>
                </a:solidFill>
                <a:latin typeface="Arial" panose="020B0604020202020204" pitchFamily="34" charset="0"/>
                <a:ea typeface="ＭＳ Ｐゴシック" panose="020B0600070205080204" pitchFamily="34" charset="-128"/>
              </a:defRPr>
            </a:lvl8pPr>
            <a:lvl9pPr marL="1828800" eaLnBrk="0" fontAlgn="base" hangingPunct="0">
              <a:spcBef>
                <a:spcPct val="0"/>
              </a:spcBef>
              <a:spcAft>
                <a:spcPct val="0"/>
              </a:spcAft>
              <a:tabLst>
                <a:tab pos="2387600" algn="l"/>
                <a:tab pos="4830763" algn="l"/>
              </a:tabLst>
              <a:defRPr sz="2400">
                <a:solidFill>
                  <a:schemeClr val="tx1"/>
                </a:solidFill>
                <a:latin typeface="Arial" panose="020B0604020202020204" pitchFamily="34" charset="0"/>
                <a:ea typeface="ＭＳ Ｐゴシック" panose="020B0600070205080204" pitchFamily="34" charset="-128"/>
              </a:defRPr>
            </a:lvl9pPr>
          </a:lstStyle>
          <a:p>
            <a:r>
              <a:rPr lang="en-US" altLang="zh-TW" sz="800"/>
              <a:t>© 2008, Cisco Systems, Inc. All rights reserved.</a:t>
            </a:r>
          </a:p>
          <a:p>
            <a:r>
              <a:rPr lang="en-US" altLang="zh-TW" sz="800"/>
              <a:t>Presentation_ID.scr</a:t>
            </a:r>
          </a:p>
        </p:txBody>
      </p:sp>
      <p:sp>
        <p:nvSpPr>
          <p:cNvPr id="3085" name="Line 13"/>
          <p:cNvSpPr>
            <a:spLocks noChangeShapeType="1"/>
          </p:cNvSpPr>
          <p:nvPr/>
        </p:nvSpPr>
        <p:spPr bwMode="auto">
          <a:xfrm>
            <a:off x="152400" y="8799513"/>
            <a:ext cx="6653213" cy="0"/>
          </a:xfrm>
          <a:prstGeom prst="line">
            <a:avLst/>
          </a:prstGeom>
          <a:noFill/>
          <a:ln w="12700">
            <a:solidFill>
              <a:schemeClr val="tx1"/>
            </a:solidFill>
            <a:round/>
            <a:headEnd type="none" w="sm" len="sm"/>
            <a:tailEnd type="none" w="sm" len="sm"/>
          </a:ln>
          <a:effectLst/>
        </p:spPr>
        <p:txBody>
          <a:bodyPr wrap="none" anchor="ctr"/>
          <a:lstStyle/>
          <a:p>
            <a:pPr algn="ctr" eaLnBrk="0" hangingPunct="0">
              <a:lnSpc>
                <a:spcPct val="90000"/>
              </a:lnSpc>
              <a:defRPr/>
            </a:pPr>
            <a:endParaRPr lang="en-US">
              <a:latin typeface="Arial" pitchFamily="48" charset="0"/>
              <a:ea typeface="+mn-ea"/>
            </a:endParaRPr>
          </a:p>
        </p:txBody>
      </p:sp>
      <p:sp>
        <p:nvSpPr>
          <p:cNvPr id="3086" name="Rectangle 14"/>
          <p:cNvSpPr>
            <a:spLocks noChangeArrowheads="1"/>
          </p:cNvSpPr>
          <p:nvPr/>
        </p:nvSpPr>
        <p:spPr bwMode="auto">
          <a:xfrm>
            <a:off x="5929313" y="8680450"/>
            <a:ext cx="812800" cy="287338"/>
          </a:xfrm>
          <a:prstGeom prst="rect">
            <a:avLst/>
          </a:prstGeom>
          <a:noFill/>
          <a:ln w="9525">
            <a:noFill/>
            <a:miter lim="800000"/>
            <a:headEnd/>
            <a:tailEnd/>
          </a:ln>
          <a:effectLst/>
        </p:spPr>
        <p:txBody>
          <a:bodyPr lIns="18819" tIns="0" rIns="18819" bIns="0" anchor="b"/>
          <a:lstStyle>
            <a:lvl1pPr defTabSz="903288" eaLnBrk="0" hangingPunct="0">
              <a:defRPr sz="2400">
                <a:solidFill>
                  <a:schemeClr val="tx1"/>
                </a:solidFill>
                <a:latin typeface="Arial" panose="020B0604020202020204" pitchFamily="34" charset="0"/>
                <a:ea typeface="ＭＳ Ｐゴシック" panose="020B0600070205080204" pitchFamily="34" charset="-128"/>
              </a:defRPr>
            </a:lvl1pPr>
            <a:lvl2pPr marL="37931725" indent="-37474525" defTabSz="903288" eaLnBrk="0" hangingPunct="0">
              <a:defRPr sz="2400">
                <a:solidFill>
                  <a:schemeClr val="tx1"/>
                </a:solidFill>
                <a:latin typeface="Arial" panose="020B0604020202020204" pitchFamily="34" charset="0"/>
                <a:ea typeface="ＭＳ Ｐゴシック" panose="020B0600070205080204" pitchFamily="34" charset="-128"/>
              </a:defRPr>
            </a:lvl2pPr>
            <a:lvl3pPr eaLnBrk="0" hangingPunct="0">
              <a:defRPr sz="2400">
                <a:solidFill>
                  <a:schemeClr val="tx1"/>
                </a:solidFill>
                <a:latin typeface="Arial" panose="020B0604020202020204" pitchFamily="34" charset="0"/>
                <a:ea typeface="ＭＳ Ｐゴシック" panose="020B0600070205080204" pitchFamily="34" charset="-128"/>
              </a:defRPr>
            </a:lvl3pPr>
            <a:lvl4pPr eaLnBrk="0" hangingPunct="0">
              <a:defRPr sz="2400">
                <a:solidFill>
                  <a:schemeClr val="tx1"/>
                </a:solidFill>
                <a:latin typeface="Arial" panose="020B0604020202020204" pitchFamily="34" charset="0"/>
                <a:ea typeface="ＭＳ Ｐゴシック" panose="020B0600070205080204" pitchFamily="34" charset="-128"/>
              </a:defRPr>
            </a:lvl4pPr>
            <a:lvl5pPr eaLnBrk="0" hangingPunct="0">
              <a:defRPr sz="2400">
                <a:solidFill>
                  <a:schemeClr val="tx1"/>
                </a:solidFill>
                <a:latin typeface="Arial" panose="020B0604020202020204" pitchFamily="34" charset="0"/>
                <a:ea typeface="ＭＳ Ｐゴシック" panose="020B0600070205080204" pitchFamily="34" charset="-128"/>
              </a:defRPr>
            </a:lvl5pPr>
            <a:lvl6pPr marL="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9144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1371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18288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algn="r"/>
            <a:fld id="{9398E6E5-9B30-4148-A7BF-24DC1024D761}" type="slidenum">
              <a:rPr lang="en-US" altLang="zh-TW" sz="800"/>
              <a:pPr algn="r"/>
              <a:t>‹#›</a:t>
            </a:fld>
            <a:endParaRPr lang="en-US" altLang="zh-TW" sz="800"/>
          </a:p>
        </p:txBody>
      </p:sp>
    </p:spTree>
    <p:extLst>
      <p:ext uri="{BB962C8B-B14F-4D97-AF65-F5344CB8AC3E}">
        <p14:creationId xmlns:p14="http://schemas.microsoft.com/office/powerpoint/2010/main" xmlns="" val="1273341577"/>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83304" name="Rectangle 8"/>
          <p:cNvSpPr>
            <a:spLocks noChangeArrowheads="1"/>
          </p:cNvSpPr>
          <p:nvPr/>
        </p:nvSpPr>
        <p:spPr bwMode="auto">
          <a:xfrm>
            <a:off x="6249988" y="8609013"/>
            <a:ext cx="449262" cy="212725"/>
          </a:xfrm>
          <a:prstGeom prst="rect">
            <a:avLst/>
          </a:prstGeom>
          <a:noFill/>
          <a:ln w="9525">
            <a:noFill/>
            <a:miter lim="800000"/>
            <a:headEnd/>
            <a:tailEnd/>
          </a:ln>
          <a:effectLst/>
        </p:spPr>
        <p:txBody>
          <a:bodyPr wrap="none" anchor="ctr"/>
          <a:lstStyle/>
          <a:p>
            <a:pPr algn="ctr" eaLnBrk="0" hangingPunct="0">
              <a:lnSpc>
                <a:spcPct val="90000"/>
              </a:lnSpc>
              <a:defRPr/>
            </a:pPr>
            <a:endParaRPr lang="en-US">
              <a:latin typeface="Arial" charset="0"/>
              <a:ea typeface="ＭＳ Ｐゴシック" charset="-128"/>
              <a:cs typeface="ＭＳ Ｐゴシック" charset="-128"/>
            </a:endParaRPr>
          </a:p>
        </p:txBody>
      </p:sp>
      <p:sp>
        <p:nvSpPr>
          <p:cNvPr id="183305" name="Rectangle 9"/>
          <p:cNvSpPr>
            <a:spLocks noChangeArrowheads="1"/>
          </p:cNvSpPr>
          <p:nvPr/>
        </p:nvSpPr>
        <p:spPr bwMode="auto">
          <a:xfrm>
            <a:off x="57150" y="8785225"/>
            <a:ext cx="2619375" cy="347663"/>
          </a:xfrm>
          <a:prstGeom prst="rect">
            <a:avLst/>
          </a:prstGeom>
          <a:noFill/>
          <a:ln w="9525">
            <a:noFill/>
            <a:miter lim="800000"/>
            <a:headEnd/>
            <a:tailEnd/>
          </a:ln>
          <a:effectLst/>
        </p:spPr>
        <p:txBody>
          <a:bodyPr lIns="95667" tIns="50185" rIns="95667" bIns="50185">
            <a:spAutoFit/>
          </a:bodyPr>
          <a:lstStyle>
            <a:lvl1pPr defTabSz="611188" eaLnBrk="0" hangingPunct="0">
              <a:tabLst>
                <a:tab pos="2387600" algn="l"/>
                <a:tab pos="4830763" algn="l"/>
              </a:tabLst>
              <a:defRPr sz="2400">
                <a:solidFill>
                  <a:schemeClr val="tx1"/>
                </a:solidFill>
                <a:latin typeface="Arial" panose="020B0604020202020204" pitchFamily="34" charset="0"/>
                <a:ea typeface="ＭＳ Ｐゴシック" panose="020B0600070205080204" pitchFamily="34" charset="-128"/>
              </a:defRPr>
            </a:lvl1pPr>
            <a:lvl2pPr marL="37931725" indent="-37474525" defTabSz="611188" eaLnBrk="0" hangingPunct="0">
              <a:tabLst>
                <a:tab pos="2387600" algn="l"/>
                <a:tab pos="4830763" algn="l"/>
              </a:tabLst>
              <a:defRPr sz="2400">
                <a:solidFill>
                  <a:schemeClr val="tx1"/>
                </a:solidFill>
                <a:latin typeface="Arial" panose="020B0604020202020204" pitchFamily="34" charset="0"/>
                <a:ea typeface="ＭＳ Ｐゴシック" panose="020B0600070205080204" pitchFamily="34" charset="-128"/>
              </a:defRPr>
            </a:lvl2pPr>
            <a:lvl3pPr eaLnBrk="0" hangingPunct="0">
              <a:tabLst>
                <a:tab pos="2387600" algn="l"/>
                <a:tab pos="4830763" algn="l"/>
              </a:tabLst>
              <a:defRPr sz="2400">
                <a:solidFill>
                  <a:schemeClr val="tx1"/>
                </a:solidFill>
                <a:latin typeface="Arial" panose="020B0604020202020204" pitchFamily="34" charset="0"/>
                <a:ea typeface="ＭＳ Ｐゴシック" panose="020B0600070205080204" pitchFamily="34" charset="-128"/>
              </a:defRPr>
            </a:lvl3pPr>
            <a:lvl4pPr eaLnBrk="0" hangingPunct="0">
              <a:tabLst>
                <a:tab pos="2387600" algn="l"/>
                <a:tab pos="4830763" algn="l"/>
              </a:tabLst>
              <a:defRPr sz="2400">
                <a:solidFill>
                  <a:schemeClr val="tx1"/>
                </a:solidFill>
                <a:latin typeface="Arial" panose="020B0604020202020204" pitchFamily="34" charset="0"/>
                <a:ea typeface="ＭＳ Ｐゴシック" panose="020B0600070205080204" pitchFamily="34" charset="-128"/>
              </a:defRPr>
            </a:lvl4pPr>
            <a:lvl5pPr eaLnBrk="0" hangingPunct="0">
              <a:tabLst>
                <a:tab pos="2387600" algn="l"/>
                <a:tab pos="4830763" algn="l"/>
              </a:tabLst>
              <a:defRPr sz="2400">
                <a:solidFill>
                  <a:schemeClr val="tx1"/>
                </a:solidFill>
                <a:latin typeface="Arial" panose="020B0604020202020204" pitchFamily="34" charset="0"/>
                <a:ea typeface="ＭＳ Ｐゴシック" panose="020B0600070205080204" pitchFamily="34" charset="-128"/>
              </a:defRPr>
            </a:lvl5pPr>
            <a:lvl6pPr marL="457200" eaLnBrk="0" fontAlgn="base" hangingPunct="0">
              <a:spcBef>
                <a:spcPct val="0"/>
              </a:spcBef>
              <a:spcAft>
                <a:spcPct val="0"/>
              </a:spcAft>
              <a:tabLst>
                <a:tab pos="2387600" algn="l"/>
                <a:tab pos="4830763" algn="l"/>
              </a:tabLst>
              <a:defRPr sz="2400">
                <a:solidFill>
                  <a:schemeClr val="tx1"/>
                </a:solidFill>
                <a:latin typeface="Arial" panose="020B0604020202020204" pitchFamily="34" charset="0"/>
                <a:ea typeface="ＭＳ Ｐゴシック" panose="020B0600070205080204" pitchFamily="34" charset="-128"/>
              </a:defRPr>
            </a:lvl6pPr>
            <a:lvl7pPr marL="914400" eaLnBrk="0" fontAlgn="base" hangingPunct="0">
              <a:spcBef>
                <a:spcPct val="0"/>
              </a:spcBef>
              <a:spcAft>
                <a:spcPct val="0"/>
              </a:spcAft>
              <a:tabLst>
                <a:tab pos="2387600" algn="l"/>
                <a:tab pos="4830763" algn="l"/>
              </a:tabLst>
              <a:defRPr sz="2400">
                <a:solidFill>
                  <a:schemeClr val="tx1"/>
                </a:solidFill>
                <a:latin typeface="Arial" panose="020B0604020202020204" pitchFamily="34" charset="0"/>
                <a:ea typeface="ＭＳ Ｐゴシック" panose="020B0600070205080204" pitchFamily="34" charset="-128"/>
              </a:defRPr>
            </a:lvl7pPr>
            <a:lvl8pPr marL="1371600" eaLnBrk="0" fontAlgn="base" hangingPunct="0">
              <a:spcBef>
                <a:spcPct val="0"/>
              </a:spcBef>
              <a:spcAft>
                <a:spcPct val="0"/>
              </a:spcAft>
              <a:tabLst>
                <a:tab pos="2387600" algn="l"/>
                <a:tab pos="4830763" algn="l"/>
              </a:tabLst>
              <a:defRPr sz="2400">
                <a:solidFill>
                  <a:schemeClr val="tx1"/>
                </a:solidFill>
                <a:latin typeface="Arial" panose="020B0604020202020204" pitchFamily="34" charset="0"/>
                <a:ea typeface="ＭＳ Ｐゴシック" panose="020B0600070205080204" pitchFamily="34" charset="-128"/>
              </a:defRPr>
            </a:lvl8pPr>
            <a:lvl9pPr marL="1828800" eaLnBrk="0" fontAlgn="base" hangingPunct="0">
              <a:spcBef>
                <a:spcPct val="0"/>
              </a:spcBef>
              <a:spcAft>
                <a:spcPct val="0"/>
              </a:spcAft>
              <a:tabLst>
                <a:tab pos="2387600" algn="l"/>
                <a:tab pos="4830763" algn="l"/>
              </a:tabLst>
              <a:defRPr sz="2400">
                <a:solidFill>
                  <a:schemeClr val="tx1"/>
                </a:solidFill>
                <a:latin typeface="Arial" panose="020B0604020202020204" pitchFamily="34" charset="0"/>
                <a:ea typeface="ＭＳ Ｐゴシック" panose="020B0600070205080204" pitchFamily="34" charset="-128"/>
              </a:defRPr>
            </a:lvl9pPr>
          </a:lstStyle>
          <a:p>
            <a:r>
              <a:rPr lang="en-US" altLang="zh-TW" sz="800"/>
              <a:t>© 2008, Cisco Systems, Inc. All rights reserved.</a:t>
            </a:r>
          </a:p>
          <a:p>
            <a:r>
              <a:rPr lang="en-US" altLang="zh-TW" sz="800"/>
              <a:t>Presentation_ID.scr</a:t>
            </a:r>
          </a:p>
        </p:txBody>
      </p:sp>
      <p:sp>
        <p:nvSpPr>
          <p:cNvPr id="183306" name="Line 10"/>
          <p:cNvSpPr>
            <a:spLocks noChangeShapeType="1"/>
          </p:cNvSpPr>
          <p:nvPr/>
        </p:nvSpPr>
        <p:spPr bwMode="auto">
          <a:xfrm>
            <a:off x="152400" y="8799513"/>
            <a:ext cx="6653213" cy="0"/>
          </a:xfrm>
          <a:prstGeom prst="line">
            <a:avLst/>
          </a:prstGeom>
          <a:noFill/>
          <a:ln w="12700">
            <a:solidFill>
              <a:schemeClr val="tx1"/>
            </a:solidFill>
            <a:round/>
            <a:headEnd type="none" w="sm" len="sm"/>
            <a:tailEnd type="none" w="sm" len="sm"/>
          </a:ln>
          <a:effectLst/>
        </p:spPr>
        <p:txBody>
          <a:bodyPr wrap="none" anchor="ctr"/>
          <a:lstStyle/>
          <a:p>
            <a:pPr algn="ctr" eaLnBrk="0" hangingPunct="0">
              <a:lnSpc>
                <a:spcPct val="90000"/>
              </a:lnSpc>
              <a:defRPr/>
            </a:pPr>
            <a:endParaRPr lang="en-US">
              <a:latin typeface="Arial" pitchFamily="48" charset="0"/>
              <a:ea typeface="+mn-ea"/>
            </a:endParaRPr>
          </a:p>
        </p:txBody>
      </p:sp>
      <p:sp>
        <p:nvSpPr>
          <p:cNvPr id="183307" name="Rectangle 11"/>
          <p:cNvSpPr>
            <a:spLocks noGrp="1" noChangeArrowheads="1"/>
          </p:cNvSpPr>
          <p:nvPr>
            <p:ph type="sldNum" sz="quarter" idx="5"/>
          </p:nvPr>
        </p:nvSpPr>
        <p:spPr bwMode="auto">
          <a:xfrm>
            <a:off x="5929313" y="8680450"/>
            <a:ext cx="812800" cy="287338"/>
          </a:xfrm>
          <a:prstGeom prst="rect">
            <a:avLst/>
          </a:prstGeom>
          <a:noFill/>
          <a:ln w="9525">
            <a:noFill/>
            <a:miter lim="800000"/>
            <a:headEnd/>
            <a:tailEnd/>
          </a:ln>
          <a:effectLst/>
        </p:spPr>
        <p:txBody>
          <a:bodyPr vert="horz" wrap="square" lIns="18819" tIns="0" rIns="18819" bIns="0" numCol="1" anchor="b" anchorCtr="0" compatLnSpc="1">
            <a:prstTxWarp prst="textNoShape">
              <a:avLst/>
            </a:prstTxWarp>
          </a:bodyPr>
          <a:lstStyle>
            <a:lvl1pPr algn="r" defTabSz="903288" eaLnBrk="0" hangingPunct="0">
              <a:defRPr sz="800"/>
            </a:lvl1pPr>
          </a:lstStyle>
          <a:p>
            <a:fld id="{5C39E442-429E-4F83-8775-FF4292F78F29}" type="slidenum">
              <a:rPr lang="en-US" altLang="zh-TW"/>
              <a:pPr/>
              <a:t>‹#›</a:t>
            </a:fld>
            <a:endParaRPr lang="en-US" altLang="zh-TW"/>
          </a:p>
        </p:txBody>
      </p:sp>
      <p:sp>
        <p:nvSpPr>
          <p:cNvPr id="15366" name="AutoShape 12"/>
          <p:cNvSpPr>
            <a:spLocks noGrp="1" noRot="1" noChangeAspect="1" noChangeArrowheads="1" noTextEdit="1"/>
          </p:cNvSpPr>
          <p:nvPr>
            <p:ph type="sldImg" idx="2"/>
          </p:nvPr>
        </p:nvSpPr>
        <p:spPr bwMode="auto">
          <a:xfrm>
            <a:off x="873125" y="244475"/>
            <a:ext cx="5321300" cy="3990975"/>
          </a:xfrm>
          <a:prstGeom prst="rect">
            <a:avLst/>
          </a:prstGeom>
          <a:noFill/>
          <a:ln w="12700">
            <a:solidFill>
              <a:schemeClr val="tx1"/>
            </a:solidFill>
            <a:miter lim="800000"/>
            <a:headEnd/>
            <a:tailEnd/>
          </a:ln>
          <a:extLst>
            <a:ext uri="{909E8E84-426E-40DD-AFC4-6F175D3DCCD1}">
              <a14:hiddenFill xmlns:a14="http://schemas.microsoft.com/office/drawing/2010/main" xmlns="">
                <a:solidFill>
                  <a:srgbClr val="FFFFFF"/>
                </a:solidFill>
              </a14:hiddenFill>
            </a:ext>
          </a:extLst>
        </p:spPr>
      </p:sp>
      <p:sp>
        <p:nvSpPr>
          <p:cNvPr id="183309" name="Rectangle 13"/>
          <p:cNvSpPr>
            <a:spLocks noGrp="1" noChangeArrowheads="1"/>
          </p:cNvSpPr>
          <p:nvPr>
            <p:ph type="body" sz="quarter" idx="3"/>
          </p:nvPr>
        </p:nvSpPr>
        <p:spPr bwMode="auto">
          <a:xfrm>
            <a:off x="768350" y="4378325"/>
            <a:ext cx="5468938" cy="4252913"/>
          </a:xfrm>
          <a:prstGeom prst="rect">
            <a:avLst/>
          </a:prstGeom>
          <a:noFill/>
          <a:ln w="9525">
            <a:noFill/>
            <a:miter lim="800000"/>
            <a:headEnd/>
            <a:tailEnd/>
          </a:ln>
          <a:effectLst/>
        </p:spPr>
        <p:txBody>
          <a:bodyPr vert="horz" wrap="square" lIns="95667" tIns="50185" rIns="95667" bIns="50185" numCol="1" anchor="t" anchorCtr="0" compatLnSpc="1">
            <a:prstTxWarp prst="textNoShape">
              <a:avLst/>
            </a:prstTxWarp>
          </a:bodyPr>
          <a:lstStyle/>
          <a:p>
            <a:pPr lvl="0"/>
            <a:r>
              <a:rPr lang="en-US" noProof="0"/>
              <a:t>Body Text</a:t>
            </a:r>
          </a:p>
          <a:p>
            <a:pPr lvl="1"/>
            <a:r>
              <a:rPr lang="en-US" noProof="0"/>
              <a:t>Second Level</a:t>
            </a:r>
          </a:p>
          <a:p>
            <a:pPr lvl="2"/>
            <a:r>
              <a:rPr lang="en-US" noProof="0"/>
              <a:t>Third Level</a:t>
            </a:r>
          </a:p>
          <a:p>
            <a:pPr lvl="3"/>
            <a:r>
              <a:rPr lang="en-US" noProof="0"/>
              <a:t>Fourth Level</a:t>
            </a:r>
          </a:p>
          <a:p>
            <a:pPr lvl="4"/>
            <a:r>
              <a:rPr lang="en-US" noProof="0"/>
              <a:t>Fifth Level</a:t>
            </a:r>
          </a:p>
        </p:txBody>
      </p:sp>
    </p:spTree>
    <p:extLst>
      <p:ext uri="{BB962C8B-B14F-4D97-AF65-F5344CB8AC3E}">
        <p14:creationId xmlns:p14="http://schemas.microsoft.com/office/powerpoint/2010/main" xmlns="" val="2085377350"/>
      </p:ext>
    </p:extLst>
  </p:cSld>
  <p:clrMap bg1="lt1" tx1="dk1" bg2="lt2" tx2="dk2" accent1="accent1" accent2="accent2" accent3="accent3" accent4="accent4" accent5="accent5" accent6="accent6" hlink="hlink" folHlink="folHlink"/>
  <p:notesStyle>
    <a:lvl1pPr marL="112713" indent="-112713" algn="l" defTabSz="1020763" rtl="0" eaLnBrk="0" fontAlgn="base" hangingPunct="0">
      <a:lnSpc>
        <a:spcPct val="90000"/>
      </a:lnSpc>
      <a:spcBef>
        <a:spcPct val="50000"/>
      </a:spcBef>
      <a:spcAft>
        <a:spcPct val="0"/>
      </a:spcAft>
      <a:buSzPct val="100000"/>
      <a:buChar char="•"/>
      <a:defRPr sz="1200" kern="1200">
        <a:solidFill>
          <a:schemeClr val="tx1"/>
        </a:solidFill>
        <a:latin typeface="Arial" pitchFamily="48" charset="0"/>
        <a:ea typeface="ＭＳ Ｐゴシック" pitchFamily="48" charset="-128"/>
        <a:cs typeface="ＭＳ Ｐゴシック" pitchFamily="48" charset="-128"/>
      </a:defRPr>
    </a:lvl1pPr>
    <a:lvl2pPr marL="482600" indent="-120650" algn="l" defTabSz="1020763" rtl="0" eaLnBrk="0" fontAlgn="base" hangingPunct="0">
      <a:lnSpc>
        <a:spcPct val="90000"/>
      </a:lnSpc>
      <a:spcBef>
        <a:spcPct val="35000"/>
      </a:spcBef>
      <a:spcAft>
        <a:spcPct val="0"/>
      </a:spcAft>
      <a:buSzPct val="100000"/>
      <a:buChar char="•"/>
      <a:defRPr sz="1200" kern="1200">
        <a:solidFill>
          <a:schemeClr val="tx1"/>
        </a:solidFill>
        <a:latin typeface="Arial" pitchFamily="48" charset="0"/>
        <a:ea typeface="ＭＳ Ｐゴシック" pitchFamily="48" charset="-128"/>
        <a:cs typeface="+mn-cs"/>
      </a:defRPr>
    </a:lvl2pPr>
    <a:lvl3pPr marL="966788" algn="l" defTabSz="1020763" rtl="0" eaLnBrk="0" fontAlgn="base" hangingPunct="0">
      <a:lnSpc>
        <a:spcPct val="90000"/>
      </a:lnSpc>
      <a:spcBef>
        <a:spcPct val="35000"/>
      </a:spcBef>
      <a:spcAft>
        <a:spcPct val="0"/>
      </a:spcAft>
      <a:buSzPct val="100000"/>
      <a:buChar char="•"/>
      <a:defRPr sz="1200" kern="1200">
        <a:solidFill>
          <a:schemeClr val="tx1"/>
        </a:solidFill>
        <a:latin typeface="Arial" pitchFamily="48" charset="0"/>
        <a:ea typeface="ＭＳ Ｐゴシック" pitchFamily="48" charset="-128"/>
        <a:cs typeface="+mn-cs"/>
      </a:defRPr>
    </a:lvl3pPr>
    <a:lvl4pPr marL="1449388" algn="l" defTabSz="1020763" rtl="0" eaLnBrk="0" fontAlgn="base" hangingPunct="0">
      <a:lnSpc>
        <a:spcPct val="90000"/>
      </a:lnSpc>
      <a:spcBef>
        <a:spcPct val="35000"/>
      </a:spcBef>
      <a:spcAft>
        <a:spcPct val="0"/>
      </a:spcAft>
      <a:buSzPct val="100000"/>
      <a:buChar char="•"/>
      <a:defRPr sz="1200" kern="1200">
        <a:solidFill>
          <a:schemeClr val="tx1"/>
        </a:solidFill>
        <a:latin typeface="Arial" pitchFamily="48" charset="0"/>
        <a:ea typeface="ＭＳ Ｐゴシック" pitchFamily="48" charset="-128"/>
        <a:cs typeface="+mn-cs"/>
      </a:defRPr>
    </a:lvl4pPr>
    <a:lvl5pPr marL="1931988" algn="l" defTabSz="1020763" rtl="0" eaLnBrk="0" fontAlgn="base" hangingPunct="0">
      <a:lnSpc>
        <a:spcPct val="90000"/>
      </a:lnSpc>
      <a:spcBef>
        <a:spcPct val="35000"/>
      </a:spcBef>
      <a:spcAft>
        <a:spcPct val="0"/>
      </a:spcAft>
      <a:buSzPct val="100000"/>
      <a:buChar char="•"/>
      <a:defRPr sz="1200" kern="1200">
        <a:solidFill>
          <a:schemeClr val="tx1"/>
        </a:solidFill>
        <a:latin typeface="Arial" pitchFamily="48" charset="0"/>
        <a:ea typeface="ＭＳ Ｐゴシック" pitchFamily="48" charset="-128"/>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3" Type="http://schemas.openxmlformats.org/officeDocument/2006/relationships/hyperlink" Target="https://en.wikipedia.org/wiki/Transport_Layer_Security" TargetMode="External"/><Relationship Id="rId2" Type="http://schemas.openxmlformats.org/officeDocument/2006/relationships/slide" Target="../slides/slide7.xml"/><Relationship Id="rId1" Type="http://schemas.openxmlformats.org/officeDocument/2006/relationships/notesMaster" Target="../notesMasters/notesMaster1.xml"/><Relationship Id="rId4" Type="http://schemas.openxmlformats.org/officeDocument/2006/relationships/hyperlink" Target="https://en.wikipedia.org/wiki/Datagram_Transport_Layer_Security" TargetMode="External"/></Relationships>
</file>

<file path=ppt/notesSlides/_rels/notesSlide6.xml.rels><?xml version="1.0" encoding="UTF-8" standalone="yes"?>
<Relationships xmlns="http://schemas.openxmlformats.org/package/2006/relationships"><Relationship Id="rId3" Type="http://schemas.openxmlformats.org/officeDocument/2006/relationships/hyperlink" Target="https://en.wikipedia.org/wiki/Transport_Layer_Security" TargetMode="External"/><Relationship Id="rId2" Type="http://schemas.openxmlformats.org/officeDocument/2006/relationships/slide" Target="../slides/slide8.xml"/><Relationship Id="rId1" Type="http://schemas.openxmlformats.org/officeDocument/2006/relationships/notesMaster" Target="../notesMasters/notesMaster1.xml"/><Relationship Id="rId4" Type="http://schemas.openxmlformats.org/officeDocument/2006/relationships/hyperlink" Target="https://en.wikipedia.org/wiki/Datagram_Transport_Layer_Security" TargetMode="External"/></Relationships>
</file>

<file path=ppt/notesSlides/_rels/notesSlide7.xml.rels><?xml version="1.0" encoding="UTF-8" standalone="yes"?>
<Relationships xmlns="http://schemas.openxmlformats.org/package/2006/relationships"><Relationship Id="rId3" Type="http://schemas.openxmlformats.org/officeDocument/2006/relationships/hyperlink" Target="https://en.wikipedia.org/wiki/Transport_Layer_Security" TargetMode="External"/><Relationship Id="rId2" Type="http://schemas.openxmlformats.org/officeDocument/2006/relationships/slide" Target="../slides/slide9.xml"/><Relationship Id="rId1" Type="http://schemas.openxmlformats.org/officeDocument/2006/relationships/notesMaster" Target="../notesMasters/notesMaster1.xml"/><Relationship Id="rId4" Type="http://schemas.openxmlformats.org/officeDocument/2006/relationships/hyperlink" Target="https://en.wikipedia.org/wiki/Datagram_Transport_Layer_Security" TargetMode="Externa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Rectangle 7"/>
          <p:cNvSpPr>
            <a:spLocks noGrp="1" noChangeArrowheads="1"/>
          </p:cNvSpPr>
          <p:nvPr>
            <p:ph type="sldNum" sz="quarter" idx="5"/>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defTabSz="903288" eaLnBrk="0" hangingPunct="0">
              <a:defRPr sz="2400">
                <a:solidFill>
                  <a:schemeClr val="tx1"/>
                </a:solidFill>
                <a:latin typeface="Arial" panose="020B0604020202020204" pitchFamily="34" charset="0"/>
                <a:ea typeface="ＭＳ Ｐゴシック" panose="020B0600070205080204" pitchFamily="34" charset="-128"/>
              </a:defRPr>
            </a:lvl1pPr>
            <a:lvl2pPr marL="37931725" indent="-37474525" defTabSz="903288" eaLnBrk="0" hangingPunct="0">
              <a:defRPr sz="2400">
                <a:solidFill>
                  <a:schemeClr val="tx1"/>
                </a:solidFill>
                <a:latin typeface="Arial" panose="020B0604020202020204" pitchFamily="34" charset="0"/>
                <a:ea typeface="ＭＳ Ｐゴシック" panose="020B0600070205080204" pitchFamily="34" charset="-128"/>
              </a:defRPr>
            </a:lvl2pPr>
            <a:lvl3pPr eaLnBrk="0" hangingPunct="0">
              <a:defRPr sz="2400">
                <a:solidFill>
                  <a:schemeClr val="tx1"/>
                </a:solidFill>
                <a:latin typeface="Arial" panose="020B0604020202020204" pitchFamily="34" charset="0"/>
                <a:ea typeface="ＭＳ Ｐゴシック" panose="020B0600070205080204" pitchFamily="34" charset="-128"/>
              </a:defRPr>
            </a:lvl3pPr>
            <a:lvl4pPr eaLnBrk="0" hangingPunct="0">
              <a:defRPr sz="2400">
                <a:solidFill>
                  <a:schemeClr val="tx1"/>
                </a:solidFill>
                <a:latin typeface="Arial" panose="020B0604020202020204" pitchFamily="34" charset="0"/>
                <a:ea typeface="ＭＳ Ｐゴシック" panose="020B0600070205080204" pitchFamily="34" charset="-128"/>
              </a:defRPr>
            </a:lvl4pPr>
            <a:lvl5pPr eaLnBrk="0" hangingPunct="0">
              <a:defRPr sz="2400">
                <a:solidFill>
                  <a:schemeClr val="tx1"/>
                </a:solidFill>
                <a:latin typeface="Arial" panose="020B0604020202020204" pitchFamily="34" charset="0"/>
                <a:ea typeface="ＭＳ Ｐゴシック" panose="020B0600070205080204" pitchFamily="34" charset="-128"/>
              </a:defRPr>
            </a:lvl5pPr>
            <a:lvl6pPr marL="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9144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1371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18288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fld id="{AFE1862D-DE8B-49C7-93E6-9DF27569F575}" type="slidenum">
              <a:rPr lang="en-US" altLang="zh-TW" sz="800"/>
              <a:pPr/>
              <a:t>1</a:t>
            </a:fld>
            <a:endParaRPr lang="en-US" altLang="zh-TW" sz="800"/>
          </a:p>
        </p:txBody>
      </p:sp>
      <p:sp>
        <p:nvSpPr>
          <p:cNvPr id="19459" name="Rectangle 2"/>
          <p:cNvSpPr>
            <a:spLocks noGrp="1" noRot="1" noChangeAspect="1" noChangeArrowheads="1" noTextEdit="1"/>
          </p:cNvSpPr>
          <p:nvPr>
            <p:ph type="sldImg"/>
          </p:nvPr>
        </p:nvSpPr>
        <p:spPr>
          <a:ln/>
        </p:spPr>
      </p:sp>
      <p:sp>
        <p:nvSpPr>
          <p:cNvPr id="19460" name="Rectangle 3"/>
          <p:cNvSpPr>
            <a:spLocks noGrp="1" noChangeArrowheads="1"/>
          </p:cNvSpPr>
          <p:nvPr>
            <p:ph type="body" idx="1"/>
          </p:nvPr>
        </p:nvSpPr>
        <p:spPr>
          <a:xfrm>
            <a:off x="935038" y="4416425"/>
            <a:ext cx="5140325" cy="277813"/>
          </a:xfrm>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p>
            <a:endParaRPr lang="zh-TW" altLang="zh-TW" smtClean="0">
              <a:latin typeface="Arial" panose="020B0604020202020204" pitchFamily="34" charset="0"/>
              <a:ea typeface="ＭＳ Ｐゴシック" panose="020B0600070205080204" pitchFamily="34" charset="-128"/>
            </a:endParaRPr>
          </a:p>
        </p:txBody>
      </p:sp>
    </p:spTree>
    <p:extLst>
      <p:ext uri="{BB962C8B-B14F-4D97-AF65-F5344CB8AC3E}">
        <p14:creationId xmlns:p14="http://schemas.microsoft.com/office/powerpoint/2010/main" xmlns="" val="23783439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Rectangle 7"/>
          <p:cNvSpPr>
            <a:spLocks noGrp="1" noChangeArrowheads="1"/>
          </p:cNvSpPr>
          <p:nvPr>
            <p:ph type="sldNum" sz="quarter" idx="5"/>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eaLnBrk="0" hangingPunct="0">
              <a:defRPr sz="2200">
                <a:solidFill>
                  <a:schemeClr val="hlink"/>
                </a:solidFill>
                <a:latin typeface="Arial" panose="020B0604020202020204" pitchFamily="34" charset="0"/>
                <a:cs typeface="Arial" panose="020B0604020202020204" pitchFamily="34" charset="0"/>
              </a:defRPr>
            </a:lvl1pPr>
            <a:lvl2pPr marL="742950" indent="-285750" eaLnBrk="0" hangingPunct="0">
              <a:defRPr sz="2200">
                <a:solidFill>
                  <a:schemeClr val="hlink"/>
                </a:solidFill>
                <a:latin typeface="Arial" panose="020B0604020202020204" pitchFamily="34" charset="0"/>
                <a:cs typeface="Arial" panose="020B0604020202020204" pitchFamily="34" charset="0"/>
              </a:defRPr>
            </a:lvl2pPr>
            <a:lvl3pPr marL="1143000" indent="-228600" eaLnBrk="0" hangingPunct="0">
              <a:defRPr sz="2200">
                <a:solidFill>
                  <a:schemeClr val="hlink"/>
                </a:solidFill>
                <a:latin typeface="Arial" panose="020B0604020202020204" pitchFamily="34" charset="0"/>
                <a:cs typeface="Arial" panose="020B0604020202020204" pitchFamily="34" charset="0"/>
              </a:defRPr>
            </a:lvl3pPr>
            <a:lvl4pPr marL="1600200" indent="-228600" eaLnBrk="0" hangingPunct="0">
              <a:defRPr sz="2200">
                <a:solidFill>
                  <a:schemeClr val="hlink"/>
                </a:solidFill>
                <a:latin typeface="Arial" panose="020B0604020202020204" pitchFamily="34" charset="0"/>
                <a:cs typeface="Arial" panose="020B0604020202020204" pitchFamily="34" charset="0"/>
              </a:defRPr>
            </a:lvl4pPr>
            <a:lvl5pPr marL="2057400" indent="-228600" eaLnBrk="0" hangingPunct="0">
              <a:defRPr sz="2200">
                <a:solidFill>
                  <a:schemeClr val="hlink"/>
                </a:solidFill>
                <a:latin typeface="Arial" panose="020B0604020202020204" pitchFamily="34" charset="0"/>
                <a:cs typeface="Arial" panose="020B0604020202020204" pitchFamily="34" charset="0"/>
              </a:defRPr>
            </a:lvl5pPr>
            <a:lvl6pPr marL="2514600" indent="-228600" eaLnBrk="0" fontAlgn="base" hangingPunct="0">
              <a:lnSpc>
                <a:spcPct val="90000"/>
              </a:lnSpc>
              <a:spcBef>
                <a:spcPct val="0"/>
              </a:spcBef>
              <a:spcAft>
                <a:spcPct val="0"/>
              </a:spcAft>
              <a:defRPr sz="2200">
                <a:solidFill>
                  <a:schemeClr val="hlink"/>
                </a:solidFill>
                <a:latin typeface="Arial" panose="020B0604020202020204" pitchFamily="34" charset="0"/>
                <a:cs typeface="Arial" panose="020B0604020202020204" pitchFamily="34" charset="0"/>
              </a:defRPr>
            </a:lvl6pPr>
            <a:lvl7pPr marL="2971800" indent="-228600" eaLnBrk="0" fontAlgn="base" hangingPunct="0">
              <a:lnSpc>
                <a:spcPct val="90000"/>
              </a:lnSpc>
              <a:spcBef>
                <a:spcPct val="0"/>
              </a:spcBef>
              <a:spcAft>
                <a:spcPct val="0"/>
              </a:spcAft>
              <a:defRPr sz="2200">
                <a:solidFill>
                  <a:schemeClr val="hlink"/>
                </a:solidFill>
                <a:latin typeface="Arial" panose="020B0604020202020204" pitchFamily="34" charset="0"/>
                <a:cs typeface="Arial" panose="020B0604020202020204" pitchFamily="34" charset="0"/>
              </a:defRPr>
            </a:lvl7pPr>
            <a:lvl8pPr marL="3429000" indent="-228600" eaLnBrk="0" fontAlgn="base" hangingPunct="0">
              <a:lnSpc>
                <a:spcPct val="90000"/>
              </a:lnSpc>
              <a:spcBef>
                <a:spcPct val="0"/>
              </a:spcBef>
              <a:spcAft>
                <a:spcPct val="0"/>
              </a:spcAft>
              <a:defRPr sz="2200">
                <a:solidFill>
                  <a:schemeClr val="hlink"/>
                </a:solidFill>
                <a:latin typeface="Arial" panose="020B0604020202020204" pitchFamily="34" charset="0"/>
                <a:cs typeface="Arial" panose="020B0604020202020204" pitchFamily="34" charset="0"/>
              </a:defRPr>
            </a:lvl8pPr>
            <a:lvl9pPr marL="3886200" indent="-228600" eaLnBrk="0" fontAlgn="base" hangingPunct="0">
              <a:lnSpc>
                <a:spcPct val="90000"/>
              </a:lnSpc>
              <a:spcBef>
                <a:spcPct val="0"/>
              </a:spcBef>
              <a:spcAft>
                <a:spcPct val="0"/>
              </a:spcAft>
              <a:defRPr sz="2200">
                <a:solidFill>
                  <a:schemeClr val="hlink"/>
                </a:solidFill>
                <a:latin typeface="Arial" panose="020B0604020202020204" pitchFamily="34" charset="0"/>
                <a:cs typeface="Arial" panose="020B0604020202020204" pitchFamily="34" charset="0"/>
              </a:defRPr>
            </a:lvl9pPr>
          </a:lstStyle>
          <a:p>
            <a:pPr eaLnBrk="1" hangingPunct="1"/>
            <a:fld id="{2D5A75E3-576D-4AFE-8336-0C5C3A92D18A}" type="slidenum">
              <a:rPr lang="en-US" altLang="zh-TW" sz="1200">
                <a:solidFill>
                  <a:schemeClr val="tx1"/>
                </a:solidFill>
              </a:rPr>
              <a:pPr eaLnBrk="1" hangingPunct="1"/>
              <a:t>2</a:t>
            </a:fld>
            <a:endParaRPr lang="en-US" altLang="zh-TW" sz="1200">
              <a:solidFill>
                <a:schemeClr val="tx1"/>
              </a:solidFill>
            </a:endParaRPr>
          </a:p>
        </p:txBody>
      </p:sp>
      <p:sp>
        <p:nvSpPr>
          <p:cNvPr id="16387" name="Rectangle 2"/>
          <p:cNvSpPr>
            <a:spLocks noGrp="1" noRot="1" noChangeAspect="1" noChangeArrowheads="1" noTextEdit="1"/>
          </p:cNvSpPr>
          <p:nvPr>
            <p:ph type="sldImg"/>
          </p:nvPr>
        </p:nvSpPr>
        <p:spPr>
          <a:ln/>
        </p:spPr>
      </p:sp>
      <p:sp>
        <p:nvSpPr>
          <p:cNvPr id="16388" name="Rectangle 3"/>
          <p:cNvSpPr>
            <a:spLocks noGrp="1" noChangeArrowheads="1"/>
          </p:cNvSpPr>
          <p:nvPr>
            <p:ph type="body" idx="1"/>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p>
            <a:pPr eaLnBrk="1" hangingPunct="1"/>
            <a:endParaRPr lang="zh-TW" altLang="zh-TW" smtClean="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xmlns="" val="281613848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Rectangle 7"/>
          <p:cNvSpPr>
            <a:spLocks noGrp="1" noChangeArrowheads="1"/>
          </p:cNvSpPr>
          <p:nvPr>
            <p:ph type="sldNum" sz="quarter" idx="5"/>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eaLnBrk="0" hangingPunct="0">
              <a:defRPr sz="2200">
                <a:solidFill>
                  <a:schemeClr val="hlink"/>
                </a:solidFill>
                <a:latin typeface="Arial" panose="020B0604020202020204" pitchFamily="34" charset="0"/>
                <a:cs typeface="Arial" panose="020B0604020202020204" pitchFamily="34" charset="0"/>
              </a:defRPr>
            </a:lvl1pPr>
            <a:lvl2pPr marL="742950" indent="-285750" eaLnBrk="0" hangingPunct="0">
              <a:defRPr sz="2200">
                <a:solidFill>
                  <a:schemeClr val="hlink"/>
                </a:solidFill>
                <a:latin typeface="Arial" panose="020B0604020202020204" pitchFamily="34" charset="0"/>
                <a:cs typeface="Arial" panose="020B0604020202020204" pitchFamily="34" charset="0"/>
              </a:defRPr>
            </a:lvl2pPr>
            <a:lvl3pPr marL="1143000" indent="-228600" eaLnBrk="0" hangingPunct="0">
              <a:defRPr sz="2200">
                <a:solidFill>
                  <a:schemeClr val="hlink"/>
                </a:solidFill>
                <a:latin typeface="Arial" panose="020B0604020202020204" pitchFamily="34" charset="0"/>
                <a:cs typeface="Arial" panose="020B0604020202020204" pitchFamily="34" charset="0"/>
              </a:defRPr>
            </a:lvl3pPr>
            <a:lvl4pPr marL="1600200" indent="-228600" eaLnBrk="0" hangingPunct="0">
              <a:defRPr sz="2200">
                <a:solidFill>
                  <a:schemeClr val="hlink"/>
                </a:solidFill>
                <a:latin typeface="Arial" panose="020B0604020202020204" pitchFamily="34" charset="0"/>
                <a:cs typeface="Arial" panose="020B0604020202020204" pitchFamily="34" charset="0"/>
              </a:defRPr>
            </a:lvl4pPr>
            <a:lvl5pPr marL="2057400" indent="-228600" eaLnBrk="0" hangingPunct="0">
              <a:defRPr sz="2200">
                <a:solidFill>
                  <a:schemeClr val="hlink"/>
                </a:solidFill>
                <a:latin typeface="Arial" panose="020B0604020202020204" pitchFamily="34" charset="0"/>
                <a:cs typeface="Arial" panose="020B0604020202020204" pitchFamily="34" charset="0"/>
              </a:defRPr>
            </a:lvl5pPr>
            <a:lvl6pPr marL="2514600" indent="-228600" eaLnBrk="0" fontAlgn="base" hangingPunct="0">
              <a:lnSpc>
                <a:spcPct val="90000"/>
              </a:lnSpc>
              <a:spcBef>
                <a:spcPct val="0"/>
              </a:spcBef>
              <a:spcAft>
                <a:spcPct val="0"/>
              </a:spcAft>
              <a:defRPr sz="2200">
                <a:solidFill>
                  <a:schemeClr val="hlink"/>
                </a:solidFill>
                <a:latin typeface="Arial" panose="020B0604020202020204" pitchFamily="34" charset="0"/>
                <a:cs typeface="Arial" panose="020B0604020202020204" pitchFamily="34" charset="0"/>
              </a:defRPr>
            </a:lvl6pPr>
            <a:lvl7pPr marL="2971800" indent="-228600" eaLnBrk="0" fontAlgn="base" hangingPunct="0">
              <a:lnSpc>
                <a:spcPct val="90000"/>
              </a:lnSpc>
              <a:spcBef>
                <a:spcPct val="0"/>
              </a:spcBef>
              <a:spcAft>
                <a:spcPct val="0"/>
              </a:spcAft>
              <a:defRPr sz="2200">
                <a:solidFill>
                  <a:schemeClr val="hlink"/>
                </a:solidFill>
                <a:latin typeface="Arial" panose="020B0604020202020204" pitchFamily="34" charset="0"/>
                <a:cs typeface="Arial" panose="020B0604020202020204" pitchFamily="34" charset="0"/>
              </a:defRPr>
            </a:lvl7pPr>
            <a:lvl8pPr marL="3429000" indent="-228600" eaLnBrk="0" fontAlgn="base" hangingPunct="0">
              <a:lnSpc>
                <a:spcPct val="90000"/>
              </a:lnSpc>
              <a:spcBef>
                <a:spcPct val="0"/>
              </a:spcBef>
              <a:spcAft>
                <a:spcPct val="0"/>
              </a:spcAft>
              <a:defRPr sz="2200">
                <a:solidFill>
                  <a:schemeClr val="hlink"/>
                </a:solidFill>
                <a:latin typeface="Arial" panose="020B0604020202020204" pitchFamily="34" charset="0"/>
                <a:cs typeface="Arial" panose="020B0604020202020204" pitchFamily="34" charset="0"/>
              </a:defRPr>
            </a:lvl8pPr>
            <a:lvl9pPr marL="3886200" indent="-228600" eaLnBrk="0" fontAlgn="base" hangingPunct="0">
              <a:lnSpc>
                <a:spcPct val="90000"/>
              </a:lnSpc>
              <a:spcBef>
                <a:spcPct val="0"/>
              </a:spcBef>
              <a:spcAft>
                <a:spcPct val="0"/>
              </a:spcAft>
              <a:defRPr sz="2200">
                <a:solidFill>
                  <a:schemeClr val="hlink"/>
                </a:solidFill>
                <a:latin typeface="Arial" panose="020B0604020202020204" pitchFamily="34" charset="0"/>
                <a:cs typeface="Arial" panose="020B0604020202020204" pitchFamily="34" charset="0"/>
              </a:defRPr>
            </a:lvl9pPr>
          </a:lstStyle>
          <a:p>
            <a:pPr eaLnBrk="1" hangingPunct="1"/>
            <a:fld id="{2D5A75E3-576D-4AFE-8336-0C5C3A92D18A}" type="slidenum">
              <a:rPr lang="en-US" altLang="zh-TW" sz="1200">
                <a:solidFill>
                  <a:schemeClr val="tx1"/>
                </a:solidFill>
              </a:rPr>
              <a:pPr eaLnBrk="1" hangingPunct="1"/>
              <a:t>3</a:t>
            </a:fld>
            <a:endParaRPr lang="en-US" altLang="zh-TW" sz="1200">
              <a:solidFill>
                <a:schemeClr val="tx1"/>
              </a:solidFill>
            </a:endParaRPr>
          </a:p>
        </p:txBody>
      </p:sp>
      <p:sp>
        <p:nvSpPr>
          <p:cNvPr id="16387" name="Rectangle 2"/>
          <p:cNvSpPr>
            <a:spLocks noGrp="1" noRot="1" noChangeAspect="1" noChangeArrowheads="1" noTextEdit="1"/>
          </p:cNvSpPr>
          <p:nvPr>
            <p:ph type="sldImg"/>
          </p:nvPr>
        </p:nvSpPr>
        <p:spPr>
          <a:ln/>
        </p:spPr>
      </p:sp>
      <p:sp>
        <p:nvSpPr>
          <p:cNvPr id="16388" name="Rectangle 3"/>
          <p:cNvSpPr>
            <a:spLocks noGrp="1" noChangeArrowheads="1"/>
          </p:cNvSpPr>
          <p:nvPr>
            <p:ph type="body" idx="1"/>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p>
            <a:pPr eaLnBrk="1" hangingPunct="1"/>
            <a:endParaRPr lang="zh-TW" altLang="zh-TW" smtClean="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xmlns="" val="281613848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Rectangle 7"/>
          <p:cNvSpPr>
            <a:spLocks noGrp="1" noChangeArrowheads="1"/>
          </p:cNvSpPr>
          <p:nvPr>
            <p:ph type="sldNum" sz="quarter" idx="5"/>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eaLnBrk="0" hangingPunct="0">
              <a:defRPr sz="2200">
                <a:solidFill>
                  <a:schemeClr val="hlink"/>
                </a:solidFill>
                <a:latin typeface="Arial" panose="020B0604020202020204" pitchFamily="34" charset="0"/>
                <a:cs typeface="Arial" panose="020B0604020202020204" pitchFamily="34" charset="0"/>
              </a:defRPr>
            </a:lvl1pPr>
            <a:lvl2pPr marL="742950" indent="-285750" eaLnBrk="0" hangingPunct="0">
              <a:defRPr sz="2200">
                <a:solidFill>
                  <a:schemeClr val="hlink"/>
                </a:solidFill>
                <a:latin typeface="Arial" panose="020B0604020202020204" pitchFamily="34" charset="0"/>
                <a:cs typeface="Arial" panose="020B0604020202020204" pitchFamily="34" charset="0"/>
              </a:defRPr>
            </a:lvl2pPr>
            <a:lvl3pPr marL="1143000" indent="-228600" eaLnBrk="0" hangingPunct="0">
              <a:defRPr sz="2200">
                <a:solidFill>
                  <a:schemeClr val="hlink"/>
                </a:solidFill>
                <a:latin typeface="Arial" panose="020B0604020202020204" pitchFamily="34" charset="0"/>
                <a:cs typeface="Arial" panose="020B0604020202020204" pitchFamily="34" charset="0"/>
              </a:defRPr>
            </a:lvl3pPr>
            <a:lvl4pPr marL="1600200" indent="-228600" eaLnBrk="0" hangingPunct="0">
              <a:defRPr sz="2200">
                <a:solidFill>
                  <a:schemeClr val="hlink"/>
                </a:solidFill>
                <a:latin typeface="Arial" panose="020B0604020202020204" pitchFamily="34" charset="0"/>
                <a:cs typeface="Arial" panose="020B0604020202020204" pitchFamily="34" charset="0"/>
              </a:defRPr>
            </a:lvl4pPr>
            <a:lvl5pPr marL="2057400" indent="-228600" eaLnBrk="0" hangingPunct="0">
              <a:defRPr sz="2200">
                <a:solidFill>
                  <a:schemeClr val="hlink"/>
                </a:solidFill>
                <a:latin typeface="Arial" panose="020B0604020202020204" pitchFamily="34" charset="0"/>
                <a:cs typeface="Arial" panose="020B0604020202020204" pitchFamily="34" charset="0"/>
              </a:defRPr>
            </a:lvl5pPr>
            <a:lvl6pPr marL="2514600" indent="-228600" eaLnBrk="0" fontAlgn="base" hangingPunct="0">
              <a:lnSpc>
                <a:spcPct val="90000"/>
              </a:lnSpc>
              <a:spcBef>
                <a:spcPct val="0"/>
              </a:spcBef>
              <a:spcAft>
                <a:spcPct val="0"/>
              </a:spcAft>
              <a:defRPr sz="2200">
                <a:solidFill>
                  <a:schemeClr val="hlink"/>
                </a:solidFill>
                <a:latin typeface="Arial" panose="020B0604020202020204" pitchFamily="34" charset="0"/>
                <a:cs typeface="Arial" panose="020B0604020202020204" pitchFamily="34" charset="0"/>
              </a:defRPr>
            </a:lvl6pPr>
            <a:lvl7pPr marL="2971800" indent="-228600" eaLnBrk="0" fontAlgn="base" hangingPunct="0">
              <a:lnSpc>
                <a:spcPct val="90000"/>
              </a:lnSpc>
              <a:spcBef>
                <a:spcPct val="0"/>
              </a:spcBef>
              <a:spcAft>
                <a:spcPct val="0"/>
              </a:spcAft>
              <a:defRPr sz="2200">
                <a:solidFill>
                  <a:schemeClr val="hlink"/>
                </a:solidFill>
                <a:latin typeface="Arial" panose="020B0604020202020204" pitchFamily="34" charset="0"/>
                <a:cs typeface="Arial" panose="020B0604020202020204" pitchFamily="34" charset="0"/>
              </a:defRPr>
            </a:lvl7pPr>
            <a:lvl8pPr marL="3429000" indent="-228600" eaLnBrk="0" fontAlgn="base" hangingPunct="0">
              <a:lnSpc>
                <a:spcPct val="90000"/>
              </a:lnSpc>
              <a:spcBef>
                <a:spcPct val="0"/>
              </a:spcBef>
              <a:spcAft>
                <a:spcPct val="0"/>
              </a:spcAft>
              <a:defRPr sz="2200">
                <a:solidFill>
                  <a:schemeClr val="hlink"/>
                </a:solidFill>
                <a:latin typeface="Arial" panose="020B0604020202020204" pitchFamily="34" charset="0"/>
                <a:cs typeface="Arial" panose="020B0604020202020204" pitchFamily="34" charset="0"/>
              </a:defRPr>
            </a:lvl8pPr>
            <a:lvl9pPr marL="3886200" indent="-228600" eaLnBrk="0" fontAlgn="base" hangingPunct="0">
              <a:lnSpc>
                <a:spcPct val="90000"/>
              </a:lnSpc>
              <a:spcBef>
                <a:spcPct val="0"/>
              </a:spcBef>
              <a:spcAft>
                <a:spcPct val="0"/>
              </a:spcAft>
              <a:defRPr sz="2200">
                <a:solidFill>
                  <a:schemeClr val="hlink"/>
                </a:solidFill>
                <a:latin typeface="Arial" panose="020B0604020202020204" pitchFamily="34" charset="0"/>
                <a:cs typeface="Arial" panose="020B0604020202020204" pitchFamily="34" charset="0"/>
              </a:defRPr>
            </a:lvl9pPr>
          </a:lstStyle>
          <a:p>
            <a:pPr eaLnBrk="1" hangingPunct="1"/>
            <a:fld id="{2D5A75E3-576D-4AFE-8336-0C5C3A92D18A}" type="slidenum">
              <a:rPr lang="en-US" altLang="zh-TW" sz="1200">
                <a:solidFill>
                  <a:schemeClr val="tx1"/>
                </a:solidFill>
              </a:rPr>
              <a:pPr eaLnBrk="1" hangingPunct="1"/>
              <a:t>4</a:t>
            </a:fld>
            <a:endParaRPr lang="en-US" altLang="zh-TW" sz="1200">
              <a:solidFill>
                <a:schemeClr val="tx1"/>
              </a:solidFill>
            </a:endParaRPr>
          </a:p>
        </p:txBody>
      </p:sp>
      <p:sp>
        <p:nvSpPr>
          <p:cNvPr id="16387" name="Rectangle 2"/>
          <p:cNvSpPr>
            <a:spLocks noGrp="1" noRot="1" noChangeAspect="1" noChangeArrowheads="1" noTextEdit="1"/>
          </p:cNvSpPr>
          <p:nvPr>
            <p:ph type="sldImg"/>
          </p:nvPr>
        </p:nvSpPr>
        <p:spPr>
          <a:ln/>
        </p:spPr>
      </p:sp>
      <p:sp>
        <p:nvSpPr>
          <p:cNvPr id="16388" name="Rectangle 3"/>
          <p:cNvSpPr>
            <a:spLocks noGrp="1" noChangeArrowheads="1"/>
          </p:cNvSpPr>
          <p:nvPr>
            <p:ph type="body" idx="1"/>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p>
            <a:pPr eaLnBrk="1" hangingPunct="1"/>
            <a:endParaRPr lang="zh-TW" altLang="zh-TW" smtClean="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xmlns="" val="281613848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r>
              <a:rPr lang="en-US" altLang="zh-TW" sz="1200" b="0" i="0" kern="1200" dirty="0" smtClean="0">
                <a:solidFill>
                  <a:schemeClr val="tx1"/>
                </a:solidFill>
                <a:effectLst/>
                <a:latin typeface="Arial" pitchFamily="48" charset="0"/>
                <a:ea typeface="ＭＳ Ｐゴシック" pitchFamily="48" charset="-128"/>
                <a:cs typeface="ＭＳ Ｐゴシック" pitchFamily="48" charset="-128"/>
              </a:rPr>
              <a:t>The basic idea behind Server </a:t>
            </a:r>
            <a:r>
              <a:rPr lang="en-US" altLang="zh-TW" sz="1200" b="0" i="0" kern="1200" dirty="0" err="1" smtClean="0">
                <a:solidFill>
                  <a:schemeClr val="tx1"/>
                </a:solidFill>
                <a:effectLst/>
                <a:latin typeface="Arial" pitchFamily="48" charset="0"/>
                <a:ea typeface="ＭＳ Ｐゴシック" pitchFamily="48" charset="-128"/>
                <a:cs typeface="ＭＳ Ｐゴシック" pitchFamily="48" charset="-128"/>
              </a:rPr>
              <a:t>Dialback</a:t>
            </a:r>
            <a:r>
              <a:rPr lang="en-US" altLang="zh-TW" sz="1200" b="0" i="0" kern="1200" dirty="0" smtClean="0">
                <a:solidFill>
                  <a:schemeClr val="tx1"/>
                </a:solidFill>
                <a:effectLst/>
                <a:latin typeface="Arial" pitchFamily="48" charset="0"/>
                <a:ea typeface="ＭＳ Ｐゴシック" pitchFamily="48" charset="-128"/>
                <a:cs typeface="ＭＳ Ｐゴシック" pitchFamily="48" charset="-128"/>
              </a:rPr>
              <a:t> is that a receiving server does not accept XMPP traffic from a sending server until it has (a) "called back" the authoritative server for the domain asserted by the sending server and (b) verified that the sending server is truly authorized to generate XMPP traffic for that domain.</a:t>
            </a:r>
          </a:p>
          <a:p>
            <a:endParaRPr lang="en-US" altLang="zh-TW" sz="1200" b="0" i="0" kern="1200" dirty="0" smtClean="0">
              <a:solidFill>
                <a:schemeClr val="tx1"/>
              </a:solidFill>
              <a:effectLst/>
              <a:latin typeface="Arial" pitchFamily="48" charset="0"/>
              <a:ea typeface="ＭＳ Ｐゴシック" pitchFamily="48" charset="-128"/>
            </a:endParaRPr>
          </a:p>
          <a:p>
            <a:r>
              <a:rPr lang="en-US" altLang="zh-TW" sz="1200" b="1" i="0" kern="1200" dirty="0" smtClean="0">
                <a:solidFill>
                  <a:schemeClr val="tx1"/>
                </a:solidFill>
                <a:effectLst/>
                <a:latin typeface="Arial" pitchFamily="48" charset="0"/>
                <a:ea typeface="ＭＳ Ｐゴシック" pitchFamily="48" charset="-128"/>
                <a:cs typeface="ＭＳ Ｐゴシック" pitchFamily="48" charset="-128"/>
              </a:rPr>
              <a:t>Multiplexed Transport Layer Security</a:t>
            </a:r>
            <a:r>
              <a:rPr lang="en-US" altLang="zh-TW" sz="1200" b="0" i="0" kern="1200" dirty="0" smtClean="0">
                <a:solidFill>
                  <a:schemeClr val="tx1"/>
                </a:solidFill>
                <a:effectLst/>
                <a:latin typeface="Arial" pitchFamily="48" charset="0"/>
                <a:ea typeface="ＭＳ Ｐゴシック" pitchFamily="48" charset="-128"/>
                <a:cs typeface="ＭＳ Ｐゴシック" pitchFamily="48" charset="-128"/>
              </a:rPr>
              <a:t> (</a:t>
            </a:r>
            <a:r>
              <a:rPr lang="en-US" altLang="zh-TW" sz="1200" b="1" i="0" kern="1200" dirty="0" smtClean="0">
                <a:solidFill>
                  <a:schemeClr val="tx1"/>
                </a:solidFill>
                <a:effectLst/>
                <a:latin typeface="Arial" pitchFamily="48" charset="0"/>
                <a:ea typeface="ＭＳ Ｐゴシック" pitchFamily="48" charset="-128"/>
                <a:cs typeface="ＭＳ Ｐゴシック" pitchFamily="48" charset="-128"/>
              </a:rPr>
              <a:t>MTLS</a:t>
            </a:r>
            <a:r>
              <a:rPr lang="en-US" altLang="zh-TW" sz="1200" b="0" i="0" kern="1200" dirty="0" smtClean="0">
                <a:solidFill>
                  <a:schemeClr val="tx1"/>
                </a:solidFill>
                <a:effectLst/>
                <a:latin typeface="Arial" pitchFamily="48" charset="0"/>
                <a:ea typeface="ＭＳ Ｐゴシック" pitchFamily="48" charset="-128"/>
                <a:cs typeface="ＭＳ Ｐゴシック" pitchFamily="48" charset="-128"/>
              </a:rPr>
              <a:t>) protocol is a new TLS sub-protocol running over </a:t>
            </a:r>
            <a:r>
              <a:rPr lang="en-US" altLang="zh-TW" sz="1200" b="0" i="0" u="none" strike="noStrike" kern="1200" dirty="0" smtClean="0">
                <a:solidFill>
                  <a:schemeClr val="tx1"/>
                </a:solidFill>
                <a:effectLst/>
                <a:latin typeface="Arial" pitchFamily="48" charset="0"/>
                <a:ea typeface="ＭＳ Ｐゴシック" pitchFamily="48" charset="-128"/>
                <a:cs typeface="ＭＳ Ｐゴシック" pitchFamily="48" charset="-128"/>
                <a:hlinkClick r:id="rId3" tooltip="Transport Layer Security"/>
              </a:rPr>
              <a:t>TLS</a:t>
            </a:r>
            <a:r>
              <a:rPr lang="en-US" altLang="zh-TW" sz="1200" b="0" i="0" kern="1200" dirty="0" smtClean="0">
                <a:solidFill>
                  <a:schemeClr val="tx1"/>
                </a:solidFill>
                <a:effectLst/>
                <a:latin typeface="Arial" pitchFamily="48" charset="0"/>
                <a:ea typeface="ＭＳ Ｐゴシック" pitchFamily="48" charset="-128"/>
                <a:cs typeface="ＭＳ Ｐゴシック" pitchFamily="48" charset="-128"/>
              </a:rPr>
              <a:t> or </a:t>
            </a:r>
            <a:r>
              <a:rPr lang="en-US" altLang="zh-TW" sz="1200" b="0" i="0" u="none" strike="noStrike" kern="1200" dirty="0" smtClean="0">
                <a:solidFill>
                  <a:schemeClr val="tx1"/>
                </a:solidFill>
                <a:effectLst/>
                <a:latin typeface="Arial" pitchFamily="48" charset="0"/>
                <a:ea typeface="ＭＳ Ｐゴシック" pitchFamily="48" charset="-128"/>
                <a:cs typeface="ＭＳ Ｐゴシック" pitchFamily="48" charset="-128"/>
                <a:hlinkClick r:id="rId4" tooltip="Datagram Transport Layer Security"/>
              </a:rPr>
              <a:t>DTLS</a:t>
            </a:r>
            <a:r>
              <a:rPr lang="en-US" altLang="zh-TW" sz="1200" b="0" i="0" kern="1200" dirty="0" smtClean="0">
                <a:solidFill>
                  <a:schemeClr val="tx1"/>
                </a:solidFill>
                <a:effectLst/>
                <a:latin typeface="Arial" pitchFamily="48" charset="0"/>
                <a:ea typeface="ＭＳ Ｐゴシック" pitchFamily="48" charset="-128"/>
                <a:cs typeface="ＭＳ Ｐゴシック" pitchFamily="48" charset="-128"/>
              </a:rPr>
              <a:t>. The MTLS design provides application multiplexing over a single TLS (or DTLS) session. Therefore, instead of associating a TLS connection with each application, MTLS allows several applications to protect their exchanges over a single TLS session.</a:t>
            </a:r>
          </a:p>
          <a:p>
            <a:endParaRPr lang="zh-TW" altLang="en-US" dirty="0"/>
          </a:p>
        </p:txBody>
      </p:sp>
      <p:sp>
        <p:nvSpPr>
          <p:cNvPr id="4" name="投影片編號版面配置區 3"/>
          <p:cNvSpPr>
            <a:spLocks noGrp="1"/>
          </p:cNvSpPr>
          <p:nvPr>
            <p:ph type="sldNum" sz="quarter" idx="10"/>
          </p:nvPr>
        </p:nvSpPr>
        <p:spPr/>
        <p:txBody>
          <a:bodyPr/>
          <a:lstStyle/>
          <a:p>
            <a:fld id="{5C39E442-429E-4F83-8775-FF4292F78F29}" type="slidenum">
              <a:rPr lang="en-US" altLang="zh-TW" smtClean="0"/>
              <a:pPr/>
              <a:t>7</a:t>
            </a:fld>
            <a:endParaRPr lang="en-US" altLang="zh-TW"/>
          </a:p>
        </p:txBody>
      </p:sp>
    </p:spTree>
    <p:extLst>
      <p:ext uri="{BB962C8B-B14F-4D97-AF65-F5344CB8AC3E}">
        <p14:creationId xmlns:p14="http://schemas.microsoft.com/office/powerpoint/2010/main" xmlns="" val="102359854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r>
              <a:rPr lang="en-US" altLang="zh-TW" sz="1200" b="0" i="0" kern="1200" dirty="0" smtClean="0">
                <a:solidFill>
                  <a:schemeClr val="tx1"/>
                </a:solidFill>
                <a:effectLst/>
                <a:latin typeface="Arial" pitchFamily="48" charset="0"/>
                <a:ea typeface="ＭＳ Ｐゴシック" pitchFamily="48" charset="-128"/>
                <a:cs typeface="ＭＳ Ｐゴシック" pitchFamily="48" charset="-128"/>
              </a:rPr>
              <a:t>The basic idea behind Server </a:t>
            </a:r>
            <a:r>
              <a:rPr lang="en-US" altLang="zh-TW" sz="1200" b="0" i="0" kern="1200" dirty="0" err="1" smtClean="0">
                <a:solidFill>
                  <a:schemeClr val="tx1"/>
                </a:solidFill>
                <a:effectLst/>
                <a:latin typeface="Arial" pitchFamily="48" charset="0"/>
                <a:ea typeface="ＭＳ Ｐゴシック" pitchFamily="48" charset="-128"/>
                <a:cs typeface="ＭＳ Ｐゴシック" pitchFamily="48" charset="-128"/>
              </a:rPr>
              <a:t>Dialback</a:t>
            </a:r>
            <a:r>
              <a:rPr lang="en-US" altLang="zh-TW" sz="1200" b="0" i="0" kern="1200" dirty="0" smtClean="0">
                <a:solidFill>
                  <a:schemeClr val="tx1"/>
                </a:solidFill>
                <a:effectLst/>
                <a:latin typeface="Arial" pitchFamily="48" charset="0"/>
                <a:ea typeface="ＭＳ Ｐゴシック" pitchFamily="48" charset="-128"/>
                <a:cs typeface="ＭＳ Ｐゴシック" pitchFamily="48" charset="-128"/>
              </a:rPr>
              <a:t> is that a receiving server does not accept XMPP traffic from a sending server until it has (a) "called back" the authoritative server for the domain asserted by the sending server and (b) verified that the sending server is truly authorized to generate XMPP traffic for that domain.</a:t>
            </a:r>
          </a:p>
          <a:p>
            <a:endParaRPr lang="en-US" altLang="zh-TW" sz="1200" b="0" i="0" kern="1200" dirty="0" smtClean="0">
              <a:solidFill>
                <a:schemeClr val="tx1"/>
              </a:solidFill>
              <a:effectLst/>
              <a:latin typeface="Arial" pitchFamily="48" charset="0"/>
              <a:ea typeface="ＭＳ Ｐゴシック" pitchFamily="48" charset="-128"/>
            </a:endParaRPr>
          </a:p>
          <a:p>
            <a:r>
              <a:rPr lang="en-US" altLang="zh-TW" sz="1200" b="1" i="0" kern="1200" dirty="0" smtClean="0">
                <a:solidFill>
                  <a:schemeClr val="tx1"/>
                </a:solidFill>
                <a:effectLst/>
                <a:latin typeface="Arial" pitchFamily="48" charset="0"/>
                <a:ea typeface="ＭＳ Ｐゴシック" pitchFamily="48" charset="-128"/>
                <a:cs typeface="ＭＳ Ｐゴシック" pitchFamily="48" charset="-128"/>
              </a:rPr>
              <a:t>Multiplexed Transport Layer Security</a:t>
            </a:r>
            <a:r>
              <a:rPr lang="en-US" altLang="zh-TW" sz="1200" b="0" i="0" kern="1200" dirty="0" smtClean="0">
                <a:solidFill>
                  <a:schemeClr val="tx1"/>
                </a:solidFill>
                <a:effectLst/>
                <a:latin typeface="Arial" pitchFamily="48" charset="0"/>
                <a:ea typeface="ＭＳ Ｐゴシック" pitchFamily="48" charset="-128"/>
                <a:cs typeface="ＭＳ Ｐゴシック" pitchFamily="48" charset="-128"/>
              </a:rPr>
              <a:t> (</a:t>
            </a:r>
            <a:r>
              <a:rPr lang="en-US" altLang="zh-TW" sz="1200" b="1" i="0" kern="1200" dirty="0" smtClean="0">
                <a:solidFill>
                  <a:schemeClr val="tx1"/>
                </a:solidFill>
                <a:effectLst/>
                <a:latin typeface="Arial" pitchFamily="48" charset="0"/>
                <a:ea typeface="ＭＳ Ｐゴシック" pitchFamily="48" charset="-128"/>
                <a:cs typeface="ＭＳ Ｐゴシック" pitchFamily="48" charset="-128"/>
              </a:rPr>
              <a:t>MTLS</a:t>
            </a:r>
            <a:r>
              <a:rPr lang="en-US" altLang="zh-TW" sz="1200" b="0" i="0" kern="1200" dirty="0" smtClean="0">
                <a:solidFill>
                  <a:schemeClr val="tx1"/>
                </a:solidFill>
                <a:effectLst/>
                <a:latin typeface="Arial" pitchFamily="48" charset="0"/>
                <a:ea typeface="ＭＳ Ｐゴシック" pitchFamily="48" charset="-128"/>
                <a:cs typeface="ＭＳ Ｐゴシック" pitchFamily="48" charset="-128"/>
              </a:rPr>
              <a:t>) protocol is a new TLS sub-protocol running over </a:t>
            </a:r>
            <a:r>
              <a:rPr lang="en-US" altLang="zh-TW" sz="1200" b="0" i="0" u="none" strike="noStrike" kern="1200" dirty="0" smtClean="0">
                <a:solidFill>
                  <a:schemeClr val="tx1"/>
                </a:solidFill>
                <a:effectLst/>
                <a:latin typeface="Arial" pitchFamily="48" charset="0"/>
                <a:ea typeface="ＭＳ Ｐゴシック" pitchFamily="48" charset="-128"/>
                <a:cs typeface="ＭＳ Ｐゴシック" pitchFamily="48" charset="-128"/>
                <a:hlinkClick r:id="rId3" tooltip="Transport Layer Security"/>
              </a:rPr>
              <a:t>TLS</a:t>
            </a:r>
            <a:r>
              <a:rPr lang="en-US" altLang="zh-TW" sz="1200" b="0" i="0" kern="1200" dirty="0" smtClean="0">
                <a:solidFill>
                  <a:schemeClr val="tx1"/>
                </a:solidFill>
                <a:effectLst/>
                <a:latin typeface="Arial" pitchFamily="48" charset="0"/>
                <a:ea typeface="ＭＳ Ｐゴシック" pitchFamily="48" charset="-128"/>
                <a:cs typeface="ＭＳ Ｐゴシック" pitchFamily="48" charset="-128"/>
              </a:rPr>
              <a:t> or </a:t>
            </a:r>
            <a:r>
              <a:rPr lang="en-US" altLang="zh-TW" sz="1200" b="0" i="0" u="none" strike="noStrike" kern="1200" dirty="0" smtClean="0">
                <a:solidFill>
                  <a:schemeClr val="tx1"/>
                </a:solidFill>
                <a:effectLst/>
                <a:latin typeface="Arial" pitchFamily="48" charset="0"/>
                <a:ea typeface="ＭＳ Ｐゴシック" pitchFamily="48" charset="-128"/>
                <a:cs typeface="ＭＳ Ｐゴシック" pitchFamily="48" charset="-128"/>
                <a:hlinkClick r:id="rId4" tooltip="Datagram Transport Layer Security"/>
              </a:rPr>
              <a:t>DTLS</a:t>
            </a:r>
            <a:r>
              <a:rPr lang="en-US" altLang="zh-TW" sz="1200" b="0" i="0" kern="1200" dirty="0" smtClean="0">
                <a:solidFill>
                  <a:schemeClr val="tx1"/>
                </a:solidFill>
                <a:effectLst/>
                <a:latin typeface="Arial" pitchFamily="48" charset="0"/>
                <a:ea typeface="ＭＳ Ｐゴシック" pitchFamily="48" charset="-128"/>
                <a:cs typeface="ＭＳ Ｐゴシック" pitchFamily="48" charset="-128"/>
              </a:rPr>
              <a:t>. The MTLS design provides application multiplexing over a single TLS (or DTLS) session. Therefore, instead of associating a TLS connection with each application, MTLS allows several applications to protect their exchanges over a single TLS session.</a:t>
            </a:r>
          </a:p>
          <a:p>
            <a:endParaRPr lang="zh-TW" altLang="en-US" dirty="0"/>
          </a:p>
        </p:txBody>
      </p:sp>
      <p:sp>
        <p:nvSpPr>
          <p:cNvPr id="4" name="投影片編號版面配置區 3"/>
          <p:cNvSpPr>
            <a:spLocks noGrp="1"/>
          </p:cNvSpPr>
          <p:nvPr>
            <p:ph type="sldNum" sz="quarter" idx="10"/>
          </p:nvPr>
        </p:nvSpPr>
        <p:spPr/>
        <p:txBody>
          <a:bodyPr/>
          <a:lstStyle/>
          <a:p>
            <a:fld id="{5C39E442-429E-4F83-8775-FF4292F78F29}" type="slidenum">
              <a:rPr lang="en-US" altLang="zh-TW" smtClean="0"/>
              <a:pPr/>
              <a:t>8</a:t>
            </a:fld>
            <a:endParaRPr lang="en-US" altLang="zh-TW"/>
          </a:p>
        </p:txBody>
      </p:sp>
    </p:spTree>
    <p:extLst>
      <p:ext uri="{BB962C8B-B14F-4D97-AF65-F5344CB8AC3E}">
        <p14:creationId xmlns:p14="http://schemas.microsoft.com/office/powerpoint/2010/main" xmlns="" val="102359854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r>
              <a:rPr lang="en-US" altLang="zh-TW" sz="1200" b="0" i="0" kern="1200" dirty="0" smtClean="0">
                <a:solidFill>
                  <a:schemeClr val="tx1"/>
                </a:solidFill>
                <a:effectLst/>
                <a:latin typeface="Arial" pitchFamily="48" charset="0"/>
                <a:ea typeface="ＭＳ Ｐゴシック" pitchFamily="48" charset="-128"/>
                <a:cs typeface="ＭＳ Ｐゴシック" pitchFamily="48" charset="-128"/>
              </a:rPr>
              <a:t>The basic idea behind Server </a:t>
            </a:r>
            <a:r>
              <a:rPr lang="en-US" altLang="zh-TW" sz="1200" b="0" i="0" kern="1200" dirty="0" err="1" smtClean="0">
                <a:solidFill>
                  <a:schemeClr val="tx1"/>
                </a:solidFill>
                <a:effectLst/>
                <a:latin typeface="Arial" pitchFamily="48" charset="0"/>
                <a:ea typeface="ＭＳ Ｐゴシック" pitchFamily="48" charset="-128"/>
                <a:cs typeface="ＭＳ Ｐゴシック" pitchFamily="48" charset="-128"/>
              </a:rPr>
              <a:t>Dialback</a:t>
            </a:r>
            <a:r>
              <a:rPr lang="en-US" altLang="zh-TW" sz="1200" b="0" i="0" kern="1200" dirty="0" smtClean="0">
                <a:solidFill>
                  <a:schemeClr val="tx1"/>
                </a:solidFill>
                <a:effectLst/>
                <a:latin typeface="Arial" pitchFamily="48" charset="0"/>
                <a:ea typeface="ＭＳ Ｐゴシック" pitchFamily="48" charset="-128"/>
                <a:cs typeface="ＭＳ Ｐゴシック" pitchFamily="48" charset="-128"/>
              </a:rPr>
              <a:t> is that a receiving server does not accept XMPP traffic from a sending server until it has (a) "called back" the authoritative server for the domain asserted by the sending server and (b) verified that the sending server is truly authorized to generate XMPP traffic for that domain.</a:t>
            </a:r>
          </a:p>
          <a:p>
            <a:endParaRPr lang="en-US" altLang="zh-TW" sz="1200" b="0" i="0" kern="1200" dirty="0" smtClean="0">
              <a:solidFill>
                <a:schemeClr val="tx1"/>
              </a:solidFill>
              <a:effectLst/>
              <a:latin typeface="Arial" pitchFamily="48" charset="0"/>
              <a:ea typeface="ＭＳ Ｐゴシック" pitchFamily="48" charset="-128"/>
            </a:endParaRPr>
          </a:p>
          <a:p>
            <a:r>
              <a:rPr lang="en-US" altLang="zh-TW" sz="1200" b="1" i="0" kern="1200" dirty="0" smtClean="0">
                <a:solidFill>
                  <a:schemeClr val="tx1"/>
                </a:solidFill>
                <a:effectLst/>
                <a:latin typeface="Arial" pitchFamily="48" charset="0"/>
                <a:ea typeface="ＭＳ Ｐゴシック" pitchFamily="48" charset="-128"/>
                <a:cs typeface="ＭＳ Ｐゴシック" pitchFamily="48" charset="-128"/>
              </a:rPr>
              <a:t>Multiplexed Transport Layer Security</a:t>
            </a:r>
            <a:r>
              <a:rPr lang="en-US" altLang="zh-TW" sz="1200" b="0" i="0" kern="1200" dirty="0" smtClean="0">
                <a:solidFill>
                  <a:schemeClr val="tx1"/>
                </a:solidFill>
                <a:effectLst/>
                <a:latin typeface="Arial" pitchFamily="48" charset="0"/>
                <a:ea typeface="ＭＳ Ｐゴシック" pitchFamily="48" charset="-128"/>
                <a:cs typeface="ＭＳ Ｐゴシック" pitchFamily="48" charset="-128"/>
              </a:rPr>
              <a:t> (</a:t>
            </a:r>
            <a:r>
              <a:rPr lang="en-US" altLang="zh-TW" sz="1200" b="1" i="0" kern="1200" dirty="0" smtClean="0">
                <a:solidFill>
                  <a:schemeClr val="tx1"/>
                </a:solidFill>
                <a:effectLst/>
                <a:latin typeface="Arial" pitchFamily="48" charset="0"/>
                <a:ea typeface="ＭＳ Ｐゴシック" pitchFamily="48" charset="-128"/>
                <a:cs typeface="ＭＳ Ｐゴシック" pitchFamily="48" charset="-128"/>
              </a:rPr>
              <a:t>MTLS</a:t>
            </a:r>
            <a:r>
              <a:rPr lang="en-US" altLang="zh-TW" sz="1200" b="0" i="0" kern="1200" dirty="0" smtClean="0">
                <a:solidFill>
                  <a:schemeClr val="tx1"/>
                </a:solidFill>
                <a:effectLst/>
                <a:latin typeface="Arial" pitchFamily="48" charset="0"/>
                <a:ea typeface="ＭＳ Ｐゴシック" pitchFamily="48" charset="-128"/>
                <a:cs typeface="ＭＳ Ｐゴシック" pitchFamily="48" charset="-128"/>
              </a:rPr>
              <a:t>) protocol is a new TLS sub-protocol running over </a:t>
            </a:r>
            <a:r>
              <a:rPr lang="en-US" altLang="zh-TW" sz="1200" b="0" i="0" u="none" strike="noStrike" kern="1200" dirty="0" smtClean="0">
                <a:solidFill>
                  <a:schemeClr val="tx1"/>
                </a:solidFill>
                <a:effectLst/>
                <a:latin typeface="Arial" pitchFamily="48" charset="0"/>
                <a:ea typeface="ＭＳ Ｐゴシック" pitchFamily="48" charset="-128"/>
                <a:cs typeface="ＭＳ Ｐゴシック" pitchFamily="48" charset="-128"/>
                <a:hlinkClick r:id="rId3" tooltip="Transport Layer Security"/>
              </a:rPr>
              <a:t>TLS</a:t>
            </a:r>
            <a:r>
              <a:rPr lang="en-US" altLang="zh-TW" sz="1200" b="0" i="0" kern="1200" dirty="0" smtClean="0">
                <a:solidFill>
                  <a:schemeClr val="tx1"/>
                </a:solidFill>
                <a:effectLst/>
                <a:latin typeface="Arial" pitchFamily="48" charset="0"/>
                <a:ea typeface="ＭＳ Ｐゴシック" pitchFamily="48" charset="-128"/>
                <a:cs typeface="ＭＳ Ｐゴシック" pitchFamily="48" charset="-128"/>
              </a:rPr>
              <a:t> or </a:t>
            </a:r>
            <a:r>
              <a:rPr lang="en-US" altLang="zh-TW" sz="1200" b="0" i="0" u="none" strike="noStrike" kern="1200" dirty="0" smtClean="0">
                <a:solidFill>
                  <a:schemeClr val="tx1"/>
                </a:solidFill>
                <a:effectLst/>
                <a:latin typeface="Arial" pitchFamily="48" charset="0"/>
                <a:ea typeface="ＭＳ Ｐゴシック" pitchFamily="48" charset="-128"/>
                <a:cs typeface="ＭＳ Ｐゴシック" pitchFamily="48" charset="-128"/>
                <a:hlinkClick r:id="rId4" tooltip="Datagram Transport Layer Security"/>
              </a:rPr>
              <a:t>DTLS</a:t>
            </a:r>
            <a:r>
              <a:rPr lang="en-US" altLang="zh-TW" sz="1200" b="0" i="0" kern="1200" dirty="0" smtClean="0">
                <a:solidFill>
                  <a:schemeClr val="tx1"/>
                </a:solidFill>
                <a:effectLst/>
                <a:latin typeface="Arial" pitchFamily="48" charset="0"/>
                <a:ea typeface="ＭＳ Ｐゴシック" pitchFamily="48" charset="-128"/>
                <a:cs typeface="ＭＳ Ｐゴシック" pitchFamily="48" charset="-128"/>
              </a:rPr>
              <a:t>. The MTLS design provides application multiplexing over a single TLS (or DTLS) session. Therefore, instead of associating a TLS connection with each application, MTLS allows several applications to protect their exchanges over a single TLS session.</a:t>
            </a:r>
          </a:p>
          <a:p>
            <a:endParaRPr lang="zh-TW" altLang="en-US" dirty="0"/>
          </a:p>
        </p:txBody>
      </p:sp>
      <p:sp>
        <p:nvSpPr>
          <p:cNvPr id="4" name="投影片編號版面配置區 3"/>
          <p:cNvSpPr>
            <a:spLocks noGrp="1"/>
          </p:cNvSpPr>
          <p:nvPr>
            <p:ph type="sldNum" sz="quarter" idx="10"/>
          </p:nvPr>
        </p:nvSpPr>
        <p:spPr/>
        <p:txBody>
          <a:bodyPr/>
          <a:lstStyle/>
          <a:p>
            <a:fld id="{5C39E442-429E-4F83-8775-FF4292F78F29}" type="slidenum">
              <a:rPr lang="en-US" altLang="zh-TW" smtClean="0"/>
              <a:pPr/>
              <a:t>9</a:t>
            </a:fld>
            <a:endParaRPr lang="en-US" altLang="zh-TW"/>
          </a:p>
        </p:txBody>
      </p:sp>
    </p:spTree>
    <p:extLst>
      <p:ext uri="{BB962C8B-B14F-4D97-AF65-F5344CB8AC3E}">
        <p14:creationId xmlns:p14="http://schemas.microsoft.com/office/powerpoint/2010/main" xmlns="" val="1023598547"/>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1746" name="Rectangle 7"/>
          <p:cNvSpPr>
            <a:spLocks noGrp="1" noChangeArrowheads="1"/>
          </p:cNvSpPr>
          <p:nvPr>
            <p:ph type="sldNum" sz="quarter" idx="5"/>
          </p:nvPr>
        </p:nvSpPr>
        <p:spPr>
          <a:noFill/>
        </p:spPr>
        <p:txBody>
          <a:bodyPr/>
          <a:lstStyle/>
          <a:p>
            <a:fld id="{2867E0B0-3CA5-4B41-AFEF-9C7394B2A1A9}" type="slidenum">
              <a:rPr lang="en-US"/>
              <a:pPr/>
              <a:t>10</a:t>
            </a:fld>
            <a:endParaRPr lang="en-US"/>
          </a:p>
        </p:txBody>
      </p:sp>
      <p:sp>
        <p:nvSpPr>
          <p:cNvPr id="31747" name="Rectangle 2"/>
          <p:cNvSpPr>
            <a:spLocks noChangeArrowheads="1" noTextEdit="1"/>
          </p:cNvSpPr>
          <p:nvPr>
            <p:ph type="sldImg"/>
          </p:nvPr>
        </p:nvSpPr>
        <p:spPr>
          <a:solidFill>
            <a:srgbClr val="FFFFFF"/>
          </a:solidFill>
          <a:ln/>
        </p:spPr>
      </p:sp>
      <p:sp>
        <p:nvSpPr>
          <p:cNvPr id="31748" name="Rectangle 3"/>
          <p:cNvSpPr>
            <a:spLocks noChangeArrowheads="1"/>
          </p:cNvSpPr>
          <p:nvPr>
            <p:ph type="body" idx="1"/>
          </p:nvPr>
        </p:nvSpPr>
        <p:spPr>
          <a:xfrm>
            <a:off x="686436" y="3290862"/>
            <a:ext cx="7982443" cy="3095572"/>
          </a:xfrm>
          <a:noFill/>
          <a:ln/>
        </p:spPr>
        <p:txBody>
          <a:bodyPr wrap="none" anchor="ctr"/>
          <a:lstStyle/>
          <a:p>
            <a:pPr defTabSz="457799" eaLnBrk="1" hangingPunct="1"/>
            <a:endParaRPr lang="en-US" dirty="0" smtClean="0"/>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2770" name="Rectangle 7"/>
          <p:cNvSpPr>
            <a:spLocks noGrp="1" noChangeArrowheads="1"/>
          </p:cNvSpPr>
          <p:nvPr>
            <p:ph type="sldNum" sz="quarter" idx="5"/>
          </p:nvPr>
        </p:nvSpPr>
        <p:spPr>
          <a:noFill/>
        </p:spPr>
        <p:txBody>
          <a:bodyPr/>
          <a:lstStyle/>
          <a:p>
            <a:fld id="{8FCCD8EF-FC61-4C12-B72F-15902037882A}" type="slidenum">
              <a:rPr lang="en-US"/>
              <a:pPr/>
              <a:t>11</a:t>
            </a:fld>
            <a:endParaRPr lang="en-US"/>
          </a:p>
        </p:txBody>
      </p:sp>
      <p:sp>
        <p:nvSpPr>
          <p:cNvPr id="32771" name="Rectangle 2"/>
          <p:cNvSpPr>
            <a:spLocks noChangeArrowheads="1" noTextEdit="1"/>
          </p:cNvSpPr>
          <p:nvPr>
            <p:ph type="sldImg"/>
          </p:nvPr>
        </p:nvSpPr>
        <p:spPr>
          <a:solidFill>
            <a:srgbClr val="FFFFFF"/>
          </a:solidFill>
          <a:ln/>
        </p:spPr>
      </p:sp>
      <p:sp>
        <p:nvSpPr>
          <p:cNvPr id="32772" name="Rectangle 3"/>
          <p:cNvSpPr>
            <a:spLocks noChangeArrowheads="1"/>
          </p:cNvSpPr>
          <p:nvPr>
            <p:ph type="body" idx="1"/>
          </p:nvPr>
        </p:nvSpPr>
        <p:spPr>
          <a:xfrm>
            <a:off x="686436" y="3290862"/>
            <a:ext cx="7982443" cy="3095572"/>
          </a:xfrm>
          <a:noFill/>
          <a:ln/>
        </p:spPr>
        <p:txBody>
          <a:bodyPr wrap="none" anchor="ctr"/>
          <a:lstStyle/>
          <a:p>
            <a:pPr defTabSz="457799" eaLnBrk="1" hangingPunct="1"/>
            <a:endParaRPr lang="en-US" dirty="0" smtClean="0"/>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r>
              <a:rPr lang="en-US" altLang="zh-TW" sz="1200" b="0" i="0" kern="1200" dirty="0" smtClean="0">
                <a:solidFill>
                  <a:schemeClr val="tx1"/>
                </a:solidFill>
                <a:effectLst/>
                <a:latin typeface="Arial" pitchFamily="48" charset="0"/>
                <a:ea typeface="ＭＳ Ｐゴシック" pitchFamily="48" charset="-128"/>
                <a:cs typeface="ＭＳ Ｐゴシック" pitchFamily="48" charset="-128"/>
              </a:rPr>
              <a:t>KARMA is a set of tools for assessing the security of wireless clients at multiple layers. Wireless sniffing tools discover clients and their preferred/trusted networks by passively listening for 802.11 Probe Request frames. From there, individual clients can be </a:t>
            </a:r>
            <a:r>
              <a:rPr lang="en-US" altLang="zh-TW" sz="1200" b="0" i="0" kern="1200" dirty="0" err="1" smtClean="0">
                <a:solidFill>
                  <a:schemeClr val="tx1"/>
                </a:solidFill>
                <a:effectLst/>
                <a:latin typeface="Arial" pitchFamily="48" charset="0"/>
                <a:ea typeface="ＭＳ Ｐゴシック" pitchFamily="48" charset="-128"/>
                <a:cs typeface="ＭＳ Ｐゴシック" pitchFamily="48" charset="-128"/>
              </a:rPr>
              <a:t>targetted</a:t>
            </a:r>
            <a:r>
              <a:rPr lang="en-US" altLang="zh-TW" sz="1200" b="0" i="0" kern="1200" dirty="0" smtClean="0">
                <a:solidFill>
                  <a:schemeClr val="tx1"/>
                </a:solidFill>
                <a:effectLst/>
                <a:latin typeface="Arial" pitchFamily="48" charset="0"/>
                <a:ea typeface="ＭＳ Ｐゴシック" pitchFamily="48" charset="-128"/>
                <a:cs typeface="ＭＳ Ｐゴシック" pitchFamily="48" charset="-128"/>
              </a:rPr>
              <a:t> by creating a Rogue AP for one of their probed networks (which they may join automatically) or using a custom driver that responds to probes and association requests for any SSID. Higher-level fake services can then capture credentials or exploit client-side vulnerabilities on the host.</a:t>
            </a:r>
          </a:p>
          <a:p>
            <a:r>
              <a:rPr lang="en-US" altLang="zh-TW" sz="1200" b="0" i="0" kern="1200" dirty="0" smtClean="0">
                <a:solidFill>
                  <a:schemeClr val="tx1"/>
                </a:solidFill>
                <a:effectLst/>
                <a:latin typeface="Arial" pitchFamily="48" charset="0"/>
                <a:ea typeface="ＭＳ Ｐゴシック" pitchFamily="48" charset="-128"/>
                <a:cs typeface="ＭＳ Ｐゴシック" pitchFamily="48" charset="-128"/>
              </a:rPr>
              <a:t>KARMA includes patches for the Linux </a:t>
            </a:r>
            <a:r>
              <a:rPr lang="en-US" altLang="zh-TW" sz="1200" b="0" i="0" kern="1200" dirty="0" err="1" smtClean="0">
                <a:solidFill>
                  <a:schemeClr val="tx1"/>
                </a:solidFill>
                <a:effectLst/>
                <a:latin typeface="Arial" pitchFamily="48" charset="0"/>
                <a:ea typeface="ＭＳ Ｐゴシック" pitchFamily="48" charset="-128"/>
                <a:cs typeface="ＭＳ Ｐゴシック" pitchFamily="48" charset="-128"/>
              </a:rPr>
              <a:t>MADWifi</a:t>
            </a:r>
            <a:r>
              <a:rPr lang="en-US" altLang="zh-TW" sz="1200" b="0" i="0" kern="1200" dirty="0" smtClean="0">
                <a:solidFill>
                  <a:schemeClr val="tx1"/>
                </a:solidFill>
                <a:effectLst/>
                <a:latin typeface="Arial" pitchFamily="48" charset="0"/>
                <a:ea typeface="ＭＳ Ｐゴシック" pitchFamily="48" charset="-128"/>
                <a:cs typeface="ＭＳ Ｐゴシック" pitchFamily="48" charset="-128"/>
              </a:rPr>
              <a:t> driver to allow the creation of an 802.11 Access Point that responds to any probed SSID. So if a client looks for ‘</a:t>
            </a:r>
            <a:r>
              <a:rPr lang="en-US" altLang="zh-TW" sz="1200" b="0" i="0" kern="1200" dirty="0" err="1" smtClean="0">
                <a:solidFill>
                  <a:schemeClr val="tx1"/>
                </a:solidFill>
                <a:effectLst/>
                <a:latin typeface="Arial" pitchFamily="48" charset="0"/>
                <a:ea typeface="ＭＳ Ｐゴシック" pitchFamily="48" charset="-128"/>
                <a:cs typeface="ＭＳ Ｐゴシック" pitchFamily="48" charset="-128"/>
              </a:rPr>
              <a:t>linksys</a:t>
            </a:r>
            <a:r>
              <a:rPr lang="en-US" altLang="zh-TW" sz="1200" b="0" i="0" kern="1200" dirty="0" smtClean="0">
                <a:solidFill>
                  <a:schemeClr val="tx1"/>
                </a:solidFill>
                <a:effectLst/>
                <a:latin typeface="Arial" pitchFamily="48" charset="0"/>
                <a:ea typeface="ＭＳ Ｐゴシック" pitchFamily="48" charset="-128"/>
                <a:cs typeface="ＭＳ Ｐゴシック" pitchFamily="48" charset="-128"/>
              </a:rPr>
              <a:t>’, it is ‘</a:t>
            </a:r>
            <a:r>
              <a:rPr lang="en-US" altLang="zh-TW" sz="1200" b="0" i="0" kern="1200" dirty="0" err="1" smtClean="0">
                <a:solidFill>
                  <a:schemeClr val="tx1"/>
                </a:solidFill>
                <a:effectLst/>
                <a:latin typeface="Arial" pitchFamily="48" charset="0"/>
                <a:ea typeface="ＭＳ Ｐゴシック" pitchFamily="48" charset="-128"/>
                <a:cs typeface="ＭＳ Ｐゴシック" pitchFamily="48" charset="-128"/>
              </a:rPr>
              <a:t>linksys</a:t>
            </a:r>
            <a:r>
              <a:rPr lang="en-US" altLang="zh-TW" sz="1200" b="0" i="0" kern="1200" dirty="0" smtClean="0">
                <a:solidFill>
                  <a:schemeClr val="tx1"/>
                </a:solidFill>
                <a:effectLst/>
                <a:latin typeface="Arial" pitchFamily="48" charset="0"/>
                <a:ea typeface="ＭＳ Ｐゴシック" pitchFamily="48" charset="-128"/>
                <a:cs typeface="ＭＳ Ｐゴシック" pitchFamily="48" charset="-128"/>
              </a:rPr>
              <a:t>’ to them (even while it may be ‘</a:t>
            </a:r>
            <a:r>
              <a:rPr lang="en-US" altLang="zh-TW" sz="1200" b="0" i="0" kern="1200" dirty="0" err="1" smtClean="0">
                <a:solidFill>
                  <a:schemeClr val="tx1"/>
                </a:solidFill>
                <a:effectLst/>
                <a:latin typeface="Arial" pitchFamily="48" charset="0"/>
                <a:ea typeface="ＭＳ Ｐゴシック" pitchFamily="48" charset="-128"/>
                <a:cs typeface="ＭＳ Ｐゴシック" pitchFamily="48" charset="-128"/>
              </a:rPr>
              <a:t>tmobile</a:t>
            </a:r>
            <a:r>
              <a:rPr lang="en-US" altLang="zh-TW" sz="1200" b="0" i="0" kern="1200" dirty="0" smtClean="0">
                <a:solidFill>
                  <a:schemeClr val="tx1"/>
                </a:solidFill>
                <a:effectLst/>
                <a:latin typeface="Arial" pitchFamily="48" charset="0"/>
                <a:ea typeface="ＭＳ Ｐゴシック" pitchFamily="48" charset="-128"/>
                <a:cs typeface="ＭＳ Ｐゴシック" pitchFamily="48" charset="-128"/>
              </a:rPr>
              <a:t>’ to someone else). Operating in this fashion has revealed vulnerabilities in how Windows XP and </a:t>
            </a:r>
            <a:r>
              <a:rPr lang="en-US" altLang="zh-TW" sz="1200" b="0" i="0" kern="1200" dirty="0" err="1" smtClean="0">
                <a:solidFill>
                  <a:schemeClr val="tx1"/>
                </a:solidFill>
                <a:effectLst/>
                <a:latin typeface="Arial" pitchFamily="48" charset="0"/>
                <a:ea typeface="ＭＳ Ｐゴシック" pitchFamily="48" charset="-128"/>
                <a:cs typeface="ＭＳ Ｐゴシック" pitchFamily="48" charset="-128"/>
              </a:rPr>
              <a:t>MacOS</a:t>
            </a:r>
            <a:r>
              <a:rPr lang="en-US" altLang="zh-TW" sz="1200" b="0" i="0" kern="1200" smtClean="0">
                <a:solidFill>
                  <a:schemeClr val="tx1"/>
                </a:solidFill>
                <a:effectLst/>
                <a:latin typeface="Arial" pitchFamily="48" charset="0"/>
                <a:ea typeface="ＭＳ Ｐゴシック" pitchFamily="48" charset="-128"/>
                <a:cs typeface="ＭＳ Ｐゴシック" pitchFamily="48" charset="-128"/>
              </a:rPr>
              <a:t> X look for networks, so clients may join even if their preferred networks list is empty.</a:t>
            </a:r>
          </a:p>
          <a:p>
            <a:r>
              <a:rPr lang="en-US" altLang="zh-TW" sz="1200" b="0" i="0" kern="1200" smtClean="0">
                <a:solidFill>
                  <a:schemeClr val="tx1"/>
                </a:solidFill>
                <a:effectLst/>
                <a:latin typeface="Arial" pitchFamily="48" charset="0"/>
                <a:ea typeface="ＭＳ Ｐゴシック" pitchFamily="48" charset="-128"/>
                <a:cs typeface="ＭＳ Ｐゴシック" pitchFamily="48" charset="-128"/>
              </a:rPr>
              <a:t>KARMA </a:t>
            </a:r>
            <a:r>
              <a:rPr lang="en-US" altLang="zh-TW" sz="1200" b="0" i="0" kern="1200" dirty="0" smtClean="0">
                <a:solidFill>
                  <a:schemeClr val="tx1"/>
                </a:solidFill>
                <a:effectLst/>
                <a:latin typeface="Arial" pitchFamily="48" charset="0"/>
                <a:ea typeface="ＭＳ Ｐゴシック" pitchFamily="48" charset="-128"/>
                <a:cs typeface="ＭＳ Ｐゴシック" pitchFamily="48" charset="-128"/>
              </a:rPr>
              <a:t>stands for Karma Attacks Radio Machines Automatically. A radio machine could simply be a smart-phone, tablet, laptop or any </a:t>
            </a:r>
            <a:r>
              <a:rPr lang="en-US" altLang="zh-TW" sz="1200" b="0" i="0" kern="1200" dirty="0" err="1" smtClean="0">
                <a:solidFill>
                  <a:schemeClr val="tx1"/>
                </a:solidFill>
                <a:effectLst/>
                <a:latin typeface="Arial" pitchFamily="48" charset="0"/>
                <a:ea typeface="ＭＳ Ｐゴシック" pitchFamily="48" charset="-128"/>
                <a:cs typeface="ＭＳ Ｐゴシック" pitchFamily="48" charset="-128"/>
              </a:rPr>
              <a:t>wi-fi</a:t>
            </a:r>
            <a:r>
              <a:rPr lang="en-US" altLang="zh-TW" sz="1200" b="0" i="0" kern="1200" dirty="0" smtClean="0">
                <a:solidFill>
                  <a:schemeClr val="tx1"/>
                </a:solidFill>
                <a:effectLst/>
                <a:latin typeface="Arial" pitchFamily="48" charset="0"/>
                <a:ea typeface="ＭＳ Ｐゴシック" pitchFamily="48" charset="-128"/>
                <a:cs typeface="ＭＳ Ｐゴシック" pitchFamily="48" charset="-128"/>
              </a:rPr>
              <a:t> enabled device. It is a man-in-the-middle attack that it creates a rough AP and attacker could intercept all the traffic passing from the AP.</a:t>
            </a:r>
            <a:endParaRPr lang="zh-TW" altLang="en-US" dirty="0"/>
          </a:p>
        </p:txBody>
      </p:sp>
      <p:sp>
        <p:nvSpPr>
          <p:cNvPr id="4" name="投影片編號版面配置區 3"/>
          <p:cNvSpPr>
            <a:spLocks noGrp="1"/>
          </p:cNvSpPr>
          <p:nvPr>
            <p:ph type="sldNum" sz="quarter" idx="10"/>
          </p:nvPr>
        </p:nvSpPr>
        <p:spPr/>
        <p:txBody>
          <a:bodyPr/>
          <a:lstStyle/>
          <a:p>
            <a:fld id="{5C39E442-429E-4F83-8775-FF4292F78F29}" type="slidenum">
              <a:rPr lang="en-US" altLang="zh-TW" smtClean="0"/>
              <a:pPr/>
              <a:t>28</a:t>
            </a:fld>
            <a:endParaRPr lang="en-US" altLang="zh-TW"/>
          </a:p>
        </p:txBody>
      </p:sp>
    </p:spTree>
    <p:extLst>
      <p:ext uri="{BB962C8B-B14F-4D97-AF65-F5344CB8AC3E}">
        <p14:creationId xmlns:p14="http://schemas.microsoft.com/office/powerpoint/2010/main" xmlns="" val="1080955164"/>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4" name="Group 129"/>
          <p:cNvGrpSpPr>
            <a:grpSpLocks/>
          </p:cNvGrpSpPr>
          <p:nvPr/>
        </p:nvGrpSpPr>
        <p:grpSpPr bwMode="auto">
          <a:xfrm>
            <a:off x="7924800" y="6096000"/>
            <a:ext cx="874713" cy="461963"/>
            <a:chOff x="2250" y="1600"/>
            <a:chExt cx="1187" cy="627"/>
          </a:xfrm>
        </p:grpSpPr>
        <p:sp>
          <p:nvSpPr>
            <p:cNvPr id="5" name="Rectangle 114"/>
            <p:cNvSpPr>
              <a:spLocks noChangeArrowheads="1"/>
            </p:cNvSpPr>
            <p:nvPr/>
          </p:nvSpPr>
          <p:spPr bwMode="auto">
            <a:xfrm>
              <a:off x="2586" y="2016"/>
              <a:ext cx="54" cy="207"/>
            </a:xfrm>
            <a:prstGeom prst="rect">
              <a:avLst/>
            </a:prstGeom>
            <a:solidFill>
              <a:srgbClr val="5F5F65"/>
            </a:solidFill>
            <a:ln w="9525">
              <a:noFill/>
              <a:miter lim="800000"/>
              <a:headEnd/>
              <a:tailEnd/>
            </a:ln>
          </p:spPr>
          <p:txBody>
            <a:bodyPr/>
            <a:lstStyle/>
            <a:p>
              <a:pPr algn="ctr" eaLnBrk="0" hangingPunct="0">
                <a:lnSpc>
                  <a:spcPct val="90000"/>
                </a:lnSpc>
                <a:defRPr/>
              </a:pPr>
              <a:endParaRPr lang="en-US">
                <a:latin typeface="Arial" charset="0"/>
                <a:ea typeface="ＭＳ Ｐゴシック" charset="-128"/>
              </a:endParaRPr>
            </a:p>
          </p:txBody>
        </p:sp>
        <p:sp>
          <p:nvSpPr>
            <p:cNvPr id="6" name="Freeform 115"/>
            <p:cNvSpPr>
              <a:spLocks/>
            </p:cNvSpPr>
            <p:nvPr/>
          </p:nvSpPr>
          <p:spPr bwMode="auto">
            <a:xfrm>
              <a:off x="2901" y="2012"/>
              <a:ext cx="157" cy="215"/>
            </a:xfrm>
            <a:custGeom>
              <a:avLst/>
              <a:gdLst>
                <a:gd name="T0" fmla="*/ 58 w 58"/>
                <a:gd name="T1" fmla="*/ 24 h 80"/>
                <a:gd name="T2" fmla="*/ 42 w 58"/>
                <a:gd name="T3" fmla="*/ 20 h 80"/>
                <a:gd name="T4" fmla="*/ 21 w 58"/>
                <a:gd name="T5" fmla="*/ 40 h 80"/>
                <a:gd name="T6" fmla="*/ 42 w 58"/>
                <a:gd name="T7" fmla="*/ 60 h 80"/>
                <a:gd name="T8" fmla="*/ 58 w 58"/>
                <a:gd name="T9" fmla="*/ 56 h 80"/>
                <a:gd name="T10" fmla="*/ 58 w 58"/>
                <a:gd name="T11" fmla="*/ 77 h 80"/>
                <a:gd name="T12" fmla="*/ 41 w 58"/>
                <a:gd name="T13" fmla="*/ 80 h 80"/>
                <a:gd name="T14" fmla="*/ 0 w 58"/>
                <a:gd name="T15" fmla="*/ 40 h 80"/>
                <a:gd name="T16" fmla="*/ 41 w 58"/>
                <a:gd name="T17" fmla="*/ 0 h 80"/>
                <a:gd name="T18" fmla="*/ 58 w 58"/>
                <a:gd name="T19" fmla="*/ 3 h 80"/>
                <a:gd name="T20" fmla="*/ 58 w 58"/>
                <a:gd name="T21" fmla="*/ 24 h 80"/>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58"/>
                <a:gd name="T34" fmla="*/ 0 h 80"/>
                <a:gd name="T35" fmla="*/ 58 w 58"/>
                <a:gd name="T36" fmla="*/ 80 h 80"/>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58" h="80">
                  <a:moveTo>
                    <a:pt x="58" y="24"/>
                  </a:moveTo>
                  <a:cubicBezTo>
                    <a:pt x="58" y="23"/>
                    <a:pt x="51" y="20"/>
                    <a:pt x="42" y="20"/>
                  </a:cubicBezTo>
                  <a:cubicBezTo>
                    <a:pt x="30" y="20"/>
                    <a:pt x="21" y="28"/>
                    <a:pt x="21" y="40"/>
                  </a:cubicBezTo>
                  <a:cubicBezTo>
                    <a:pt x="21" y="51"/>
                    <a:pt x="29" y="60"/>
                    <a:pt x="42" y="60"/>
                  </a:cubicBezTo>
                  <a:cubicBezTo>
                    <a:pt x="51" y="60"/>
                    <a:pt x="57" y="57"/>
                    <a:pt x="58" y="56"/>
                  </a:cubicBezTo>
                  <a:cubicBezTo>
                    <a:pt x="58" y="77"/>
                    <a:pt x="58" y="77"/>
                    <a:pt x="58" y="77"/>
                  </a:cubicBezTo>
                  <a:cubicBezTo>
                    <a:pt x="56" y="78"/>
                    <a:pt x="49" y="80"/>
                    <a:pt x="41" y="80"/>
                  </a:cubicBezTo>
                  <a:cubicBezTo>
                    <a:pt x="19" y="80"/>
                    <a:pt x="0" y="65"/>
                    <a:pt x="0" y="40"/>
                  </a:cubicBezTo>
                  <a:cubicBezTo>
                    <a:pt x="0" y="17"/>
                    <a:pt x="17" y="0"/>
                    <a:pt x="41" y="0"/>
                  </a:cubicBezTo>
                  <a:cubicBezTo>
                    <a:pt x="50" y="0"/>
                    <a:pt x="56" y="3"/>
                    <a:pt x="58" y="3"/>
                  </a:cubicBezTo>
                  <a:lnTo>
                    <a:pt x="58" y="24"/>
                  </a:lnTo>
                  <a:close/>
                </a:path>
              </a:pathLst>
            </a:custGeom>
            <a:solidFill>
              <a:srgbClr val="5F5F65"/>
            </a:solidFill>
            <a:ln w="9525">
              <a:noFill/>
              <a:round/>
              <a:headEnd/>
              <a:tailEnd/>
            </a:ln>
          </p:spPr>
          <p:txBody>
            <a:bodyPr/>
            <a:lstStyle/>
            <a:p>
              <a:pPr algn="ctr" eaLnBrk="0" hangingPunct="0">
                <a:lnSpc>
                  <a:spcPct val="90000"/>
                </a:lnSpc>
                <a:defRPr/>
              </a:pPr>
              <a:endParaRPr lang="en-US">
                <a:latin typeface="Arial" charset="0"/>
                <a:ea typeface="ＭＳ Ｐゴシック" charset="-128"/>
              </a:endParaRPr>
            </a:p>
          </p:txBody>
        </p:sp>
        <p:sp>
          <p:nvSpPr>
            <p:cNvPr id="7" name="Freeform 116"/>
            <p:cNvSpPr>
              <a:spLocks/>
            </p:cNvSpPr>
            <p:nvPr/>
          </p:nvSpPr>
          <p:spPr bwMode="auto">
            <a:xfrm>
              <a:off x="2358" y="2012"/>
              <a:ext cx="157" cy="215"/>
            </a:xfrm>
            <a:custGeom>
              <a:avLst/>
              <a:gdLst>
                <a:gd name="T0" fmla="*/ 58 w 58"/>
                <a:gd name="T1" fmla="*/ 24 h 80"/>
                <a:gd name="T2" fmla="*/ 42 w 58"/>
                <a:gd name="T3" fmla="*/ 20 h 80"/>
                <a:gd name="T4" fmla="*/ 21 w 58"/>
                <a:gd name="T5" fmla="*/ 40 h 80"/>
                <a:gd name="T6" fmla="*/ 42 w 58"/>
                <a:gd name="T7" fmla="*/ 60 h 80"/>
                <a:gd name="T8" fmla="*/ 58 w 58"/>
                <a:gd name="T9" fmla="*/ 56 h 80"/>
                <a:gd name="T10" fmla="*/ 58 w 58"/>
                <a:gd name="T11" fmla="*/ 77 h 80"/>
                <a:gd name="T12" fmla="*/ 40 w 58"/>
                <a:gd name="T13" fmla="*/ 80 h 80"/>
                <a:gd name="T14" fmla="*/ 0 w 58"/>
                <a:gd name="T15" fmla="*/ 40 h 80"/>
                <a:gd name="T16" fmla="*/ 40 w 58"/>
                <a:gd name="T17" fmla="*/ 0 h 80"/>
                <a:gd name="T18" fmla="*/ 58 w 58"/>
                <a:gd name="T19" fmla="*/ 3 h 80"/>
                <a:gd name="T20" fmla="*/ 58 w 58"/>
                <a:gd name="T21" fmla="*/ 24 h 80"/>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58"/>
                <a:gd name="T34" fmla="*/ 0 h 80"/>
                <a:gd name="T35" fmla="*/ 58 w 58"/>
                <a:gd name="T36" fmla="*/ 80 h 80"/>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58" h="80">
                  <a:moveTo>
                    <a:pt x="58" y="24"/>
                  </a:moveTo>
                  <a:cubicBezTo>
                    <a:pt x="57" y="23"/>
                    <a:pt x="51" y="20"/>
                    <a:pt x="42" y="20"/>
                  </a:cubicBezTo>
                  <a:cubicBezTo>
                    <a:pt x="29" y="20"/>
                    <a:pt x="21" y="28"/>
                    <a:pt x="21" y="40"/>
                  </a:cubicBezTo>
                  <a:cubicBezTo>
                    <a:pt x="21" y="51"/>
                    <a:pt x="29" y="60"/>
                    <a:pt x="42" y="60"/>
                  </a:cubicBezTo>
                  <a:cubicBezTo>
                    <a:pt x="51" y="60"/>
                    <a:pt x="57" y="57"/>
                    <a:pt x="58" y="56"/>
                  </a:cubicBezTo>
                  <a:cubicBezTo>
                    <a:pt x="58" y="77"/>
                    <a:pt x="58" y="77"/>
                    <a:pt x="58" y="77"/>
                  </a:cubicBezTo>
                  <a:cubicBezTo>
                    <a:pt x="56" y="78"/>
                    <a:pt x="49" y="80"/>
                    <a:pt x="40" y="80"/>
                  </a:cubicBezTo>
                  <a:cubicBezTo>
                    <a:pt x="19" y="80"/>
                    <a:pt x="0" y="65"/>
                    <a:pt x="0" y="40"/>
                  </a:cubicBezTo>
                  <a:cubicBezTo>
                    <a:pt x="0" y="17"/>
                    <a:pt x="17" y="0"/>
                    <a:pt x="40" y="0"/>
                  </a:cubicBezTo>
                  <a:cubicBezTo>
                    <a:pt x="49" y="0"/>
                    <a:pt x="56" y="3"/>
                    <a:pt x="58" y="3"/>
                  </a:cubicBezTo>
                  <a:lnTo>
                    <a:pt x="58" y="24"/>
                  </a:lnTo>
                  <a:close/>
                </a:path>
              </a:pathLst>
            </a:custGeom>
            <a:solidFill>
              <a:srgbClr val="5F5F65"/>
            </a:solidFill>
            <a:ln w="9525">
              <a:noFill/>
              <a:round/>
              <a:headEnd/>
              <a:tailEnd/>
            </a:ln>
          </p:spPr>
          <p:txBody>
            <a:bodyPr/>
            <a:lstStyle/>
            <a:p>
              <a:pPr algn="ctr" eaLnBrk="0" hangingPunct="0">
                <a:lnSpc>
                  <a:spcPct val="90000"/>
                </a:lnSpc>
                <a:defRPr/>
              </a:pPr>
              <a:endParaRPr lang="en-US">
                <a:latin typeface="Arial" charset="0"/>
                <a:ea typeface="ＭＳ Ｐゴシック" charset="-128"/>
              </a:endParaRPr>
            </a:p>
          </p:txBody>
        </p:sp>
        <p:sp>
          <p:nvSpPr>
            <p:cNvPr id="8" name="Freeform 117"/>
            <p:cNvSpPr>
              <a:spLocks noEditPoints="1"/>
            </p:cNvSpPr>
            <p:nvPr/>
          </p:nvSpPr>
          <p:spPr bwMode="auto">
            <a:xfrm>
              <a:off x="3114" y="2012"/>
              <a:ext cx="215" cy="215"/>
            </a:xfrm>
            <a:custGeom>
              <a:avLst/>
              <a:gdLst>
                <a:gd name="T0" fmla="*/ 80 w 80"/>
                <a:gd name="T1" fmla="*/ 40 h 80"/>
                <a:gd name="T2" fmla="*/ 40 w 80"/>
                <a:gd name="T3" fmla="*/ 80 h 80"/>
                <a:gd name="T4" fmla="*/ 0 w 80"/>
                <a:gd name="T5" fmla="*/ 40 h 80"/>
                <a:gd name="T6" fmla="*/ 40 w 80"/>
                <a:gd name="T7" fmla="*/ 0 h 80"/>
                <a:gd name="T8" fmla="*/ 80 w 80"/>
                <a:gd name="T9" fmla="*/ 40 h 80"/>
                <a:gd name="T10" fmla="*/ 40 w 80"/>
                <a:gd name="T11" fmla="*/ 20 h 80"/>
                <a:gd name="T12" fmla="*/ 20 w 80"/>
                <a:gd name="T13" fmla="*/ 40 h 80"/>
                <a:gd name="T14" fmla="*/ 40 w 80"/>
                <a:gd name="T15" fmla="*/ 60 h 80"/>
                <a:gd name="T16" fmla="*/ 60 w 80"/>
                <a:gd name="T17" fmla="*/ 40 h 80"/>
                <a:gd name="T18" fmla="*/ 40 w 80"/>
                <a:gd name="T19" fmla="*/ 20 h 8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80"/>
                <a:gd name="T31" fmla="*/ 0 h 80"/>
                <a:gd name="T32" fmla="*/ 80 w 80"/>
                <a:gd name="T33" fmla="*/ 80 h 80"/>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80" h="80">
                  <a:moveTo>
                    <a:pt x="80" y="40"/>
                  </a:moveTo>
                  <a:cubicBezTo>
                    <a:pt x="80" y="62"/>
                    <a:pt x="64" y="80"/>
                    <a:pt x="40" y="80"/>
                  </a:cubicBezTo>
                  <a:cubicBezTo>
                    <a:pt x="16" y="80"/>
                    <a:pt x="0" y="62"/>
                    <a:pt x="0" y="40"/>
                  </a:cubicBezTo>
                  <a:cubicBezTo>
                    <a:pt x="0" y="18"/>
                    <a:pt x="16" y="0"/>
                    <a:pt x="40" y="0"/>
                  </a:cubicBezTo>
                  <a:cubicBezTo>
                    <a:pt x="64" y="0"/>
                    <a:pt x="80" y="18"/>
                    <a:pt x="80" y="40"/>
                  </a:cubicBezTo>
                  <a:moveTo>
                    <a:pt x="40" y="20"/>
                  </a:moveTo>
                  <a:cubicBezTo>
                    <a:pt x="29" y="20"/>
                    <a:pt x="20" y="29"/>
                    <a:pt x="20" y="40"/>
                  </a:cubicBezTo>
                  <a:cubicBezTo>
                    <a:pt x="20" y="51"/>
                    <a:pt x="29" y="60"/>
                    <a:pt x="40" y="60"/>
                  </a:cubicBezTo>
                  <a:cubicBezTo>
                    <a:pt x="51" y="60"/>
                    <a:pt x="60" y="51"/>
                    <a:pt x="60" y="40"/>
                  </a:cubicBezTo>
                  <a:cubicBezTo>
                    <a:pt x="60" y="29"/>
                    <a:pt x="51" y="20"/>
                    <a:pt x="40" y="20"/>
                  </a:cubicBezTo>
                </a:path>
              </a:pathLst>
            </a:custGeom>
            <a:solidFill>
              <a:srgbClr val="5F5F65"/>
            </a:solidFill>
            <a:ln w="9525">
              <a:noFill/>
              <a:round/>
              <a:headEnd/>
              <a:tailEnd/>
            </a:ln>
          </p:spPr>
          <p:txBody>
            <a:bodyPr/>
            <a:lstStyle/>
            <a:p>
              <a:pPr algn="ctr" eaLnBrk="0" hangingPunct="0">
                <a:lnSpc>
                  <a:spcPct val="90000"/>
                </a:lnSpc>
                <a:defRPr/>
              </a:pPr>
              <a:endParaRPr lang="en-US">
                <a:latin typeface="Arial" charset="0"/>
                <a:ea typeface="ＭＳ Ｐゴシック" charset="-128"/>
              </a:endParaRPr>
            </a:p>
          </p:txBody>
        </p:sp>
        <p:sp>
          <p:nvSpPr>
            <p:cNvPr id="9" name="Freeform 118"/>
            <p:cNvSpPr>
              <a:spLocks/>
            </p:cNvSpPr>
            <p:nvPr/>
          </p:nvSpPr>
          <p:spPr bwMode="auto">
            <a:xfrm>
              <a:off x="2709" y="2012"/>
              <a:ext cx="140" cy="215"/>
            </a:xfrm>
            <a:custGeom>
              <a:avLst/>
              <a:gdLst>
                <a:gd name="T0" fmla="*/ 47 w 52"/>
                <a:gd name="T1" fmla="*/ 19 h 80"/>
                <a:gd name="T2" fmla="*/ 32 w 52"/>
                <a:gd name="T3" fmla="*/ 17 h 80"/>
                <a:gd name="T4" fmla="*/ 20 w 52"/>
                <a:gd name="T5" fmla="*/ 23 h 80"/>
                <a:gd name="T6" fmla="*/ 29 w 52"/>
                <a:gd name="T7" fmla="*/ 30 h 80"/>
                <a:gd name="T8" fmla="*/ 34 w 52"/>
                <a:gd name="T9" fmla="*/ 32 h 80"/>
                <a:gd name="T10" fmla="*/ 52 w 52"/>
                <a:gd name="T11" fmla="*/ 54 h 80"/>
                <a:gd name="T12" fmla="*/ 21 w 52"/>
                <a:gd name="T13" fmla="*/ 80 h 80"/>
                <a:gd name="T14" fmla="*/ 0 w 52"/>
                <a:gd name="T15" fmla="*/ 77 h 80"/>
                <a:gd name="T16" fmla="*/ 0 w 52"/>
                <a:gd name="T17" fmla="*/ 60 h 80"/>
                <a:gd name="T18" fmla="*/ 18 w 52"/>
                <a:gd name="T19" fmla="*/ 63 h 80"/>
                <a:gd name="T20" fmla="*/ 32 w 52"/>
                <a:gd name="T21" fmla="*/ 56 h 80"/>
                <a:gd name="T22" fmla="*/ 23 w 52"/>
                <a:gd name="T23" fmla="*/ 48 h 80"/>
                <a:gd name="T24" fmla="*/ 19 w 52"/>
                <a:gd name="T25" fmla="*/ 47 h 80"/>
                <a:gd name="T26" fmla="*/ 0 w 52"/>
                <a:gd name="T27" fmla="*/ 24 h 80"/>
                <a:gd name="T28" fmla="*/ 28 w 52"/>
                <a:gd name="T29" fmla="*/ 0 h 80"/>
                <a:gd name="T30" fmla="*/ 47 w 52"/>
                <a:gd name="T31" fmla="*/ 3 h 80"/>
                <a:gd name="T32" fmla="*/ 47 w 52"/>
                <a:gd name="T33" fmla="*/ 19 h 80"/>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w 52"/>
                <a:gd name="T52" fmla="*/ 0 h 80"/>
                <a:gd name="T53" fmla="*/ 52 w 52"/>
                <a:gd name="T54" fmla="*/ 80 h 80"/>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T51" t="T52" r="T53" b="T54"/>
              <a:pathLst>
                <a:path w="52" h="80">
                  <a:moveTo>
                    <a:pt x="47" y="19"/>
                  </a:moveTo>
                  <a:cubicBezTo>
                    <a:pt x="47" y="19"/>
                    <a:pt x="38" y="17"/>
                    <a:pt x="32" y="17"/>
                  </a:cubicBezTo>
                  <a:cubicBezTo>
                    <a:pt x="24" y="17"/>
                    <a:pt x="20" y="19"/>
                    <a:pt x="20" y="23"/>
                  </a:cubicBezTo>
                  <a:cubicBezTo>
                    <a:pt x="20" y="28"/>
                    <a:pt x="26" y="29"/>
                    <a:pt x="29" y="30"/>
                  </a:cubicBezTo>
                  <a:cubicBezTo>
                    <a:pt x="34" y="32"/>
                    <a:pt x="34" y="32"/>
                    <a:pt x="34" y="32"/>
                  </a:cubicBezTo>
                  <a:cubicBezTo>
                    <a:pt x="47" y="36"/>
                    <a:pt x="52" y="45"/>
                    <a:pt x="52" y="54"/>
                  </a:cubicBezTo>
                  <a:cubicBezTo>
                    <a:pt x="52" y="73"/>
                    <a:pt x="35" y="80"/>
                    <a:pt x="21" y="80"/>
                  </a:cubicBezTo>
                  <a:cubicBezTo>
                    <a:pt x="10" y="80"/>
                    <a:pt x="1" y="78"/>
                    <a:pt x="0" y="77"/>
                  </a:cubicBezTo>
                  <a:cubicBezTo>
                    <a:pt x="0" y="60"/>
                    <a:pt x="0" y="60"/>
                    <a:pt x="0" y="60"/>
                  </a:cubicBezTo>
                  <a:cubicBezTo>
                    <a:pt x="2" y="60"/>
                    <a:pt x="10" y="63"/>
                    <a:pt x="18" y="63"/>
                  </a:cubicBezTo>
                  <a:cubicBezTo>
                    <a:pt x="28" y="63"/>
                    <a:pt x="32" y="60"/>
                    <a:pt x="32" y="56"/>
                  </a:cubicBezTo>
                  <a:cubicBezTo>
                    <a:pt x="32" y="52"/>
                    <a:pt x="28" y="49"/>
                    <a:pt x="23" y="48"/>
                  </a:cubicBezTo>
                  <a:cubicBezTo>
                    <a:pt x="22" y="48"/>
                    <a:pt x="21" y="47"/>
                    <a:pt x="19" y="47"/>
                  </a:cubicBezTo>
                  <a:cubicBezTo>
                    <a:pt x="9" y="43"/>
                    <a:pt x="0" y="37"/>
                    <a:pt x="0" y="24"/>
                  </a:cubicBezTo>
                  <a:cubicBezTo>
                    <a:pt x="0" y="10"/>
                    <a:pt x="10" y="0"/>
                    <a:pt x="28" y="0"/>
                  </a:cubicBezTo>
                  <a:cubicBezTo>
                    <a:pt x="37" y="0"/>
                    <a:pt x="46" y="3"/>
                    <a:pt x="47" y="3"/>
                  </a:cubicBezTo>
                  <a:lnTo>
                    <a:pt x="47" y="19"/>
                  </a:lnTo>
                  <a:close/>
                </a:path>
              </a:pathLst>
            </a:custGeom>
            <a:solidFill>
              <a:srgbClr val="5F5F65"/>
            </a:solidFill>
            <a:ln w="9525">
              <a:noFill/>
              <a:round/>
              <a:headEnd/>
              <a:tailEnd/>
            </a:ln>
          </p:spPr>
          <p:txBody>
            <a:bodyPr/>
            <a:lstStyle/>
            <a:p>
              <a:pPr algn="ctr" eaLnBrk="0" hangingPunct="0">
                <a:lnSpc>
                  <a:spcPct val="90000"/>
                </a:lnSpc>
                <a:defRPr/>
              </a:pPr>
              <a:endParaRPr lang="en-US">
                <a:latin typeface="Arial" charset="0"/>
                <a:ea typeface="ＭＳ Ｐゴシック" charset="-128"/>
              </a:endParaRPr>
            </a:p>
          </p:txBody>
        </p:sp>
        <p:sp>
          <p:nvSpPr>
            <p:cNvPr id="10" name="Freeform 119"/>
            <p:cNvSpPr>
              <a:spLocks/>
            </p:cNvSpPr>
            <p:nvPr/>
          </p:nvSpPr>
          <p:spPr bwMode="auto">
            <a:xfrm>
              <a:off x="2250" y="1768"/>
              <a:ext cx="52" cy="106"/>
            </a:xfrm>
            <a:custGeom>
              <a:avLst/>
              <a:gdLst>
                <a:gd name="T0" fmla="*/ 19 w 19"/>
                <a:gd name="T1" fmla="*/ 10 h 39"/>
                <a:gd name="T2" fmla="*/ 10 w 19"/>
                <a:gd name="T3" fmla="*/ 0 h 39"/>
                <a:gd name="T4" fmla="*/ 0 w 19"/>
                <a:gd name="T5" fmla="*/ 10 h 39"/>
                <a:gd name="T6" fmla="*/ 0 w 19"/>
                <a:gd name="T7" fmla="*/ 30 h 39"/>
                <a:gd name="T8" fmla="*/ 10 w 19"/>
                <a:gd name="T9" fmla="*/ 39 h 39"/>
                <a:gd name="T10" fmla="*/ 19 w 19"/>
                <a:gd name="T11" fmla="*/ 30 h 39"/>
                <a:gd name="T12" fmla="*/ 19 w 19"/>
                <a:gd name="T13" fmla="*/ 10 h 39"/>
                <a:gd name="T14" fmla="*/ 0 60000 65536"/>
                <a:gd name="T15" fmla="*/ 0 60000 65536"/>
                <a:gd name="T16" fmla="*/ 0 60000 65536"/>
                <a:gd name="T17" fmla="*/ 0 60000 65536"/>
                <a:gd name="T18" fmla="*/ 0 60000 65536"/>
                <a:gd name="T19" fmla="*/ 0 60000 65536"/>
                <a:gd name="T20" fmla="*/ 0 60000 65536"/>
                <a:gd name="T21" fmla="*/ 0 w 19"/>
                <a:gd name="T22" fmla="*/ 0 h 39"/>
                <a:gd name="T23" fmla="*/ 19 w 19"/>
                <a:gd name="T24" fmla="*/ 39 h 39"/>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9" h="39">
                  <a:moveTo>
                    <a:pt x="19" y="10"/>
                  </a:moveTo>
                  <a:cubicBezTo>
                    <a:pt x="19" y="4"/>
                    <a:pt x="15" y="0"/>
                    <a:pt x="10" y="0"/>
                  </a:cubicBezTo>
                  <a:cubicBezTo>
                    <a:pt x="4" y="0"/>
                    <a:pt x="0" y="4"/>
                    <a:pt x="0" y="10"/>
                  </a:cubicBezTo>
                  <a:cubicBezTo>
                    <a:pt x="0" y="30"/>
                    <a:pt x="0" y="30"/>
                    <a:pt x="0" y="30"/>
                  </a:cubicBezTo>
                  <a:cubicBezTo>
                    <a:pt x="0" y="35"/>
                    <a:pt x="4" y="39"/>
                    <a:pt x="10" y="39"/>
                  </a:cubicBezTo>
                  <a:cubicBezTo>
                    <a:pt x="15" y="39"/>
                    <a:pt x="19" y="35"/>
                    <a:pt x="19" y="30"/>
                  </a:cubicBezTo>
                  <a:lnTo>
                    <a:pt x="19" y="10"/>
                  </a:lnTo>
                  <a:close/>
                </a:path>
              </a:pathLst>
            </a:custGeom>
            <a:solidFill>
              <a:srgbClr val="5F5F65"/>
            </a:solidFill>
            <a:ln w="9525">
              <a:noFill/>
              <a:round/>
              <a:headEnd/>
              <a:tailEnd/>
            </a:ln>
          </p:spPr>
          <p:txBody>
            <a:bodyPr/>
            <a:lstStyle/>
            <a:p>
              <a:pPr algn="ctr" eaLnBrk="0" hangingPunct="0">
                <a:lnSpc>
                  <a:spcPct val="90000"/>
                </a:lnSpc>
                <a:defRPr/>
              </a:pPr>
              <a:endParaRPr lang="en-US">
                <a:latin typeface="Arial" charset="0"/>
                <a:ea typeface="ＭＳ Ｐゴシック" charset="-128"/>
              </a:endParaRPr>
            </a:p>
          </p:txBody>
        </p:sp>
        <p:sp>
          <p:nvSpPr>
            <p:cNvPr id="11" name="Freeform 120"/>
            <p:cNvSpPr>
              <a:spLocks/>
            </p:cNvSpPr>
            <p:nvPr/>
          </p:nvSpPr>
          <p:spPr bwMode="auto">
            <a:xfrm>
              <a:off x="2392" y="1697"/>
              <a:ext cx="52" cy="177"/>
            </a:xfrm>
            <a:custGeom>
              <a:avLst/>
              <a:gdLst>
                <a:gd name="T0" fmla="*/ 19 w 19"/>
                <a:gd name="T1" fmla="*/ 9 h 65"/>
                <a:gd name="T2" fmla="*/ 9 w 19"/>
                <a:gd name="T3" fmla="*/ 0 h 65"/>
                <a:gd name="T4" fmla="*/ 0 w 19"/>
                <a:gd name="T5" fmla="*/ 9 h 65"/>
                <a:gd name="T6" fmla="*/ 0 w 19"/>
                <a:gd name="T7" fmla="*/ 56 h 65"/>
                <a:gd name="T8" fmla="*/ 9 w 19"/>
                <a:gd name="T9" fmla="*/ 65 h 65"/>
                <a:gd name="T10" fmla="*/ 19 w 19"/>
                <a:gd name="T11" fmla="*/ 56 h 65"/>
                <a:gd name="T12" fmla="*/ 19 w 19"/>
                <a:gd name="T13" fmla="*/ 9 h 65"/>
                <a:gd name="T14" fmla="*/ 0 60000 65536"/>
                <a:gd name="T15" fmla="*/ 0 60000 65536"/>
                <a:gd name="T16" fmla="*/ 0 60000 65536"/>
                <a:gd name="T17" fmla="*/ 0 60000 65536"/>
                <a:gd name="T18" fmla="*/ 0 60000 65536"/>
                <a:gd name="T19" fmla="*/ 0 60000 65536"/>
                <a:gd name="T20" fmla="*/ 0 60000 65536"/>
                <a:gd name="T21" fmla="*/ 0 w 19"/>
                <a:gd name="T22" fmla="*/ 0 h 65"/>
                <a:gd name="T23" fmla="*/ 19 w 19"/>
                <a:gd name="T24" fmla="*/ 65 h 65"/>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9" h="65">
                  <a:moveTo>
                    <a:pt x="19" y="9"/>
                  </a:moveTo>
                  <a:cubicBezTo>
                    <a:pt x="19" y="4"/>
                    <a:pt x="14" y="0"/>
                    <a:pt x="9" y="0"/>
                  </a:cubicBezTo>
                  <a:cubicBezTo>
                    <a:pt x="4" y="0"/>
                    <a:pt x="0" y="4"/>
                    <a:pt x="0" y="9"/>
                  </a:cubicBezTo>
                  <a:cubicBezTo>
                    <a:pt x="0" y="56"/>
                    <a:pt x="0" y="56"/>
                    <a:pt x="0" y="56"/>
                  </a:cubicBezTo>
                  <a:cubicBezTo>
                    <a:pt x="0" y="61"/>
                    <a:pt x="4" y="65"/>
                    <a:pt x="9" y="65"/>
                  </a:cubicBezTo>
                  <a:cubicBezTo>
                    <a:pt x="14" y="65"/>
                    <a:pt x="19" y="61"/>
                    <a:pt x="19" y="56"/>
                  </a:cubicBezTo>
                  <a:lnTo>
                    <a:pt x="19" y="9"/>
                  </a:lnTo>
                  <a:close/>
                </a:path>
              </a:pathLst>
            </a:custGeom>
            <a:solidFill>
              <a:srgbClr val="5F5F65"/>
            </a:solidFill>
            <a:ln w="9525">
              <a:noFill/>
              <a:round/>
              <a:headEnd/>
              <a:tailEnd/>
            </a:ln>
          </p:spPr>
          <p:txBody>
            <a:bodyPr/>
            <a:lstStyle/>
            <a:p>
              <a:pPr algn="ctr" eaLnBrk="0" hangingPunct="0">
                <a:lnSpc>
                  <a:spcPct val="90000"/>
                </a:lnSpc>
                <a:defRPr/>
              </a:pPr>
              <a:endParaRPr lang="en-US">
                <a:latin typeface="Arial" charset="0"/>
                <a:ea typeface="ＭＳ Ｐゴシック" charset="-128"/>
              </a:endParaRPr>
            </a:p>
          </p:txBody>
        </p:sp>
        <p:sp>
          <p:nvSpPr>
            <p:cNvPr id="12" name="Freeform 121"/>
            <p:cNvSpPr>
              <a:spLocks/>
            </p:cNvSpPr>
            <p:nvPr/>
          </p:nvSpPr>
          <p:spPr bwMode="auto">
            <a:xfrm>
              <a:off x="2532" y="1600"/>
              <a:ext cx="54" cy="323"/>
            </a:xfrm>
            <a:custGeom>
              <a:avLst/>
              <a:gdLst>
                <a:gd name="T0" fmla="*/ 19 w 19"/>
                <a:gd name="T1" fmla="*/ 9 h 120"/>
                <a:gd name="T2" fmla="*/ 10 w 19"/>
                <a:gd name="T3" fmla="*/ 0 h 120"/>
                <a:gd name="T4" fmla="*/ 0 w 19"/>
                <a:gd name="T5" fmla="*/ 9 h 120"/>
                <a:gd name="T6" fmla="*/ 0 w 19"/>
                <a:gd name="T7" fmla="*/ 111 h 120"/>
                <a:gd name="T8" fmla="*/ 10 w 19"/>
                <a:gd name="T9" fmla="*/ 120 h 120"/>
                <a:gd name="T10" fmla="*/ 19 w 19"/>
                <a:gd name="T11" fmla="*/ 111 h 120"/>
                <a:gd name="T12" fmla="*/ 19 w 19"/>
                <a:gd name="T13" fmla="*/ 9 h 120"/>
                <a:gd name="T14" fmla="*/ 0 60000 65536"/>
                <a:gd name="T15" fmla="*/ 0 60000 65536"/>
                <a:gd name="T16" fmla="*/ 0 60000 65536"/>
                <a:gd name="T17" fmla="*/ 0 60000 65536"/>
                <a:gd name="T18" fmla="*/ 0 60000 65536"/>
                <a:gd name="T19" fmla="*/ 0 60000 65536"/>
                <a:gd name="T20" fmla="*/ 0 60000 65536"/>
                <a:gd name="T21" fmla="*/ 0 w 19"/>
                <a:gd name="T22" fmla="*/ 0 h 120"/>
                <a:gd name="T23" fmla="*/ 19 w 19"/>
                <a:gd name="T24" fmla="*/ 120 h 120"/>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9" h="120">
                  <a:moveTo>
                    <a:pt x="19" y="9"/>
                  </a:moveTo>
                  <a:cubicBezTo>
                    <a:pt x="19" y="4"/>
                    <a:pt x="15" y="0"/>
                    <a:pt x="10" y="0"/>
                  </a:cubicBezTo>
                  <a:cubicBezTo>
                    <a:pt x="5" y="0"/>
                    <a:pt x="0" y="4"/>
                    <a:pt x="0" y="9"/>
                  </a:cubicBezTo>
                  <a:cubicBezTo>
                    <a:pt x="0" y="111"/>
                    <a:pt x="0" y="111"/>
                    <a:pt x="0" y="111"/>
                  </a:cubicBezTo>
                  <a:cubicBezTo>
                    <a:pt x="0" y="116"/>
                    <a:pt x="5" y="120"/>
                    <a:pt x="10" y="120"/>
                  </a:cubicBezTo>
                  <a:cubicBezTo>
                    <a:pt x="15" y="120"/>
                    <a:pt x="19" y="116"/>
                    <a:pt x="19" y="111"/>
                  </a:cubicBezTo>
                  <a:lnTo>
                    <a:pt x="19" y="9"/>
                  </a:lnTo>
                  <a:close/>
                </a:path>
              </a:pathLst>
            </a:custGeom>
            <a:solidFill>
              <a:srgbClr val="5F5F65"/>
            </a:solidFill>
            <a:ln w="9525">
              <a:noFill/>
              <a:round/>
              <a:headEnd/>
              <a:tailEnd/>
            </a:ln>
          </p:spPr>
          <p:txBody>
            <a:bodyPr/>
            <a:lstStyle/>
            <a:p>
              <a:pPr algn="ctr" eaLnBrk="0" hangingPunct="0">
                <a:lnSpc>
                  <a:spcPct val="90000"/>
                </a:lnSpc>
                <a:defRPr/>
              </a:pPr>
              <a:endParaRPr lang="en-US">
                <a:latin typeface="Arial" charset="0"/>
                <a:ea typeface="ＭＳ Ｐゴシック" charset="-128"/>
              </a:endParaRPr>
            </a:p>
          </p:txBody>
        </p:sp>
        <p:sp>
          <p:nvSpPr>
            <p:cNvPr id="13" name="Freeform 122"/>
            <p:cNvSpPr>
              <a:spLocks/>
            </p:cNvSpPr>
            <p:nvPr/>
          </p:nvSpPr>
          <p:spPr bwMode="auto">
            <a:xfrm>
              <a:off x="2677" y="1697"/>
              <a:ext cx="52" cy="177"/>
            </a:xfrm>
            <a:custGeom>
              <a:avLst/>
              <a:gdLst>
                <a:gd name="T0" fmla="*/ 19 w 19"/>
                <a:gd name="T1" fmla="*/ 9 h 65"/>
                <a:gd name="T2" fmla="*/ 9 w 19"/>
                <a:gd name="T3" fmla="*/ 0 h 65"/>
                <a:gd name="T4" fmla="*/ 0 w 19"/>
                <a:gd name="T5" fmla="*/ 9 h 65"/>
                <a:gd name="T6" fmla="*/ 0 w 19"/>
                <a:gd name="T7" fmla="*/ 56 h 65"/>
                <a:gd name="T8" fmla="*/ 9 w 19"/>
                <a:gd name="T9" fmla="*/ 65 h 65"/>
                <a:gd name="T10" fmla="*/ 19 w 19"/>
                <a:gd name="T11" fmla="*/ 56 h 65"/>
                <a:gd name="T12" fmla="*/ 19 w 19"/>
                <a:gd name="T13" fmla="*/ 9 h 65"/>
                <a:gd name="T14" fmla="*/ 0 60000 65536"/>
                <a:gd name="T15" fmla="*/ 0 60000 65536"/>
                <a:gd name="T16" fmla="*/ 0 60000 65536"/>
                <a:gd name="T17" fmla="*/ 0 60000 65536"/>
                <a:gd name="T18" fmla="*/ 0 60000 65536"/>
                <a:gd name="T19" fmla="*/ 0 60000 65536"/>
                <a:gd name="T20" fmla="*/ 0 60000 65536"/>
                <a:gd name="T21" fmla="*/ 0 w 19"/>
                <a:gd name="T22" fmla="*/ 0 h 65"/>
                <a:gd name="T23" fmla="*/ 19 w 19"/>
                <a:gd name="T24" fmla="*/ 65 h 65"/>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9" h="65">
                  <a:moveTo>
                    <a:pt x="19" y="9"/>
                  </a:moveTo>
                  <a:cubicBezTo>
                    <a:pt x="19" y="4"/>
                    <a:pt x="15" y="0"/>
                    <a:pt x="9" y="0"/>
                  </a:cubicBezTo>
                  <a:cubicBezTo>
                    <a:pt x="4" y="0"/>
                    <a:pt x="0" y="4"/>
                    <a:pt x="0" y="9"/>
                  </a:cubicBezTo>
                  <a:cubicBezTo>
                    <a:pt x="0" y="56"/>
                    <a:pt x="0" y="56"/>
                    <a:pt x="0" y="56"/>
                  </a:cubicBezTo>
                  <a:cubicBezTo>
                    <a:pt x="0" y="61"/>
                    <a:pt x="4" y="65"/>
                    <a:pt x="9" y="65"/>
                  </a:cubicBezTo>
                  <a:cubicBezTo>
                    <a:pt x="15" y="65"/>
                    <a:pt x="19" y="61"/>
                    <a:pt x="19" y="56"/>
                  </a:cubicBezTo>
                  <a:lnTo>
                    <a:pt x="19" y="9"/>
                  </a:lnTo>
                  <a:close/>
                </a:path>
              </a:pathLst>
            </a:custGeom>
            <a:solidFill>
              <a:srgbClr val="5F5F65"/>
            </a:solidFill>
            <a:ln w="9525">
              <a:noFill/>
              <a:round/>
              <a:headEnd/>
              <a:tailEnd/>
            </a:ln>
          </p:spPr>
          <p:txBody>
            <a:bodyPr/>
            <a:lstStyle/>
            <a:p>
              <a:pPr algn="ctr" eaLnBrk="0" hangingPunct="0">
                <a:lnSpc>
                  <a:spcPct val="90000"/>
                </a:lnSpc>
                <a:defRPr/>
              </a:pPr>
              <a:endParaRPr lang="en-US">
                <a:latin typeface="Arial" charset="0"/>
                <a:ea typeface="ＭＳ Ｐゴシック" charset="-128"/>
              </a:endParaRPr>
            </a:p>
          </p:txBody>
        </p:sp>
        <p:sp>
          <p:nvSpPr>
            <p:cNvPr id="14" name="Freeform 123"/>
            <p:cNvSpPr>
              <a:spLocks/>
            </p:cNvSpPr>
            <p:nvPr/>
          </p:nvSpPr>
          <p:spPr bwMode="auto">
            <a:xfrm>
              <a:off x="2817" y="1768"/>
              <a:ext cx="54" cy="106"/>
            </a:xfrm>
            <a:custGeom>
              <a:avLst/>
              <a:gdLst>
                <a:gd name="T0" fmla="*/ 20 w 20"/>
                <a:gd name="T1" fmla="*/ 10 h 39"/>
                <a:gd name="T2" fmla="*/ 10 w 20"/>
                <a:gd name="T3" fmla="*/ 0 h 39"/>
                <a:gd name="T4" fmla="*/ 0 w 20"/>
                <a:gd name="T5" fmla="*/ 10 h 39"/>
                <a:gd name="T6" fmla="*/ 0 w 20"/>
                <a:gd name="T7" fmla="*/ 30 h 39"/>
                <a:gd name="T8" fmla="*/ 10 w 20"/>
                <a:gd name="T9" fmla="*/ 39 h 39"/>
                <a:gd name="T10" fmla="*/ 20 w 20"/>
                <a:gd name="T11" fmla="*/ 30 h 39"/>
                <a:gd name="T12" fmla="*/ 20 w 20"/>
                <a:gd name="T13" fmla="*/ 10 h 39"/>
                <a:gd name="T14" fmla="*/ 0 60000 65536"/>
                <a:gd name="T15" fmla="*/ 0 60000 65536"/>
                <a:gd name="T16" fmla="*/ 0 60000 65536"/>
                <a:gd name="T17" fmla="*/ 0 60000 65536"/>
                <a:gd name="T18" fmla="*/ 0 60000 65536"/>
                <a:gd name="T19" fmla="*/ 0 60000 65536"/>
                <a:gd name="T20" fmla="*/ 0 60000 65536"/>
                <a:gd name="T21" fmla="*/ 0 w 20"/>
                <a:gd name="T22" fmla="*/ 0 h 39"/>
                <a:gd name="T23" fmla="*/ 20 w 20"/>
                <a:gd name="T24" fmla="*/ 39 h 39"/>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20" h="39">
                  <a:moveTo>
                    <a:pt x="20" y="10"/>
                  </a:moveTo>
                  <a:cubicBezTo>
                    <a:pt x="20" y="4"/>
                    <a:pt x="15" y="0"/>
                    <a:pt x="10" y="0"/>
                  </a:cubicBezTo>
                  <a:cubicBezTo>
                    <a:pt x="5" y="0"/>
                    <a:pt x="0" y="4"/>
                    <a:pt x="0" y="10"/>
                  </a:cubicBezTo>
                  <a:cubicBezTo>
                    <a:pt x="0" y="30"/>
                    <a:pt x="0" y="30"/>
                    <a:pt x="0" y="30"/>
                  </a:cubicBezTo>
                  <a:cubicBezTo>
                    <a:pt x="0" y="35"/>
                    <a:pt x="5" y="39"/>
                    <a:pt x="10" y="39"/>
                  </a:cubicBezTo>
                  <a:cubicBezTo>
                    <a:pt x="15" y="39"/>
                    <a:pt x="20" y="35"/>
                    <a:pt x="20" y="30"/>
                  </a:cubicBezTo>
                  <a:lnTo>
                    <a:pt x="20" y="10"/>
                  </a:lnTo>
                  <a:close/>
                </a:path>
              </a:pathLst>
            </a:custGeom>
            <a:solidFill>
              <a:srgbClr val="5F5F65"/>
            </a:solidFill>
            <a:ln w="9525">
              <a:noFill/>
              <a:round/>
              <a:headEnd/>
              <a:tailEnd/>
            </a:ln>
          </p:spPr>
          <p:txBody>
            <a:bodyPr/>
            <a:lstStyle/>
            <a:p>
              <a:pPr algn="ctr" eaLnBrk="0" hangingPunct="0">
                <a:lnSpc>
                  <a:spcPct val="90000"/>
                </a:lnSpc>
                <a:defRPr/>
              </a:pPr>
              <a:endParaRPr lang="en-US">
                <a:latin typeface="Arial" charset="0"/>
                <a:ea typeface="ＭＳ Ｐゴシック" charset="-128"/>
              </a:endParaRPr>
            </a:p>
          </p:txBody>
        </p:sp>
        <p:sp>
          <p:nvSpPr>
            <p:cNvPr id="15" name="Freeform 124"/>
            <p:cNvSpPr>
              <a:spLocks/>
            </p:cNvSpPr>
            <p:nvPr/>
          </p:nvSpPr>
          <p:spPr bwMode="auto">
            <a:xfrm>
              <a:off x="2959" y="1697"/>
              <a:ext cx="52" cy="177"/>
            </a:xfrm>
            <a:custGeom>
              <a:avLst/>
              <a:gdLst>
                <a:gd name="T0" fmla="*/ 19 w 19"/>
                <a:gd name="T1" fmla="*/ 9 h 65"/>
                <a:gd name="T2" fmla="*/ 10 w 19"/>
                <a:gd name="T3" fmla="*/ 0 h 65"/>
                <a:gd name="T4" fmla="*/ 0 w 19"/>
                <a:gd name="T5" fmla="*/ 9 h 65"/>
                <a:gd name="T6" fmla="*/ 0 w 19"/>
                <a:gd name="T7" fmla="*/ 56 h 65"/>
                <a:gd name="T8" fmla="*/ 10 w 19"/>
                <a:gd name="T9" fmla="*/ 65 h 65"/>
                <a:gd name="T10" fmla="*/ 19 w 19"/>
                <a:gd name="T11" fmla="*/ 56 h 65"/>
                <a:gd name="T12" fmla="*/ 19 w 19"/>
                <a:gd name="T13" fmla="*/ 9 h 65"/>
                <a:gd name="T14" fmla="*/ 0 60000 65536"/>
                <a:gd name="T15" fmla="*/ 0 60000 65536"/>
                <a:gd name="T16" fmla="*/ 0 60000 65536"/>
                <a:gd name="T17" fmla="*/ 0 60000 65536"/>
                <a:gd name="T18" fmla="*/ 0 60000 65536"/>
                <a:gd name="T19" fmla="*/ 0 60000 65536"/>
                <a:gd name="T20" fmla="*/ 0 60000 65536"/>
                <a:gd name="T21" fmla="*/ 0 w 19"/>
                <a:gd name="T22" fmla="*/ 0 h 65"/>
                <a:gd name="T23" fmla="*/ 19 w 19"/>
                <a:gd name="T24" fmla="*/ 65 h 65"/>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9" h="65">
                  <a:moveTo>
                    <a:pt x="19" y="9"/>
                  </a:moveTo>
                  <a:cubicBezTo>
                    <a:pt x="19" y="4"/>
                    <a:pt x="15" y="0"/>
                    <a:pt x="10" y="0"/>
                  </a:cubicBezTo>
                  <a:cubicBezTo>
                    <a:pt x="4" y="0"/>
                    <a:pt x="0" y="4"/>
                    <a:pt x="0" y="9"/>
                  </a:cubicBezTo>
                  <a:cubicBezTo>
                    <a:pt x="0" y="56"/>
                    <a:pt x="0" y="56"/>
                    <a:pt x="0" y="56"/>
                  </a:cubicBezTo>
                  <a:cubicBezTo>
                    <a:pt x="0" y="61"/>
                    <a:pt x="4" y="65"/>
                    <a:pt x="10" y="65"/>
                  </a:cubicBezTo>
                  <a:cubicBezTo>
                    <a:pt x="15" y="65"/>
                    <a:pt x="19" y="61"/>
                    <a:pt x="19" y="56"/>
                  </a:cubicBezTo>
                  <a:lnTo>
                    <a:pt x="19" y="9"/>
                  </a:lnTo>
                  <a:close/>
                </a:path>
              </a:pathLst>
            </a:custGeom>
            <a:solidFill>
              <a:srgbClr val="5F5F65"/>
            </a:solidFill>
            <a:ln w="9525">
              <a:noFill/>
              <a:round/>
              <a:headEnd/>
              <a:tailEnd/>
            </a:ln>
          </p:spPr>
          <p:txBody>
            <a:bodyPr/>
            <a:lstStyle/>
            <a:p>
              <a:pPr algn="ctr" eaLnBrk="0" hangingPunct="0">
                <a:lnSpc>
                  <a:spcPct val="90000"/>
                </a:lnSpc>
                <a:defRPr/>
              </a:pPr>
              <a:endParaRPr lang="en-US">
                <a:latin typeface="Arial" charset="0"/>
                <a:ea typeface="ＭＳ Ｐゴシック" charset="-128"/>
              </a:endParaRPr>
            </a:p>
          </p:txBody>
        </p:sp>
        <p:sp>
          <p:nvSpPr>
            <p:cNvPr id="16" name="Freeform 125"/>
            <p:cNvSpPr>
              <a:spLocks/>
            </p:cNvSpPr>
            <p:nvPr/>
          </p:nvSpPr>
          <p:spPr bwMode="auto">
            <a:xfrm>
              <a:off x="3101" y="1600"/>
              <a:ext cx="54" cy="323"/>
            </a:xfrm>
            <a:custGeom>
              <a:avLst/>
              <a:gdLst>
                <a:gd name="T0" fmla="*/ 19 w 19"/>
                <a:gd name="T1" fmla="*/ 9 h 120"/>
                <a:gd name="T2" fmla="*/ 9 w 19"/>
                <a:gd name="T3" fmla="*/ 0 h 120"/>
                <a:gd name="T4" fmla="*/ 0 w 19"/>
                <a:gd name="T5" fmla="*/ 9 h 120"/>
                <a:gd name="T6" fmla="*/ 0 w 19"/>
                <a:gd name="T7" fmla="*/ 111 h 120"/>
                <a:gd name="T8" fmla="*/ 9 w 19"/>
                <a:gd name="T9" fmla="*/ 120 h 120"/>
                <a:gd name="T10" fmla="*/ 19 w 19"/>
                <a:gd name="T11" fmla="*/ 111 h 120"/>
                <a:gd name="T12" fmla="*/ 19 w 19"/>
                <a:gd name="T13" fmla="*/ 9 h 120"/>
                <a:gd name="T14" fmla="*/ 0 60000 65536"/>
                <a:gd name="T15" fmla="*/ 0 60000 65536"/>
                <a:gd name="T16" fmla="*/ 0 60000 65536"/>
                <a:gd name="T17" fmla="*/ 0 60000 65536"/>
                <a:gd name="T18" fmla="*/ 0 60000 65536"/>
                <a:gd name="T19" fmla="*/ 0 60000 65536"/>
                <a:gd name="T20" fmla="*/ 0 60000 65536"/>
                <a:gd name="T21" fmla="*/ 0 w 19"/>
                <a:gd name="T22" fmla="*/ 0 h 120"/>
                <a:gd name="T23" fmla="*/ 19 w 19"/>
                <a:gd name="T24" fmla="*/ 120 h 120"/>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9" h="120">
                  <a:moveTo>
                    <a:pt x="19" y="9"/>
                  </a:moveTo>
                  <a:cubicBezTo>
                    <a:pt x="19" y="4"/>
                    <a:pt x="15" y="0"/>
                    <a:pt x="9" y="0"/>
                  </a:cubicBezTo>
                  <a:cubicBezTo>
                    <a:pt x="4" y="0"/>
                    <a:pt x="0" y="4"/>
                    <a:pt x="0" y="9"/>
                  </a:cubicBezTo>
                  <a:cubicBezTo>
                    <a:pt x="0" y="111"/>
                    <a:pt x="0" y="111"/>
                    <a:pt x="0" y="111"/>
                  </a:cubicBezTo>
                  <a:cubicBezTo>
                    <a:pt x="0" y="116"/>
                    <a:pt x="4" y="120"/>
                    <a:pt x="9" y="120"/>
                  </a:cubicBezTo>
                  <a:cubicBezTo>
                    <a:pt x="15" y="120"/>
                    <a:pt x="19" y="116"/>
                    <a:pt x="19" y="111"/>
                  </a:cubicBezTo>
                  <a:lnTo>
                    <a:pt x="19" y="9"/>
                  </a:lnTo>
                  <a:close/>
                </a:path>
              </a:pathLst>
            </a:custGeom>
            <a:solidFill>
              <a:srgbClr val="5F5F65"/>
            </a:solidFill>
            <a:ln w="9525">
              <a:noFill/>
              <a:round/>
              <a:headEnd/>
              <a:tailEnd/>
            </a:ln>
          </p:spPr>
          <p:txBody>
            <a:bodyPr/>
            <a:lstStyle/>
            <a:p>
              <a:pPr algn="ctr" eaLnBrk="0" hangingPunct="0">
                <a:lnSpc>
                  <a:spcPct val="90000"/>
                </a:lnSpc>
                <a:defRPr/>
              </a:pPr>
              <a:endParaRPr lang="en-US">
                <a:latin typeface="Arial" charset="0"/>
                <a:ea typeface="ＭＳ Ｐゴシック" charset="-128"/>
              </a:endParaRPr>
            </a:p>
          </p:txBody>
        </p:sp>
        <p:sp>
          <p:nvSpPr>
            <p:cNvPr id="17" name="Freeform 126"/>
            <p:cNvSpPr>
              <a:spLocks/>
            </p:cNvSpPr>
            <p:nvPr/>
          </p:nvSpPr>
          <p:spPr bwMode="auto">
            <a:xfrm>
              <a:off x="3243" y="1697"/>
              <a:ext cx="52" cy="177"/>
            </a:xfrm>
            <a:custGeom>
              <a:avLst/>
              <a:gdLst>
                <a:gd name="T0" fmla="*/ 19 w 19"/>
                <a:gd name="T1" fmla="*/ 9 h 65"/>
                <a:gd name="T2" fmla="*/ 10 w 19"/>
                <a:gd name="T3" fmla="*/ 0 h 65"/>
                <a:gd name="T4" fmla="*/ 0 w 19"/>
                <a:gd name="T5" fmla="*/ 9 h 65"/>
                <a:gd name="T6" fmla="*/ 0 w 19"/>
                <a:gd name="T7" fmla="*/ 56 h 65"/>
                <a:gd name="T8" fmla="*/ 10 w 19"/>
                <a:gd name="T9" fmla="*/ 65 h 65"/>
                <a:gd name="T10" fmla="*/ 19 w 19"/>
                <a:gd name="T11" fmla="*/ 56 h 65"/>
                <a:gd name="T12" fmla="*/ 19 w 19"/>
                <a:gd name="T13" fmla="*/ 9 h 65"/>
                <a:gd name="T14" fmla="*/ 0 60000 65536"/>
                <a:gd name="T15" fmla="*/ 0 60000 65536"/>
                <a:gd name="T16" fmla="*/ 0 60000 65536"/>
                <a:gd name="T17" fmla="*/ 0 60000 65536"/>
                <a:gd name="T18" fmla="*/ 0 60000 65536"/>
                <a:gd name="T19" fmla="*/ 0 60000 65536"/>
                <a:gd name="T20" fmla="*/ 0 60000 65536"/>
                <a:gd name="T21" fmla="*/ 0 w 19"/>
                <a:gd name="T22" fmla="*/ 0 h 65"/>
                <a:gd name="T23" fmla="*/ 19 w 19"/>
                <a:gd name="T24" fmla="*/ 65 h 65"/>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9" h="65">
                  <a:moveTo>
                    <a:pt x="19" y="9"/>
                  </a:moveTo>
                  <a:cubicBezTo>
                    <a:pt x="19" y="4"/>
                    <a:pt x="15" y="0"/>
                    <a:pt x="10" y="0"/>
                  </a:cubicBezTo>
                  <a:cubicBezTo>
                    <a:pt x="5" y="0"/>
                    <a:pt x="0" y="4"/>
                    <a:pt x="0" y="9"/>
                  </a:cubicBezTo>
                  <a:cubicBezTo>
                    <a:pt x="0" y="56"/>
                    <a:pt x="0" y="56"/>
                    <a:pt x="0" y="56"/>
                  </a:cubicBezTo>
                  <a:cubicBezTo>
                    <a:pt x="0" y="61"/>
                    <a:pt x="5" y="65"/>
                    <a:pt x="10" y="65"/>
                  </a:cubicBezTo>
                  <a:cubicBezTo>
                    <a:pt x="15" y="65"/>
                    <a:pt x="19" y="61"/>
                    <a:pt x="19" y="56"/>
                  </a:cubicBezTo>
                  <a:lnTo>
                    <a:pt x="19" y="9"/>
                  </a:lnTo>
                  <a:close/>
                </a:path>
              </a:pathLst>
            </a:custGeom>
            <a:solidFill>
              <a:srgbClr val="5F5F65"/>
            </a:solidFill>
            <a:ln w="9525">
              <a:noFill/>
              <a:round/>
              <a:headEnd/>
              <a:tailEnd/>
            </a:ln>
          </p:spPr>
          <p:txBody>
            <a:bodyPr/>
            <a:lstStyle/>
            <a:p>
              <a:pPr algn="ctr" eaLnBrk="0" hangingPunct="0">
                <a:lnSpc>
                  <a:spcPct val="90000"/>
                </a:lnSpc>
                <a:defRPr/>
              </a:pPr>
              <a:endParaRPr lang="en-US">
                <a:latin typeface="Arial" charset="0"/>
                <a:ea typeface="ＭＳ Ｐゴシック" charset="-128"/>
              </a:endParaRPr>
            </a:p>
          </p:txBody>
        </p:sp>
        <p:sp>
          <p:nvSpPr>
            <p:cNvPr id="18" name="Freeform 127"/>
            <p:cNvSpPr>
              <a:spLocks/>
            </p:cNvSpPr>
            <p:nvPr/>
          </p:nvSpPr>
          <p:spPr bwMode="auto">
            <a:xfrm>
              <a:off x="3385" y="1768"/>
              <a:ext cx="52" cy="106"/>
            </a:xfrm>
            <a:custGeom>
              <a:avLst/>
              <a:gdLst>
                <a:gd name="T0" fmla="*/ 19 w 19"/>
                <a:gd name="T1" fmla="*/ 10 h 39"/>
                <a:gd name="T2" fmla="*/ 9 w 19"/>
                <a:gd name="T3" fmla="*/ 0 h 39"/>
                <a:gd name="T4" fmla="*/ 0 w 19"/>
                <a:gd name="T5" fmla="*/ 10 h 39"/>
                <a:gd name="T6" fmla="*/ 0 w 19"/>
                <a:gd name="T7" fmla="*/ 30 h 39"/>
                <a:gd name="T8" fmla="*/ 9 w 19"/>
                <a:gd name="T9" fmla="*/ 39 h 39"/>
                <a:gd name="T10" fmla="*/ 19 w 19"/>
                <a:gd name="T11" fmla="*/ 30 h 39"/>
                <a:gd name="T12" fmla="*/ 19 w 19"/>
                <a:gd name="T13" fmla="*/ 10 h 39"/>
                <a:gd name="T14" fmla="*/ 0 60000 65536"/>
                <a:gd name="T15" fmla="*/ 0 60000 65536"/>
                <a:gd name="T16" fmla="*/ 0 60000 65536"/>
                <a:gd name="T17" fmla="*/ 0 60000 65536"/>
                <a:gd name="T18" fmla="*/ 0 60000 65536"/>
                <a:gd name="T19" fmla="*/ 0 60000 65536"/>
                <a:gd name="T20" fmla="*/ 0 60000 65536"/>
                <a:gd name="T21" fmla="*/ 0 w 19"/>
                <a:gd name="T22" fmla="*/ 0 h 39"/>
                <a:gd name="T23" fmla="*/ 19 w 19"/>
                <a:gd name="T24" fmla="*/ 39 h 39"/>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9" h="39">
                  <a:moveTo>
                    <a:pt x="19" y="10"/>
                  </a:moveTo>
                  <a:cubicBezTo>
                    <a:pt x="19" y="4"/>
                    <a:pt x="15" y="0"/>
                    <a:pt x="9" y="0"/>
                  </a:cubicBezTo>
                  <a:cubicBezTo>
                    <a:pt x="4" y="0"/>
                    <a:pt x="0" y="4"/>
                    <a:pt x="0" y="10"/>
                  </a:cubicBezTo>
                  <a:cubicBezTo>
                    <a:pt x="0" y="30"/>
                    <a:pt x="0" y="30"/>
                    <a:pt x="0" y="30"/>
                  </a:cubicBezTo>
                  <a:cubicBezTo>
                    <a:pt x="0" y="35"/>
                    <a:pt x="4" y="39"/>
                    <a:pt x="9" y="39"/>
                  </a:cubicBezTo>
                  <a:cubicBezTo>
                    <a:pt x="15" y="39"/>
                    <a:pt x="19" y="35"/>
                    <a:pt x="19" y="30"/>
                  </a:cubicBezTo>
                  <a:lnTo>
                    <a:pt x="19" y="10"/>
                  </a:lnTo>
                  <a:close/>
                </a:path>
              </a:pathLst>
            </a:custGeom>
            <a:solidFill>
              <a:srgbClr val="5F5F65"/>
            </a:solidFill>
            <a:ln w="9525">
              <a:noFill/>
              <a:round/>
              <a:headEnd/>
              <a:tailEnd/>
            </a:ln>
          </p:spPr>
          <p:txBody>
            <a:bodyPr/>
            <a:lstStyle/>
            <a:p>
              <a:pPr algn="ctr" eaLnBrk="0" hangingPunct="0">
                <a:lnSpc>
                  <a:spcPct val="90000"/>
                </a:lnSpc>
                <a:defRPr/>
              </a:pPr>
              <a:endParaRPr lang="en-US">
                <a:latin typeface="Arial" charset="0"/>
                <a:ea typeface="ＭＳ Ｐゴシック" charset="-128"/>
              </a:endParaRPr>
            </a:p>
          </p:txBody>
        </p:sp>
      </p:grpSp>
      <p:sp>
        <p:nvSpPr>
          <p:cNvPr id="19" name="Rectangle 275"/>
          <p:cNvSpPr>
            <a:spLocks noChangeArrowheads="1"/>
          </p:cNvSpPr>
          <p:nvPr/>
        </p:nvSpPr>
        <p:spPr bwMode="auto">
          <a:xfrm rot="16200000">
            <a:off x="3200400" y="-1570037"/>
            <a:ext cx="2743200" cy="9144000"/>
          </a:xfrm>
          <a:prstGeom prst="rect">
            <a:avLst/>
          </a:prstGeom>
          <a:solidFill>
            <a:srgbClr val="787762"/>
          </a:solidFill>
          <a:ln w="9525">
            <a:noFill/>
            <a:miter lim="800000"/>
            <a:headEnd/>
            <a:tailEnd/>
          </a:ln>
          <a:effectLst/>
        </p:spPr>
        <p:txBody>
          <a:bodyPr wrap="none" lIns="73025" tIns="36512" rIns="73025" bIns="36512" anchor="ctr"/>
          <a:lstStyle/>
          <a:p>
            <a:pPr algn="ctr" eaLnBrk="0" hangingPunct="0">
              <a:lnSpc>
                <a:spcPct val="90000"/>
              </a:lnSpc>
              <a:defRPr/>
            </a:pPr>
            <a:endParaRPr lang="en-US">
              <a:latin typeface="Arial" charset="0"/>
              <a:ea typeface="ＭＳ Ｐゴシック" charset="-128"/>
            </a:endParaRPr>
          </a:p>
        </p:txBody>
      </p:sp>
      <p:pic>
        <p:nvPicPr>
          <p:cNvPr id="20" name="Picture 10" descr="hpchick-flip.jpg"/>
          <p:cNvPicPr>
            <a:picLocks noChangeAspect="1"/>
          </p:cNvPicPr>
          <p:nvPr/>
        </p:nvPicPr>
        <p:blipFill>
          <a:blip r:embed="rId2">
            <a:extLst>
              <a:ext uri="{28A0092B-C50C-407E-A947-70E740481C1C}">
                <a14:useLocalDpi xmlns:a14="http://schemas.microsoft.com/office/drawing/2010/main" xmlns="" val="0"/>
              </a:ext>
            </a:extLst>
          </a:blip>
          <a:srcRect l="27599" t="27940" r="6168" b="19118"/>
          <a:stretch>
            <a:fillRect/>
          </a:stretch>
        </p:blipFill>
        <p:spPr bwMode="auto">
          <a:xfrm>
            <a:off x="4572000" y="1627188"/>
            <a:ext cx="4572000" cy="274320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sp>
        <p:nvSpPr>
          <p:cNvPr id="21" name="Rectangle 278"/>
          <p:cNvSpPr>
            <a:spLocks noChangeArrowheads="1"/>
          </p:cNvSpPr>
          <p:nvPr/>
        </p:nvSpPr>
        <p:spPr bwMode="auto">
          <a:xfrm>
            <a:off x="1150938" y="6672263"/>
            <a:ext cx="2022475" cy="188912"/>
          </a:xfrm>
          <a:prstGeom prst="rect">
            <a:avLst/>
          </a:prstGeom>
          <a:noFill/>
          <a:ln w="9525">
            <a:noFill/>
            <a:miter lim="800000"/>
            <a:headEnd/>
            <a:tailEnd/>
          </a:ln>
          <a:effectLst/>
        </p:spPr>
        <p:txBody>
          <a:bodyPr wrap="none" lIns="82124" tIns="41061" rIns="82124" bIns="41061" anchor="b" anchorCtr="1">
            <a:spAutoFit/>
          </a:bodyPr>
          <a:lstStyle>
            <a:lvl1pPr defTabSz="814388" eaLnBrk="0" hangingPunct="0">
              <a:defRPr sz="2400">
                <a:solidFill>
                  <a:schemeClr val="tx1"/>
                </a:solidFill>
                <a:latin typeface="Arial" panose="020B0604020202020204" pitchFamily="34" charset="0"/>
                <a:ea typeface="ＭＳ Ｐゴシック" panose="020B0600070205080204" pitchFamily="34" charset="-128"/>
              </a:defRPr>
            </a:lvl1pPr>
            <a:lvl2pPr marL="37931725" indent="-37474525" defTabSz="814388" eaLnBrk="0" hangingPunct="0">
              <a:defRPr sz="2400">
                <a:solidFill>
                  <a:schemeClr val="tx1"/>
                </a:solidFill>
                <a:latin typeface="Arial" panose="020B0604020202020204" pitchFamily="34" charset="0"/>
                <a:ea typeface="ＭＳ Ｐゴシック" panose="020B0600070205080204" pitchFamily="34" charset="-128"/>
              </a:defRPr>
            </a:lvl2pPr>
            <a:lvl3pPr eaLnBrk="0" hangingPunct="0">
              <a:defRPr sz="2400">
                <a:solidFill>
                  <a:schemeClr val="tx1"/>
                </a:solidFill>
                <a:latin typeface="Arial" panose="020B0604020202020204" pitchFamily="34" charset="0"/>
                <a:ea typeface="ＭＳ Ｐゴシック" panose="020B0600070205080204" pitchFamily="34" charset="-128"/>
              </a:defRPr>
            </a:lvl3pPr>
            <a:lvl4pPr eaLnBrk="0" hangingPunct="0">
              <a:defRPr sz="2400">
                <a:solidFill>
                  <a:schemeClr val="tx1"/>
                </a:solidFill>
                <a:latin typeface="Arial" panose="020B0604020202020204" pitchFamily="34" charset="0"/>
                <a:ea typeface="ＭＳ Ｐゴシック" panose="020B0600070205080204" pitchFamily="34" charset="-128"/>
              </a:defRPr>
            </a:lvl4pPr>
            <a:lvl5pPr eaLnBrk="0" hangingPunct="0">
              <a:defRPr sz="2400">
                <a:solidFill>
                  <a:schemeClr val="tx1"/>
                </a:solidFill>
                <a:latin typeface="Arial" panose="020B0604020202020204" pitchFamily="34" charset="0"/>
                <a:ea typeface="ＭＳ Ｐゴシック" panose="020B0600070205080204" pitchFamily="34" charset="-128"/>
              </a:defRPr>
            </a:lvl5pPr>
            <a:lvl6pPr marL="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9144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1371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18288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r>
              <a:rPr lang="en-US" altLang="zh-TW" sz="700">
                <a:solidFill>
                  <a:srgbClr val="D3D3D3"/>
                </a:solidFill>
              </a:rPr>
              <a:t>© 2008 Cisco Systems, Inc. All rights reserved.</a:t>
            </a:r>
          </a:p>
        </p:txBody>
      </p:sp>
      <p:sp>
        <p:nvSpPr>
          <p:cNvPr id="22" name="Rectangle 279"/>
          <p:cNvSpPr>
            <a:spLocks noChangeArrowheads="1"/>
          </p:cNvSpPr>
          <p:nvPr/>
        </p:nvSpPr>
        <p:spPr bwMode="auto">
          <a:xfrm>
            <a:off x="3173413" y="6672263"/>
            <a:ext cx="877887" cy="188912"/>
          </a:xfrm>
          <a:prstGeom prst="rect">
            <a:avLst/>
          </a:prstGeom>
          <a:noFill/>
          <a:ln w="9525">
            <a:noFill/>
            <a:miter lim="800000"/>
            <a:headEnd/>
            <a:tailEnd/>
          </a:ln>
          <a:effectLst/>
        </p:spPr>
        <p:txBody>
          <a:bodyPr wrap="none" lIns="82124" tIns="41061" rIns="82124" bIns="41061" anchor="b">
            <a:spAutoFit/>
          </a:bodyPr>
          <a:lstStyle/>
          <a:p>
            <a:pPr algn="r" defTabSz="814388" eaLnBrk="0" hangingPunct="0">
              <a:defRPr/>
            </a:pPr>
            <a:r>
              <a:rPr lang="en-US" sz="700">
                <a:solidFill>
                  <a:srgbClr val="D3D3D3"/>
                </a:solidFill>
                <a:latin typeface="Arial" charset="0"/>
                <a:ea typeface="ＭＳ Ｐゴシック" charset="-128"/>
              </a:rPr>
              <a:t>Cisco Confidential</a:t>
            </a:r>
          </a:p>
        </p:txBody>
      </p:sp>
      <p:sp>
        <p:nvSpPr>
          <p:cNvPr id="23" name="Rectangle 280"/>
          <p:cNvSpPr>
            <a:spLocks noChangeArrowheads="1"/>
          </p:cNvSpPr>
          <p:nvPr/>
        </p:nvSpPr>
        <p:spPr bwMode="auto">
          <a:xfrm>
            <a:off x="193675" y="6672263"/>
            <a:ext cx="962025" cy="188912"/>
          </a:xfrm>
          <a:prstGeom prst="rect">
            <a:avLst/>
          </a:prstGeom>
          <a:noFill/>
          <a:ln w="9525">
            <a:noFill/>
            <a:miter lim="800000"/>
            <a:headEnd/>
            <a:tailEnd/>
          </a:ln>
          <a:effectLst/>
        </p:spPr>
        <p:txBody>
          <a:bodyPr lIns="82124" tIns="41061" rIns="82124" bIns="41061" anchor="b">
            <a:spAutoFit/>
          </a:bodyPr>
          <a:lstStyle/>
          <a:p>
            <a:pPr defTabSz="814388" eaLnBrk="0" hangingPunct="0">
              <a:defRPr/>
            </a:pPr>
            <a:r>
              <a:rPr lang="en-US" sz="700">
                <a:solidFill>
                  <a:srgbClr val="D3D3D3"/>
                </a:solidFill>
                <a:latin typeface="Arial" charset="0"/>
                <a:ea typeface="ＭＳ Ｐゴシック" charset="-128"/>
              </a:rPr>
              <a:t>Presentation_ID</a:t>
            </a:r>
          </a:p>
        </p:txBody>
      </p:sp>
      <p:sp>
        <p:nvSpPr>
          <p:cNvPr id="24" name="Rectangle 281"/>
          <p:cNvSpPr>
            <a:spLocks noChangeArrowheads="1"/>
          </p:cNvSpPr>
          <p:nvPr/>
        </p:nvSpPr>
        <p:spPr bwMode="auto">
          <a:xfrm>
            <a:off x="8596313" y="6626225"/>
            <a:ext cx="320675" cy="234950"/>
          </a:xfrm>
          <a:prstGeom prst="rect">
            <a:avLst/>
          </a:prstGeom>
          <a:noFill/>
          <a:ln w="9525">
            <a:noFill/>
            <a:miter lim="800000"/>
            <a:headEnd/>
            <a:tailEnd/>
          </a:ln>
          <a:effectLst/>
        </p:spPr>
        <p:txBody>
          <a:bodyPr wrap="none" lIns="82124" tIns="41061" rIns="82124" bIns="41061" anchor="b">
            <a:spAutoFit/>
          </a:bodyPr>
          <a:lstStyle>
            <a:lvl1pPr defTabSz="814388" eaLnBrk="0" hangingPunct="0">
              <a:defRPr sz="2400">
                <a:solidFill>
                  <a:schemeClr val="tx1"/>
                </a:solidFill>
                <a:latin typeface="Arial" panose="020B0604020202020204" pitchFamily="34" charset="0"/>
                <a:ea typeface="ＭＳ Ｐゴシック" panose="020B0600070205080204" pitchFamily="34" charset="-128"/>
              </a:defRPr>
            </a:lvl1pPr>
            <a:lvl2pPr marL="37931725" indent="-37474525" defTabSz="814388" eaLnBrk="0" hangingPunct="0">
              <a:defRPr sz="2400">
                <a:solidFill>
                  <a:schemeClr val="tx1"/>
                </a:solidFill>
                <a:latin typeface="Arial" panose="020B0604020202020204" pitchFamily="34" charset="0"/>
                <a:ea typeface="ＭＳ Ｐゴシック" panose="020B0600070205080204" pitchFamily="34" charset="-128"/>
              </a:defRPr>
            </a:lvl2pPr>
            <a:lvl3pPr eaLnBrk="0" hangingPunct="0">
              <a:defRPr sz="2400">
                <a:solidFill>
                  <a:schemeClr val="tx1"/>
                </a:solidFill>
                <a:latin typeface="Arial" panose="020B0604020202020204" pitchFamily="34" charset="0"/>
                <a:ea typeface="ＭＳ Ｐゴシック" panose="020B0600070205080204" pitchFamily="34" charset="-128"/>
              </a:defRPr>
            </a:lvl3pPr>
            <a:lvl4pPr eaLnBrk="0" hangingPunct="0">
              <a:defRPr sz="2400">
                <a:solidFill>
                  <a:schemeClr val="tx1"/>
                </a:solidFill>
                <a:latin typeface="Arial" panose="020B0604020202020204" pitchFamily="34" charset="0"/>
                <a:ea typeface="ＭＳ Ｐゴシック" panose="020B0600070205080204" pitchFamily="34" charset="-128"/>
              </a:defRPr>
            </a:lvl4pPr>
            <a:lvl5pPr eaLnBrk="0" hangingPunct="0">
              <a:defRPr sz="2400">
                <a:solidFill>
                  <a:schemeClr val="tx1"/>
                </a:solidFill>
                <a:latin typeface="Arial" panose="020B0604020202020204" pitchFamily="34" charset="0"/>
                <a:ea typeface="ＭＳ Ｐゴシック" panose="020B0600070205080204" pitchFamily="34" charset="-128"/>
              </a:defRPr>
            </a:lvl5pPr>
            <a:lvl6pPr marL="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9144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1371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18288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algn="r"/>
            <a:fld id="{1905B666-9CE5-4FB4-898F-BCA6312DBC88}" type="slidenum">
              <a:rPr lang="en-US" altLang="zh-TW" sz="1000">
                <a:solidFill>
                  <a:srgbClr val="D3D3D3"/>
                </a:solidFill>
              </a:rPr>
              <a:pPr algn="r"/>
              <a:t>‹#›</a:t>
            </a:fld>
            <a:endParaRPr lang="en-US" altLang="zh-TW" sz="1000">
              <a:solidFill>
                <a:srgbClr val="D3D3D3"/>
              </a:solidFill>
            </a:endParaRPr>
          </a:p>
        </p:txBody>
      </p:sp>
      <p:pic>
        <p:nvPicPr>
          <p:cNvPr id="25" name="Picture 14" descr="cisco-we-logo_rgb.png"/>
          <p:cNvPicPr>
            <a:picLocks noChangeAspect="1"/>
          </p:cNvPicPr>
          <p:nvPr/>
        </p:nvPicPr>
        <p:blipFill>
          <a:blip r:embed="rId3">
            <a:extLst>
              <a:ext uri="{28A0092B-C50C-407E-A947-70E740481C1C}">
                <a14:useLocalDpi xmlns:a14="http://schemas.microsoft.com/office/drawing/2010/main" xmlns="" val="0"/>
              </a:ext>
            </a:extLst>
          </a:blip>
          <a:srcRect/>
          <a:stretch>
            <a:fillRect/>
          </a:stretch>
        </p:blipFill>
        <p:spPr bwMode="auto">
          <a:xfrm>
            <a:off x="525463" y="517525"/>
            <a:ext cx="2184400" cy="83185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sp>
        <p:nvSpPr>
          <p:cNvPr id="84995" name="Rectangle 3"/>
          <p:cNvSpPr>
            <a:spLocks noGrp="1" noChangeArrowheads="1"/>
          </p:cNvSpPr>
          <p:nvPr>
            <p:ph type="subTitle" idx="1"/>
          </p:nvPr>
        </p:nvSpPr>
        <p:spPr>
          <a:xfrm>
            <a:off x="650875" y="4733925"/>
            <a:ext cx="6940550" cy="419100"/>
          </a:xfrm>
        </p:spPr>
        <p:txBody>
          <a:bodyPr lIns="82124" tIns="41061" rIns="82124" bIns="41061"/>
          <a:lstStyle>
            <a:lvl1pPr marL="0" indent="0">
              <a:buFont typeface="Wingdings" pitchFamily="100" charset="2"/>
              <a:buNone/>
              <a:defRPr sz="2000">
                <a:solidFill>
                  <a:srgbClr val="8F8E75"/>
                </a:solidFill>
              </a:defRPr>
            </a:lvl1pPr>
          </a:lstStyle>
          <a:p>
            <a:r>
              <a:rPr lang="en-US"/>
              <a:t>Click to edit Master subtitle style</a:t>
            </a:r>
          </a:p>
        </p:txBody>
      </p:sp>
      <p:sp>
        <p:nvSpPr>
          <p:cNvPr id="84994" name="Rectangle 2"/>
          <p:cNvSpPr>
            <a:spLocks noGrp="1" noChangeArrowheads="1"/>
          </p:cNvSpPr>
          <p:nvPr>
            <p:ph type="ctrTitle"/>
          </p:nvPr>
        </p:nvSpPr>
        <p:spPr bwMode="white">
          <a:xfrm>
            <a:off x="650875" y="2667000"/>
            <a:ext cx="3886200" cy="857250"/>
          </a:xfrm>
        </p:spPr>
        <p:txBody>
          <a:bodyPr anchor="ctr"/>
          <a:lstStyle>
            <a:lvl1pPr>
              <a:defRPr sz="3000" b="0">
                <a:solidFill>
                  <a:srgbClr val="FFFFFF"/>
                </a:solidFill>
              </a:defRPr>
            </a:lvl1pPr>
          </a:lstStyle>
          <a:p>
            <a:r>
              <a:rPr lang="en-US"/>
              <a:t>Click to edit Master title style</a:t>
            </a:r>
          </a:p>
        </p:txBody>
      </p:sp>
    </p:spTree>
    <p:extLst>
      <p:ext uri="{BB962C8B-B14F-4D97-AF65-F5344CB8AC3E}">
        <p14:creationId xmlns:p14="http://schemas.microsoft.com/office/powerpoint/2010/main" xmlns="" val="3000343855"/>
      </p:ext>
    </p:extLst>
  </p:cSld>
  <p:clrMapOvr>
    <a:masterClrMapping/>
  </p:clrMapOvr>
  <p:transition>
    <p:wipe dir="r"/>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Tree>
    <p:extLst>
      <p:ext uri="{BB962C8B-B14F-4D97-AF65-F5344CB8AC3E}">
        <p14:creationId xmlns:p14="http://schemas.microsoft.com/office/powerpoint/2010/main" xmlns="" val="3139633963"/>
      </p:ext>
    </p:extLst>
  </p:cSld>
  <p:clrMapOvr>
    <a:masterClrMapping/>
  </p:clrMapOvr>
  <p:transition>
    <p:wipe dir="r"/>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smtClean="0"/>
              <a:t>Click to edit Master text styles</a:t>
            </a:r>
          </a:p>
        </p:txBody>
      </p:sp>
    </p:spTree>
    <p:extLst>
      <p:ext uri="{BB962C8B-B14F-4D97-AF65-F5344CB8AC3E}">
        <p14:creationId xmlns:p14="http://schemas.microsoft.com/office/powerpoint/2010/main" xmlns="" val="105703648"/>
      </p:ext>
    </p:extLst>
  </p:cSld>
  <p:clrMapOvr>
    <a:masterClrMapping/>
  </p:clrMapOvr>
  <p:transition>
    <p:wipe dir="r"/>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655638" y="1600200"/>
            <a:ext cx="3938587"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746625" y="1600200"/>
            <a:ext cx="3940175"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Tree>
    <p:extLst>
      <p:ext uri="{BB962C8B-B14F-4D97-AF65-F5344CB8AC3E}">
        <p14:creationId xmlns:p14="http://schemas.microsoft.com/office/powerpoint/2010/main" xmlns="" val="3792879639"/>
      </p:ext>
    </p:extLst>
  </p:cSld>
  <p:clrMapOvr>
    <a:masterClrMapping/>
  </p:clrMapOvr>
  <p:transition>
    <p:wipe dir="r"/>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Tree>
    <p:extLst>
      <p:ext uri="{BB962C8B-B14F-4D97-AF65-F5344CB8AC3E}">
        <p14:creationId xmlns:p14="http://schemas.microsoft.com/office/powerpoint/2010/main" xmlns="" val="1886182665"/>
      </p:ext>
    </p:extLst>
  </p:cSld>
  <p:clrMapOvr>
    <a:masterClrMapping/>
  </p:clrMapOvr>
  <p:transition>
    <p:wipe dir="r"/>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Tree>
    <p:extLst>
      <p:ext uri="{BB962C8B-B14F-4D97-AF65-F5344CB8AC3E}">
        <p14:creationId xmlns:p14="http://schemas.microsoft.com/office/powerpoint/2010/main" xmlns="" val="1239057668"/>
      </p:ext>
    </p:extLst>
  </p:cSld>
  <p:clrMapOvr>
    <a:masterClrMapping/>
  </p:clrMapOvr>
  <p:transition>
    <p:wipe dir="r"/>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xmlns="" val="3376531367"/>
      </p:ext>
    </p:extLst>
  </p:cSld>
  <p:clrMapOvr>
    <a:masterClrMapping/>
  </p:clrMapOvr>
  <p:transition>
    <p:wipe dir="r"/>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Tree>
    <p:extLst>
      <p:ext uri="{BB962C8B-B14F-4D97-AF65-F5344CB8AC3E}">
        <p14:creationId xmlns:p14="http://schemas.microsoft.com/office/powerpoint/2010/main" xmlns="" val="4026738197"/>
      </p:ext>
    </p:extLst>
  </p:cSld>
  <p:clrMapOvr>
    <a:masterClrMapping/>
  </p:clrMapOvr>
  <p:transition>
    <p:wipe dir="r"/>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smtClean="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Tree>
    <p:extLst>
      <p:ext uri="{BB962C8B-B14F-4D97-AF65-F5344CB8AC3E}">
        <p14:creationId xmlns:p14="http://schemas.microsoft.com/office/powerpoint/2010/main" xmlns="" val="2650533112"/>
      </p:ext>
    </p:extLst>
  </p:cSld>
  <p:clrMapOvr>
    <a:masterClrMapping/>
  </p:clrMapOvr>
  <p:transition>
    <p:wipe dir="r"/>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Tree>
    <p:extLst>
      <p:ext uri="{BB962C8B-B14F-4D97-AF65-F5344CB8AC3E}">
        <p14:creationId xmlns:p14="http://schemas.microsoft.com/office/powerpoint/2010/main" xmlns="" val="3366279092"/>
      </p:ext>
    </p:extLst>
  </p:cSld>
  <p:clrMapOvr>
    <a:masterClrMapping/>
  </p:clrMapOvr>
  <p:transition>
    <p:wipe dir="r"/>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765925" y="457200"/>
            <a:ext cx="2035175" cy="5668963"/>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655638" y="457200"/>
            <a:ext cx="5957887" cy="5668963"/>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Tree>
    <p:extLst>
      <p:ext uri="{BB962C8B-B14F-4D97-AF65-F5344CB8AC3E}">
        <p14:creationId xmlns:p14="http://schemas.microsoft.com/office/powerpoint/2010/main" xmlns="" val="2665582789"/>
      </p:ext>
    </p:extLst>
  </p:cSld>
  <p:clrMapOvr>
    <a:masterClrMapping/>
  </p:clrMapOvr>
  <p:transition>
    <p:wipe dir="r"/>
  </p:transition>
</p:sldLayout>
</file>

<file path=ppt/slideLayouts/slideLayout12.xml><?xml version="1.0" encoding="utf-8"?>
<p:sldLayout xmlns:a="http://schemas.openxmlformats.org/drawingml/2006/main" xmlns:r="http://schemas.openxmlformats.org/officeDocument/2006/relationships" xmlns:p="http://schemas.openxmlformats.org/presentationml/2006/main" type="chart" preserve="1">
  <p:cSld name="Title and Chart">
    <p:spTree>
      <p:nvGrpSpPr>
        <p:cNvPr id="1" name=""/>
        <p:cNvGrpSpPr/>
        <p:nvPr/>
      </p:nvGrpSpPr>
      <p:grpSpPr>
        <a:xfrm>
          <a:off x="0" y="0"/>
          <a:ext cx="0" cy="0"/>
          <a:chOff x="0" y="0"/>
          <a:chExt cx="0" cy="0"/>
        </a:xfrm>
      </p:grpSpPr>
      <p:sp>
        <p:nvSpPr>
          <p:cNvPr id="2" name="Title 1"/>
          <p:cNvSpPr>
            <a:spLocks noGrp="1"/>
          </p:cNvSpPr>
          <p:nvPr>
            <p:ph type="title"/>
          </p:nvPr>
        </p:nvSpPr>
        <p:spPr>
          <a:xfrm>
            <a:off x="655638" y="457200"/>
            <a:ext cx="8145462" cy="838200"/>
          </a:xfrm>
        </p:spPr>
        <p:txBody>
          <a:bodyPr/>
          <a:lstStyle/>
          <a:p>
            <a:r>
              <a:rPr lang="en-US" smtClean="0"/>
              <a:t>Click to edit Master title style</a:t>
            </a:r>
            <a:endParaRPr lang="en-US"/>
          </a:p>
        </p:txBody>
      </p:sp>
      <p:sp>
        <p:nvSpPr>
          <p:cNvPr id="3" name="Chart Placeholder 2"/>
          <p:cNvSpPr>
            <a:spLocks noGrp="1"/>
          </p:cNvSpPr>
          <p:nvPr>
            <p:ph type="chart" idx="1"/>
          </p:nvPr>
        </p:nvSpPr>
        <p:spPr>
          <a:xfrm>
            <a:off x="655638" y="1600200"/>
            <a:ext cx="8031162" cy="4525963"/>
          </a:xfrm>
        </p:spPr>
        <p:txBody>
          <a:bodyPr/>
          <a:lstStyle/>
          <a:p>
            <a:pPr lvl="0"/>
            <a:endParaRPr lang="en-US" noProof="0" smtClean="0"/>
          </a:p>
        </p:txBody>
      </p:sp>
    </p:spTree>
    <p:extLst>
      <p:ext uri="{BB962C8B-B14F-4D97-AF65-F5344CB8AC3E}">
        <p14:creationId xmlns:p14="http://schemas.microsoft.com/office/powerpoint/2010/main" xmlns="" val="3824712672"/>
      </p:ext>
    </p:extLst>
  </p:cSld>
  <p:clrMapOvr>
    <a:masterClrMapping/>
  </p:clrMapOvr>
  <p:transition>
    <p:wipe dir="r"/>
  </p:transition>
</p:sldLayout>
</file>

<file path=ppt/slideLayouts/slideLayout13.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lvl1pPr>
              <a:defRPr/>
            </a:lvl1pPr>
          </a:lstStyle>
          <a:p>
            <a:pPr>
              <a:defRPr/>
            </a:pPr>
            <a:endParaRPr lang="en-US"/>
          </a:p>
        </p:txBody>
      </p:sp>
      <p:sp>
        <p:nvSpPr>
          <p:cNvPr id="5" name="Footer Placeholder 4"/>
          <p:cNvSpPr>
            <a:spLocks noGrp="1"/>
          </p:cNvSpPr>
          <p:nvPr>
            <p:ph type="ftr" sz="quarter" idx="11"/>
          </p:nvPr>
        </p:nvSpPr>
        <p:spPr/>
        <p:txBody>
          <a:bodyPr/>
          <a:lstStyle>
            <a:lvl1pPr>
              <a:defRPr/>
            </a:lvl1pPr>
          </a:lstStyle>
          <a:p>
            <a:pPr>
              <a:defRPr/>
            </a:pPr>
            <a:endParaRPr lang="en-US"/>
          </a:p>
        </p:txBody>
      </p:sp>
      <p:sp>
        <p:nvSpPr>
          <p:cNvPr id="6" name="Slide Number Placeholder 5"/>
          <p:cNvSpPr>
            <a:spLocks noGrp="1"/>
          </p:cNvSpPr>
          <p:nvPr>
            <p:ph type="sldNum" sz="quarter" idx="12"/>
          </p:nvPr>
        </p:nvSpPr>
        <p:spPr/>
        <p:txBody>
          <a:bodyPr/>
          <a:lstStyle>
            <a:lvl1pPr>
              <a:defRPr/>
            </a:lvl1pPr>
          </a:lstStyle>
          <a:p>
            <a:pPr>
              <a:defRPr/>
            </a:pPr>
            <a:fld id="{C1EDF033-7DB2-4F7B-BBF4-3CC10A954D77}" type="slidenum">
              <a:rPr lang="en-US"/>
              <a:pPr>
                <a:defRPr/>
              </a:pPr>
              <a:t>‹#›</a:t>
            </a:fld>
            <a:endParaRPr lang="en-US"/>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lvl1pPr>
              <a:defRPr/>
            </a:lvl1pPr>
          </a:lstStyle>
          <a:p>
            <a:pPr>
              <a:defRPr/>
            </a:pPr>
            <a:endParaRPr lang="en-US"/>
          </a:p>
        </p:txBody>
      </p:sp>
      <p:sp>
        <p:nvSpPr>
          <p:cNvPr id="5" name="Footer Placeholder 4"/>
          <p:cNvSpPr>
            <a:spLocks noGrp="1"/>
          </p:cNvSpPr>
          <p:nvPr>
            <p:ph type="ftr" sz="quarter" idx="11"/>
          </p:nvPr>
        </p:nvSpPr>
        <p:spPr/>
        <p:txBody>
          <a:bodyPr/>
          <a:lstStyle>
            <a:lvl1pPr>
              <a:defRPr/>
            </a:lvl1pPr>
          </a:lstStyle>
          <a:p>
            <a:pPr>
              <a:defRPr/>
            </a:pPr>
            <a:endParaRPr lang="en-US"/>
          </a:p>
        </p:txBody>
      </p:sp>
      <p:sp>
        <p:nvSpPr>
          <p:cNvPr id="6" name="Slide Number Placeholder 5"/>
          <p:cNvSpPr>
            <a:spLocks noGrp="1"/>
          </p:cNvSpPr>
          <p:nvPr>
            <p:ph type="sldNum" sz="quarter" idx="12"/>
          </p:nvPr>
        </p:nvSpPr>
        <p:spPr/>
        <p:txBody>
          <a:bodyPr/>
          <a:lstStyle>
            <a:lvl1pPr>
              <a:defRPr/>
            </a:lvl1pPr>
          </a:lstStyle>
          <a:p>
            <a:pPr>
              <a:defRPr/>
            </a:pPr>
            <a:fld id="{7E6C65B6-28B5-445C-804B-066FD4228D4A}" type="slidenum">
              <a:rPr lang="en-US"/>
              <a:pPr>
                <a:defRPr/>
              </a:pPr>
              <a:t>‹#›</a:t>
            </a:fld>
            <a:endParaRPr lang="en-US"/>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lvl1pPr>
              <a:defRPr/>
            </a:lvl1pPr>
          </a:lstStyle>
          <a:p>
            <a:pPr>
              <a:defRPr/>
            </a:pPr>
            <a:endParaRPr lang="en-US"/>
          </a:p>
        </p:txBody>
      </p:sp>
      <p:sp>
        <p:nvSpPr>
          <p:cNvPr id="5" name="Footer Placeholder 4"/>
          <p:cNvSpPr>
            <a:spLocks noGrp="1"/>
          </p:cNvSpPr>
          <p:nvPr>
            <p:ph type="ftr" sz="quarter" idx="11"/>
          </p:nvPr>
        </p:nvSpPr>
        <p:spPr/>
        <p:txBody>
          <a:bodyPr/>
          <a:lstStyle>
            <a:lvl1pPr>
              <a:defRPr/>
            </a:lvl1pPr>
          </a:lstStyle>
          <a:p>
            <a:pPr>
              <a:defRPr/>
            </a:pPr>
            <a:endParaRPr lang="en-US"/>
          </a:p>
        </p:txBody>
      </p:sp>
      <p:sp>
        <p:nvSpPr>
          <p:cNvPr id="6" name="Slide Number Placeholder 5"/>
          <p:cNvSpPr>
            <a:spLocks noGrp="1"/>
          </p:cNvSpPr>
          <p:nvPr>
            <p:ph type="sldNum" sz="quarter" idx="12"/>
          </p:nvPr>
        </p:nvSpPr>
        <p:spPr/>
        <p:txBody>
          <a:bodyPr/>
          <a:lstStyle>
            <a:lvl1pPr>
              <a:defRPr/>
            </a:lvl1pPr>
          </a:lstStyle>
          <a:p>
            <a:pPr>
              <a:defRPr/>
            </a:pPr>
            <a:fld id="{B25F1C9E-7E7A-43B1-A46E-D85B0576D929}" type="slidenum">
              <a:rPr lang="en-US"/>
              <a:pPr>
                <a:defRPr/>
              </a:pPr>
              <a:t>‹#›</a:t>
            </a:fld>
            <a:endParaRPr lang="en-US"/>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3"/>
          <p:cNvSpPr>
            <a:spLocks noGrp="1"/>
          </p:cNvSpPr>
          <p:nvPr>
            <p:ph type="dt" sz="half" idx="10"/>
          </p:nvPr>
        </p:nvSpPr>
        <p:spPr/>
        <p:txBody>
          <a:bodyPr/>
          <a:lstStyle>
            <a:lvl1pPr>
              <a:defRPr/>
            </a:lvl1pPr>
          </a:lstStyle>
          <a:p>
            <a:pPr>
              <a:defRPr/>
            </a:pPr>
            <a:endParaRPr lang="en-US"/>
          </a:p>
        </p:txBody>
      </p:sp>
      <p:sp>
        <p:nvSpPr>
          <p:cNvPr id="6" name="Footer Placeholder 4"/>
          <p:cNvSpPr>
            <a:spLocks noGrp="1"/>
          </p:cNvSpPr>
          <p:nvPr>
            <p:ph type="ftr" sz="quarter" idx="11"/>
          </p:nvPr>
        </p:nvSpPr>
        <p:spPr/>
        <p:txBody>
          <a:bodyPr/>
          <a:lstStyle>
            <a:lvl1pPr>
              <a:defRPr/>
            </a:lvl1pPr>
          </a:lstStyle>
          <a:p>
            <a:pPr>
              <a:defRPr/>
            </a:pPr>
            <a:endParaRPr lang="en-US"/>
          </a:p>
        </p:txBody>
      </p:sp>
      <p:sp>
        <p:nvSpPr>
          <p:cNvPr id="7" name="Slide Number Placeholder 5"/>
          <p:cNvSpPr>
            <a:spLocks noGrp="1"/>
          </p:cNvSpPr>
          <p:nvPr>
            <p:ph type="sldNum" sz="quarter" idx="12"/>
          </p:nvPr>
        </p:nvSpPr>
        <p:spPr/>
        <p:txBody>
          <a:bodyPr/>
          <a:lstStyle>
            <a:lvl1pPr>
              <a:defRPr/>
            </a:lvl1pPr>
          </a:lstStyle>
          <a:p>
            <a:pPr>
              <a:defRPr/>
            </a:pPr>
            <a:fld id="{5643C869-4FD6-4D82-BBB8-01A49A7AE9DE}" type="slidenum">
              <a:rPr lang="en-US"/>
              <a:pPr>
                <a:defRPr/>
              </a:pPr>
              <a:t>‹#›</a:t>
            </a:fld>
            <a:endParaRPr lang="en-US"/>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3"/>
          <p:cNvSpPr>
            <a:spLocks noGrp="1"/>
          </p:cNvSpPr>
          <p:nvPr>
            <p:ph type="dt" sz="half" idx="10"/>
          </p:nvPr>
        </p:nvSpPr>
        <p:spPr/>
        <p:txBody>
          <a:bodyPr/>
          <a:lstStyle>
            <a:lvl1pPr>
              <a:defRPr/>
            </a:lvl1pPr>
          </a:lstStyle>
          <a:p>
            <a:pPr>
              <a:defRPr/>
            </a:pPr>
            <a:endParaRPr lang="en-US"/>
          </a:p>
        </p:txBody>
      </p:sp>
      <p:sp>
        <p:nvSpPr>
          <p:cNvPr id="8" name="Footer Placeholder 4"/>
          <p:cNvSpPr>
            <a:spLocks noGrp="1"/>
          </p:cNvSpPr>
          <p:nvPr>
            <p:ph type="ftr" sz="quarter" idx="11"/>
          </p:nvPr>
        </p:nvSpPr>
        <p:spPr/>
        <p:txBody>
          <a:bodyPr/>
          <a:lstStyle>
            <a:lvl1pPr>
              <a:defRPr/>
            </a:lvl1pPr>
          </a:lstStyle>
          <a:p>
            <a:pPr>
              <a:defRPr/>
            </a:pPr>
            <a:endParaRPr lang="en-US"/>
          </a:p>
        </p:txBody>
      </p:sp>
      <p:sp>
        <p:nvSpPr>
          <p:cNvPr id="9" name="Slide Number Placeholder 5"/>
          <p:cNvSpPr>
            <a:spLocks noGrp="1"/>
          </p:cNvSpPr>
          <p:nvPr>
            <p:ph type="sldNum" sz="quarter" idx="12"/>
          </p:nvPr>
        </p:nvSpPr>
        <p:spPr/>
        <p:txBody>
          <a:bodyPr/>
          <a:lstStyle>
            <a:lvl1pPr>
              <a:defRPr/>
            </a:lvl1pPr>
          </a:lstStyle>
          <a:p>
            <a:pPr>
              <a:defRPr/>
            </a:pPr>
            <a:fld id="{C929182D-ECFD-4827-B46E-D13346B895E2}" type="slidenum">
              <a:rPr lang="en-US"/>
              <a:pPr>
                <a:defRPr/>
              </a:pPr>
              <a:t>‹#›</a:t>
            </a:fld>
            <a:endParaRPr lang="en-US"/>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3"/>
          <p:cNvSpPr>
            <a:spLocks noGrp="1"/>
          </p:cNvSpPr>
          <p:nvPr>
            <p:ph type="dt" sz="half" idx="10"/>
          </p:nvPr>
        </p:nvSpPr>
        <p:spPr/>
        <p:txBody>
          <a:bodyPr/>
          <a:lstStyle>
            <a:lvl1pPr>
              <a:defRPr/>
            </a:lvl1pPr>
          </a:lstStyle>
          <a:p>
            <a:pPr>
              <a:defRPr/>
            </a:pPr>
            <a:endParaRPr lang="en-US"/>
          </a:p>
        </p:txBody>
      </p:sp>
      <p:sp>
        <p:nvSpPr>
          <p:cNvPr id="4" name="Footer Placeholder 4"/>
          <p:cNvSpPr>
            <a:spLocks noGrp="1"/>
          </p:cNvSpPr>
          <p:nvPr>
            <p:ph type="ftr" sz="quarter" idx="11"/>
          </p:nvPr>
        </p:nvSpPr>
        <p:spPr/>
        <p:txBody>
          <a:bodyPr/>
          <a:lstStyle>
            <a:lvl1pPr>
              <a:defRPr/>
            </a:lvl1pPr>
          </a:lstStyle>
          <a:p>
            <a:pPr>
              <a:defRPr/>
            </a:pPr>
            <a:endParaRPr lang="en-US"/>
          </a:p>
        </p:txBody>
      </p:sp>
      <p:sp>
        <p:nvSpPr>
          <p:cNvPr id="5" name="Slide Number Placeholder 5"/>
          <p:cNvSpPr>
            <a:spLocks noGrp="1"/>
          </p:cNvSpPr>
          <p:nvPr>
            <p:ph type="sldNum" sz="quarter" idx="12"/>
          </p:nvPr>
        </p:nvSpPr>
        <p:spPr/>
        <p:txBody>
          <a:bodyPr/>
          <a:lstStyle>
            <a:lvl1pPr>
              <a:defRPr/>
            </a:lvl1pPr>
          </a:lstStyle>
          <a:p>
            <a:pPr>
              <a:defRPr/>
            </a:pPr>
            <a:fld id="{9DFFA422-BE51-4074-BD8F-AEFC68E5CB53}" type="slidenum">
              <a:rPr lang="en-US"/>
              <a:pPr>
                <a:defRPr/>
              </a:pPr>
              <a:t>‹#›</a:t>
            </a:fld>
            <a:endParaRPr lang="en-US"/>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3"/>
          <p:cNvSpPr>
            <a:spLocks noGrp="1"/>
          </p:cNvSpPr>
          <p:nvPr>
            <p:ph type="dt" sz="half" idx="10"/>
          </p:nvPr>
        </p:nvSpPr>
        <p:spPr/>
        <p:txBody>
          <a:bodyPr/>
          <a:lstStyle>
            <a:lvl1pPr>
              <a:defRPr/>
            </a:lvl1pPr>
          </a:lstStyle>
          <a:p>
            <a:pPr>
              <a:defRPr/>
            </a:pPr>
            <a:endParaRPr lang="en-US"/>
          </a:p>
        </p:txBody>
      </p:sp>
      <p:sp>
        <p:nvSpPr>
          <p:cNvPr id="3" name="Footer Placeholder 4"/>
          <p:cNvSpPr>
            <a:spLocks noGrp="1"/>
          </p:cNvSpPr>
          <p:nvPr>
            <p:ph type="ftr" sz="quarter" idx="11"/>
          </p:nvPr>
        </p:nvSpPr>
        <p:spPr/>
        <p:txBody>
          <a:bodyPr/>
          <a:lstStyle>
            <a:lvl1pPr>
              <a:defRPr/>
            </a:lvl1pPr>
          </a:lstStyle>
          <a:p>
            <a:pPr>
              <a:defRPr/>
            </a:pPr>
            <a:endParaRPr lang="en-US"/>
          </a:p>
        </p:txBody>
      </p:sp>
      <p:sp>
        <p:nvSpPr>
          <p:cNvPr id="4" name="Slide Number Placeholder 5"/>
          <p:cNvSpPr>
            <a:spLocks noGrp="1"/>
          </p:cNvSpPr>
          <p:nvPr>
            <p:ph type="sldNum" sz="quarter" idx="12"/>
          </p:nvPr>
        </p:nvSpPr>
        <p:spPr/>
        <p:txBody>
          <a:bodyPr/>
          <a:lstStyle>
            <a:lvl1pPr>
              <a:defRPr/>
            </a:lvl1pPr>
          </a:lstStyle>
          <a:p>
            <a:pPr>
              <a:defRPr/>
            </a:pPr>
            <a:fld id="{0CD92104-5157-49B8-BAB1-C3E4E0A77E18}" type="slidenum">
              <a:rPr lang="en-US"/>
              <a:pPr>
                <a:defRPr/>
              </a:pPr>
              <a:t>‹#›</a:t>
            </a:fld>
            <a:endParaRPr lang="en-US"/>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3"/>
          <p:cNvSpPr>
            <a:spLocks noGrp="1"/>
          </p:cNvSpPr>
          <p:nvPr>
            <p:ph type="dt" sz="half" idx="10"/>
          </p:nvPr>
        </p:nvSpPr>
        <p:spPr/>
        <p:txBody>
          <a:bodyPr/>
          <a:lstStyle>
            <a:lvl1pPr>
              <a:defRPr/>
            </a:lvl1pPr>
          </a:lstStyle>
          <a:p>
            <a:pPr>
              <a:defRPr/>
            </a:pPr>
            <a:endParaRPr lang="en-US"/>
          </a:p>
        </p:txBody>
      </p:sp>
      <p:sp>
        <p:nvSpPr>
          <p:cNvPr id="6" name="Footer Placeholder 4"/>
          <p:cNvSpPr>
            <a:spLocks noGrp="1"/>
          </p:cNvSpPr>
          <p:nvPr>
            <p:ph type="ftr" sz="quarter" idx="11"/>
          </p:nvPr>
        </p:nvSpPr>
        <p:spPr/>
        <p:txBody>
          <a:bodyPr/>
          <a:lstStyle>
            <a:lvl1pPr>
              <a:defRPr/>
            </a:lvl1pPr>
          </a:lstStyle>
          <a:p>
            <a:pPr>
              <a:defRPr/>
            </a:pPr>
            <a:endParaRPr lang="en-US"/>
          </a:p>
        </p:txBody>
      </p:sp>
      <p:sp>
        <p:nvSpPr>
          <p:cNvPr id="7" name="Slide Number Placeholder 5"/>
          <p:cNvSpPr>
            <a:spLocks noGrp="1"/>
          </p:cNvSpPr>
          <p:nvPr>
            <p:ph type="sldNum" sz="quarter" idx="12"/>
          </p:nvPr>
        </p:nvSpPr>
        <p:spPr/>
        <p:txBody>
          <a:bodyPr/>
          <a:lstStyle>
            <a:lvl1pPr>
              <a:defRPr/>
            </a:lvl1pPr>
          </a:lstStyle>
          <a:p>
            <a:pPr>
              <a:defRPr/>
            </a:pPr>
            <a:fld id="{6EB8938E-5B8C-4914-8FD9-24E2CF5F8EA3}" type="slidenum">
              <a:rPr lang="en-US"/>
              <a:pPr>
                <a:defRPr/>
              </a:pPr>
              <a:t>‹#›</a:t>
            </a:fld>
            <a:endParaRPr lang="en-US"/>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rtlCol="0">
            <a:normAutofit/>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smtClean="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3"/>
          <p:cNvSpPr>
            <a:spLocks noGrp="1"/>
          </p:cNvSpPr>
          <p:nvPr>
            <p:ph type="dt" sz="half" idx="10"/>
          </p:nvPr>
        </p:nvSpPr>
        <p:spPr/>
        <p:txBody>
          <a:bodyPr/>
          <a:lstStyle>
            <a:lvl1pPr>
              <a:defRPr/>
            </a:lvl1pPr>
          </a:lstStyle>
          <a:p>
            <a:pPr>
              <a:defRPr/>
            </a:pPr>
            <a:endParaRPr lang="en-US"/>
          </a:p>
        </p:txBody>
      </p:sp>
      <p:sp>
        <p:nvSpPr>
          <p:cNvPr id="6" name="Footer Placeholder 4"/>
          <p:cNvSpPr>
            <a:spLocks noGrp="1"/>
          </p:cNvSpPr>
          <p:nvPr>
            <p:ph type="ftr" sz="quarter" idx="11"/>
          </p:nvPr>
        </p:nvSpPr>
        <p:spPr/>
        <p:txBody>
          <a:bodyPr/>
          <a:lstStyle>
            <a:lvl1pPr>
              <a:defRPr/>
            </a:lvl1pPr>
          </a:lstStyle>
          <a:p>
            <a:pPr>
              <a:defRPr/>
            </a:pPr>
            <a:endParaRPr lang="en-US"/>
          </a:p>
        </p:txBody>
      </p:sp>
      <p:sp>
        <p:nvSpPr>
          <p:cNvPr id="7" name="Slide Number Placeholder 5"/>
          <p:cNvSpPr>
            <a:spLocks noGrp="1"/>
          </p:cNvSpPr>
          <p:nvPr>
            <p:ph type="sldNum" sz="quarter" idx="12"/>
          </p:nvPr>
        </p:nvSpPr>
        <p:spPr/>
        <p:txBody>
          <a:bodyPr/>
          <a:lstStyle>
            <a:lvl1pPr>
              <a:defRPr/>
            </a:lvl1pPr>
          </a:lstStyle>
          <a:p>
            <a:pPr>
              <a:defRPr/>
            </a:pPr>
            <a:fld id="{21F52225-C5D9-47FE-815E-BBA38623087C}" type="slidenum">
              <a:rPr lang="en-US"/>
              <a:pPr>
                <a:defRPr/>
              </a:pPr>
              <a:t>‹#›</a:t>
            </a:fld>
            <a:endParaRPr lang="en-US"/>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lvl1pPr>
              <a:defRPr/>
            </a:lvl1pPr>
          </a:lstStyle>
          <a:p>
            <a:pPr>
              <a:defRPr/>
            </a:pPr>
            <a:endParaRPr lang="en-US"/>
          </a:p>
        </p:txBody>
      </p:sp>
      <p:sp>
        <p:nvSpPr>
          <p:cNvPr id="5" name="Footer Placeholder 4"/>
          <p:cNvSpPr>
            <a:spLocks noGrp="1"/>
          </p:cNvSpPr>
          <p:nvPr>
            <p:ph type="ftr" sz="quarter" idx="11"/>
          </p:nvPr>
        </p:nvSpPr>
        <p:spPr/>
        <p:txBody>
          <a:bodyPr/>
          <a:lstStyle>
            <a:lvl1pPr>
              <a:defRPr/>
            </a:lvl1pPr>
          </a:lstStyle>
          <a:p>
            <a:pPr>
              <a:defRPr/>
            </a:pPr>
            <a:endParaRPr lang="en-US"/>
          </a:p>
        </p:txBody>
      </p:sp>
      <p:sp>
        <p:nvSpPr>
          <p:cNvPr id="6" name="Slide Number Placeholder 5"/>
          <p:cNvSpPr>
            <a:spLocks noGrp="1"/>
          </p:cNvSpPr>
          <p:nvPr>
            <p:ph type="sldNum" sz="quarter" idx="12"/>
          </p:nvPr>
        </p:nvSpPr>
        <p:spPr/>
        <p:txBody>
          <a:bodyPr/>
          <a:lstStyle>
            <a:lvl1pPr>
              <a:defRPr/>
            </a:lvl1pPr>
          </a:lstStyle>
          <a:p>
            <a:pPr>
              <a:defRPr/>
            </a:pPr>
            <a:fld id="{001A0F6A-CEED-4A60-B448-12FC9D379633}" type="slidenum">
              <a:rPr lang="en-US"/>
              <a:pPr>
                <a:defRPr/>
              </a:pPr>
              <a:t>‹#›</a:t>
            </a:fld>
            <a:endParaRPr lang="en-US"/>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lvl1pPr>
              <a:defRPr/>
            </a:lvl1pPr>
          </a:lstStyle>
          <a:p>
            <a:pPr>
              <a:defRPr/>
            </a:pPr>
            <a:endParaRPr lang="en-US"/>
          </a:p>
        </p:txBody>
      </p:sp>
      <p:sp>
        <p:nvSpPr>
          <p:cNvPr id="5" name="Footer Placeholder 4"/>
          <p:cNvSpPr>
            <a:spLocks noGrp="1"/>
          </p:cNvSpPr>
          <p:nvPr>
            <p:ph type="ftr" sz="quarter" idx="11"/>
          </p:nvPr>
        </p:nvSpPr>
        <p:spPr/>
        <p:txBody>
          <a:bodyPr/>
          <a:lstStyle>
            <a:lvl1pPr>
              <a:defRPr/>
            </a:lvl1pPr>
          </a:lstStyle>
          <a:p>
            <a:pPr>
              <a:defRPr/>
            </a:pPr>
            <a:endParaRPr lang="en-US"/>
          </a:p>
        </p:txBody>
      </p:sp>
      <p:sp>
        <p:nvSpPr>
          <p:cNvPr id="6" name="Slide Number Placeholder 5"/>
          <p:cNvSpPr>
            <a:spLocks noGrp="1"/>
          </p:cNvSpPr>
          <p:nvPr>
            <p:ph type="sldNum" sz="quarter" idx="12"/>
          </p:nvPr>
        </p:nvSpPr>
        <p:spPr/>
        <p:txBody>
          <a:bodyPr/>
          <a:lstStyle>
            <a:lvl1pPr>
              <a:defRPr/>
            </a:lvl1pPr>
          </a:lstStyle>
          <a:p>
            <a:pPr>
              <a:defRPr/>
            </a:pPr>
            <a:fld id="{35ED366F-DCA5-4286-8038-24A416C06F10}" type="slidenum">
              <a:rPr lang="en-US"/>
              <a:pPr>
                <a:defRPr/>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0.xml"/><Relationship Id="rId3" Type="http://schemas.openxmlformats.org/officeDocument/2006/relationships/slideLayout" Target="../slideLayouts/slideLayout15.xml"/><Relationship Id="rId7" Type="http://schemas.openxmlformats.org/officeDocument/2006/relationships/slideLayout" Target="../slideLayouts/slideLayout19.xml"/><Relationship Id="rId12" Type="http://schemas.openxmlformats.org/officeDocument/2006/relationships/theme" Target="../theme/theme2.xml"/><Relationship Id="rId2" Type="http://schemas.openxmlformats.org/officeDocument/2006/relationships/slideLayout" Target="../slideLayouts/slideLayout14.xml"/><Relationship Id="rId1" Type="http://schemas.openxmlformats.org/officeDocument/2006/relationships/slideLayout" Target="../slideLayouts/slideLayout13.xml"/><Relationship Id="rId6" Type="http://schemas.openxmlformats.org/officeDocument/2006/relationships/slideLayout" Target="../slideLayouts/slideLayout18.xml"/><Relationship Id="rId11" Type="http://schemas.openxmlformats.org/officeDocument/2006/relationships/slideLayout" Target="../slideLayouts/slideLayout23.xml"/><Relationship Id="rId5" Type="http://schemas.openxmlformats.org/officeDocument/2006/relationships/slideLayout" Target="../slideLayouts/slideLayout17.xml"/><Relationship Id="rId10" Type="http://schemas.openxmlformats.org/officeDocument/2006/relationships/slideLayout" Target="../slideLayouts/slideLayout22.xml"/><Relationship Id="rId4" Type="http://schemas.openxmlformats.org/officeDocument/2006/relationships/slideLayout" Target="../slideLayouts/slideLayout16.xml"/><Relationship Id="rId9" Type="http://schemas.openxmlformats.org/officeDocument/2006/relationships/slideLayout" Target="../slideLayouts/slideLayout21.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1027" name="Rectangle 2"/>
          <p:cNvSpPr>
            <a:spLocks noGrp="1" noChangeArrowheads="1"/>
          </p:cNvSpPr>
          <p:nvPr>
            <p:ph type="title"/>
          </p:nvPr>
        </p:nvSpPr>
        <p:spPr bwMode="auto">
          <a:xfrm>
            <a:off x="655638" y="457200"/>
            <a:ext cx="8145462" cy="83820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vert="horz" wrap="square" lIns="82124" tIns="41061" rIns="82124" bIns="41061" numCol="1" anchor="b" anchorCtr="0" compatLnSpc="1">
            <a:prstTxWarp prst="textNoShape">
              <a:avLst/>
            </a:prstTxWarp>
          </a:bodyPr>
          <a:lstStyle/>
          <a:p>
            <a:pPr lvl="0"/>
            <a:r>
              <a:rPr lang="en-US" altLang="zh-TW" smtClean="0"/>
              <a:t>Click to edit Master title style</a:t>
            </a:r>
          </a:p>
        </p:txBody>
      </p:sp>
      <p:sp>
        <p:nvSpPr>
          <p:cNvPr id="47" name="Rectangle 278"/>
          <p:cNvSpPr>
            <a:spLocks noChangeArrowheads="1"/>
          </p:cNvSpPr>
          <p:nvPr/>
        </p:nvSpPr>
        <p:spPr bwMode="auto">
          <a:xfrm>
            <a:off x="1150938" y="6670675"/>
            <a:ext cx="2038350" cy="190500"/>
          </a:xfrm>
          <a:prstGeom prst="rect">
            <a:avLst/>
          </a:prstGeom>
          <a:noFill/>
          <a:ln w="9525">
            <a:noFill/>
            <a:miter lim="800000"/>
            <a:headEnd/>
            <a:tailEnd/>
          </a:ln>
          <a:effectLst/>
        </p:spPr>
        <p:txBody>
          <a:bodyPr wrap="none" lIns="82124" tIns="41061" rIns="82124" bIns="41061" anchor="b" anchorCtr="1">
            <a:spAutoFit/>
          </a:bodyPr>
          <a:lstStyle>
            <a:lvl1pPr defTabSz="814388" eaLnBrk="0" hangingPunct="0">
              <a:defRPr sz="2400">
                <a:solidFill>
                  <a:schemeClr val="tx1"/>
                </a:solidFill>
                <a:latin typeface="Arial" panose="020B0604020202020204" pitchFamily="34" charset="0"/>
                <a:ea typeface="ＭＳ Ｐゴシック" panose="020B0600070205080204" pitchFamily="34" charset="-128"/>
              </a:defRPr>
            </a:lvl1pPr>
            <a:lvl2pPr marL="37931725" indent="-37474525" defTabSz="814388" eaLnBrk="0" hangingPunct="0">
              <a:defRPr sz="2400">
                <a:solidFill>
                  <a:schemeClr val="tx1"/>
                </a:solidFill>
                <a:latin typeface="Arial" panose="020B0604020202020204" pitchFamily="34" charset="0"/>
                <a:ea typeface="ＭＳ Ｐゴシック" panose="020B0600070205080204" pitchFamily="34" charset="-128"/>
              </a:defRPr>
            </a:lvl2pPr>
            <a:lvl3pPr eaLnBrk="0" hangingPunct="0">
              <a:defRPr sz="2400">
                <a:solidFill>
                  <a:schemeClr val="tx1"/>
                </a:solidFill>
                <a:latin typeface="Arial" panose="020B0604020202020204" pitchFamily="34" charset="0"/>
                <a:ea typeface="ＭＳ Ｐゴシック" panose="020B0600070205080204" pitchFamily="34" charset="-128"/>
              </a:defRPr>
            </a:lvl3pPr>
            <a:lvl4pPr eaLnBrk="0" hangingPunct="0">
              <a:defRPr sz="2400">
                <a:solidFill>
                  <a:schemeClr val="tx1"/>
                </a:solidFill>
                <a:latin typeface="Arial" panose="020B0604020202020204" pitchFamily="34" charset="0"/>
                <a:ea typeface="ＭＳ Ｐゴシック" panose="020B0600070205080204" pitchFamily="34" charset="-128"/>
              </a:defRPr>
            </a:lvl4pPr>
            <a:lvl5pPr eaLnBrk="0" hangingPunct="0">
              <a:defRPr sz="2400">
                <a:solidFill>
                  <a:schemeClr val="tx1"/>
                </a:solidFill>
                <a:latin typeface="Arial" panose="020B0604020202020204" pitchFamily="34" charset="0"/>
                <a:ea typeface="ＭＳ Ｐゴシック" panose="020B0600070205080204" pitchFamily="34" charset="-128"/>
              </a:defRPr>
            </a:lvl5pPr>
            <a:lvl6pPr marL="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9144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1371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18288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r>
              <a:rPr lang="en-US" altLang="zh-TW" sz="700">
                <a:solidFill>
                  <a:srgbClr val="D3D3D3"/>
                </a:solidFill>
              </a:rPr>
              <a:t>© 2010 Cisco Systems, Inc. All rights reserved.</a:t>
            </a:r>
          </a:p>
        </p:txBody>
      </p:sp>
      <p:sp>
        <p:nvSpPr>
          <p:cNvPr id="50" name="Rectangle 281"/>
          <p:cNvSpPr>
            <a:spLocks noChangeArrowheads="1"/>
          </p:cNvSpPr>
          <p:nvPr/>
        </p:nvSpPr>
        <p:spPr bwMode="auto">
          <a:xfrm>
            <a:off x="8596313" y="6626225"/>
            <a:ext cx="320675" cy="234950"/>
          </a:xfrm>
          <a:prstGeom prst="rect">
            <a:avLst/>
          </a:prstGeom>
          <a:noFill/>
          <a:ln w="9525">
            <a:noFill/>
            <a:miter lim="800000"/>
            <a:headEnd/>
            <a:tailEnd/>
          </a:ln>
          <a:effectLst/>
        </p:spPr>
        <p:txBody>
          <a:bodyPr wrap="none" lIns="82124" tIns="41061" rIns="82124" bIns="41061" anchor="b">
            <a:spAutoFit/>
          </a:bodyPr>
          <a:lstStyle>
            <a:lvl1pPr defTabSz="814388" eaLnBrk="0" hangingPunct="0">
              <a:defRPr sz="2400">
                <a:solidFill>
                  <a:schemeClr val="tx1"/>
                </a:solidFill>
                <a:latin typeface="Arial" panose="020B0604020202020204" pitchFamily="34" charset="0"/>
                <a:ea typeface="ＭＳ Ｐゴシック" panose="020B0600070205080204" pitchFamily="34" charset="-128"/>
              </a:defRPr>
            </a:lvl1pPr>
            <a:lvl2pPr marL="37931725" indent="-37474525" defTabSz="814388" eaLnBrk="0" hangingPunct="0">
              <a:defRPr sz="2400">
                <a:solidFill>
                  <a:schemeClr val="tx1"/>
                </a:solidFill>
                <a:latin typeface="Arial" panose="020B0604020202020204" pitchFamily="34" charset="0"/>
                <a:ea typeface="ＭＳ Ｐゴシック" panose="020B0600070205080204" pitchFamily="34" charset="-128"/>
              </a:defRPr>
            </a:lvl2pPr>
            <a:lvl3pPr eaLnBrk="0" hangingPunct="0">
              <a:defRPr sz="2400">
                <a:solidFill>
                  <a:schemeClr val="tx1"/>
                </a:solidFill>
                <a:latin typeface="Arial" panose="020B0604020202020204" pitchFamily="34" charset="0"/>
                <a:ea typeface="ＭＳ Ｐゴシック" panose="020B0600070205080204" pitchFamily="34" charset="-128"/>
              </a:defRPr>
            </a:lvl3pPr>
            <a:lvl4pPr eaLnBrk="0" hangingPunct="0">
              <a:defRPr sz="2400">
                <a:solidFill>
                  <a:schemeClr val="tx1"/>
                </a:solidFill>
                <a:latin typeface="Arial" panose="020B0604020202020204" pitchFamily="34" charset="0"/>
                <a:ea typeface="ＭＳ Ｐゴシック" panose="020B0600070205080204" pitchFamily="34" charset="-128"/>
              </a:defRPr>
            </a:lvl4pPr>
            <a:lvl5pPr eaLnBrk="0" hangingPunct="0">
              <a:defRPr sz="2400">
                <a:solidFill>
                  <a:schemeClr val="tx1"/>
                </a:solidFill>
                <a:latin typeface="Arial" panose="020B0604020202020204" pitchFamily="34" charset="0"/>
                <a:ea typeface="ＭＳ Ｐゴシック" panose="020B0600070205080204" pitchFamily="34" charset="-128"/>
              </a:defRPr>
            </a:lvl5pPr>
            <a:lvl6pPr marL="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9144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1371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18288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algn="r"/>
            <a:fld id="{E5D13562-9C3C-4585-9996-C89F329EED76}" type="slidenum">
              <a:rPr lang="en-US" altLang="zh-TW" sz="1000">
                <a:solidFill>
                  <a:srgbClr val="D3D3D3"/>
                </a:solidFill>
              </a:rPr>
              <a:pPr algn="r"/>
              <a:t>‹#›</a:t>
            </a:fld>
            <a:endParaRPr lang="en-US" altLang="zh-TW" sz="1000">
              <a:solidFill>
                <a:srgbClr val="D3D3D3"/>
              </a:solidFill>
            </a:endParaRPr>
          </a:p>
        </p:txBody>
      </p:sp>
      <p:sp>
        <p:nvSpPr>
          <p:cNvPr id="1030" name="Rectangle 19"/>
          <p:cNvSpPr>
            <a:spLocks noGrp="1" noChangeArrowheads="1"/>
          </p:cNvSpPr>
          <p:nvPr>
            <p:ph type="body" idx="1"/>
          </p:nvPr>
        </p:nvSpPr>
        <p:spPr bwMode="auto">
          <a:xfrm>
            <a:off x="655638" y="1600200"/>
            <a:ext cx="8031162" cy="4525963"/>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vert="horz" wrap="square" lIns="82296" tIns="36576" rIns="82296" bIns="36576" numCol="1" anchor="t" anchorCtr="0" compatLnSpc="1">
            <a:prstTxWarp prst="textNoShape">
              <a:avLst/>
            </a:prstTxWarp>
          </a:bodyPr>
          <a:lstStyle/>
          <a:p>
            <a:pPr lvl="0"/>
            <a:r>
              <a:rPr lang="en-US" altLang="zh-TW" smtClean="0"/>
              <a:t>Click to edit Master text styles</a:t>
            </a:r>
          </a:p>
          <a:p>
            <a:pPr lvl="1"/>
            <a:r>
              <a:rPr lang="en-US" altLang="zh-TW" smtClean="0"/>
              <a:t>second level</a:t>
            </a:r>
          </a:p>
          <a:p>
            <a:pPr lvl="2"/>
            <a:r>
              <a:rPr lang="en-US" altLang="zh-TW" smtClean="0"/>
              <a:t>third level</a:t>
            </a:r>
          </a:p>
          <a:p>
            <a:pPr lvl="3"/>
            <a:r>
              <a:rPr lang="en-US" altLang="zh-TW" smtClean="0"/>
              <a:t>fourth level</a:t>
            </a:r>
          </a:p>
        </p:txBody>
      </p:sp>
      <p:sp>
        <p:nvSpPr>
          <p:cNvPr id="83988" name="Rectangle 20"/>
          <p:cNvSpPr>
            <a:spLocks noChangeArrowheads="1"/>
          </p:cNvSpPr>
          <p:nvPr userDrawn="1"/>
        </p:nvSpPr>
        <p:spPr bwMode="auto">
          <a:xfrm>
            <a:off x="0" y="0"/>
            <a:ext cx="9144000" cy="177800"/>
          </a:xfrm>
          <a:prstGeom prst="rect">
            <a:avLst/>
          </a:prstGeom>
          <a:solidFill>
            <a:srgbClr val="787762"/>
          </a:solidFill>
          <a:ln w="9525">
            <a:noFill/>
            <a:miter lim="800000"/>
            <a:headEnd/>
            <a:tailEnd/>
          </a:ln>
          <a:effectLst/>
        </p:spPr>
        <p:txBody>
          <a:bodyPr wrap="none" lIns="73025" tIns="36512" rIns="73025" bIns="36512" anchor="ctr"/>
          <a:lstStyle/>
          <a:p>
            <a:pPr>
              <a:defRPr/>
            </a:pPr>
            <a:endParaRPr lang="en-US">
              <a:latin typeface="Arial" charset="0"/>
              <a:ea typeface="ＭＳ Ｐゴシック" charset="-128"/>
            </a:endParaRPr>
          </a:p>
        </p:txBody>
      </p:sp>
    </p:spTree>
  </p:cSld>
  <p:clrMap bg1="lt1" tx1="dk1" bg2="lt2" tx2="dk2" accent1="accent1" accent2="accent2" accent3="accent3" accent4="accent4" accent5="accent5" accent6="accent6" hlink="hlink" folHlink="folHlink"/>
  <p:sldLayoutIdLst>
    <p:sldLayoutId id="2147483920" r:id="rId1"/>
    <p:sldLayoutId id="2147483909" r:id="rId2"/>
    <p:sldLayoutId id="2147483910" r:id="rId3"/>
    <p:sldLayoutId id="2147483911" r:id="rId4"/>
    <p:sldLayoutId id="2147483912" r:id="rId5"/>
    <p:sldLayoutId id="2147483913" r:id="rId6"/>
    <p:sldLayoutId id="2147483914" r:id="rId7"/>
    <p:sldLayoutId id="2147483915" r:id="rId8"/>
    <p:sldLayoutId id="2147483916" r:id="rId9"/>
    <p:sldLayoutId id="2147483917" r:id="rId10"/>
    <p:sldLayoutId id="2147483918" r:id="rId11"/>
    <p:sldLayoutId id="2147483919" r:id="rId12"/>
  </p:sldLayoutIdLst>
  <p:transition>
    <p:wipe dir="r"/>
  </p:transition>
  <p:timing>
    <p:tnLst>
      <p:par>
        <p:cTn id="1" dur="indefinite" restart="never" nodeType="tmRoot"/>
      </p:par>
    </p:tnLst>
  </p:timing>
  <p:txStyles>
    <p:titleStyle>
      <a:lvl1pPr algn="l" defTabSz="814388" rtl="0" eaLnBrk="0" fontAlgn="base" hangingPunct="0">
        <a:lnSpc>
          <a:spcPct val="90000"/>
        </a:lnSpc>
        <a:spcBef>
          <a:spcPct val="0"/>
        </a:spcBef>
        <a:spcAft>
          <a:spcPct val="0"/>
        </a:spcAft>
        <a:defRPr sz="3200" b="1">
          <a:solidFill>
            <a:srgbClr val="787762"/>
          </a:solidFill>
          <a:latin typeface="+mj-lt"/>
          <a:ea typeface="+mj-ea"/>
          <a:cs typeface="+mj-cs"/>
        </a:defRPr>
      </a:lvl1pPr>
      <a:lvl2pPr algn="l" defTabSz="814388" rtl="0" eaLnBrk="0" fontAlgn="base" hangingPunct="0">
        <a:lnSpc>
          <a:spcPct val="90000"/>
        </a:lnSpc>
        <a:spcBef>
          <a:spcPct val="0"/>
        </a:spcBef>
        <a:spcAft>
          <a:spcPct val="0"/>
        </a:spcAft>
        <a:defRPr sz="3200" b="1">
          <a:solidFill>
            <a:srgbClr val="787762"/>
          </a:solidFill>
          <a:latin typeface="Arial" pitchFamily="100" charset="0"/>
          <a:ea typeface="ＭＳ Ｐゴシック" pitchFamily="100" charset="-128"/>
          <a:cs typeface="ＭＳ Ｐゴシック" pitchFamily="100" charset="-128"/>
        </a:defRPr>
      </a:lvl2pPr>
      <a:lvl3pPr algn="l" defTabSz="814388" rtl="0" eaLnBrk="0" fontAlgn="base" hangingPunct="0">
        <a:lnSpc>
          <a:spcPct val="90000"/>
        </a:lnSpc>
        <a:spcBef>
          <a:spcPct val="0"/>
        </a:spcBef>
        <a:spcAft>
          <a:spcPct val="0"/>
        </a:spcAft>
        <a:defRPr sz="3200" b="1">
          <a:solidFill>
            <a:srgbClr val="787762"/>
          </a:solidFill>
          <a:latin typeface="Arial" pitchFamily="100" charset="0"/>
          <a:ea typeface="ＭＳ Ｐゴシック" pitchFamily="100" charset="-128"/>
          <a:cs typeface="ＭＳ Ｐゴシック" pitchFamily="100" charset="-128"/>
        </a:defRPr>
      </a:lvl3pPr>
      <a:lvl4pPr algn="l" defTabSz="814388" rtl="0" eaLnBrk="0" fontAlgn="base" hangingPunct="0">
        <a:lnSpc>
          <a:spcPct val="90000"/>
        </a:lnSpc>
        <a:spcBef>
          <a:spcPct val="0"/>
        </a:spcBef>
        <a:spcAft>
          <a:spcPct val="0"/>
        </a:spcAft>
        <a:defRPr sz="3200" b="1">
          <a:solidFill>
            <a:srgbClr val="787762"/>
          </a:solidFill>
          <a:latin typeface="Arial" pitchFamily="100" charset="0"/>
          <a:ea typeface="ＭＳ Ｐゴシック" pitchFamily="100" charset="-128"/>
          <a:cs typeface="ＭＳ Ｐゴシック" pitchFamily="100" charset="-128"/>
        </a:defRPr>
      </a:lvl4pPr>
      <a:lvl5pPr algn="l" defTabSz="814388" rtl="0" eaLnBrk="0" fontAlgn="base" hangingPunct="0">
        <a:lnSpc>
          <a:spcPct val="90000"/>
        </a:lnSpc>
        <a:spcBef>
          <a:spcPct val="0"/>
        </a:spcBef>
        <a:spcAft>
          <a:spcPct val="0"/>
        </a:spcAft>
        <a:defRPr sz="3200" b="1">
          <a:solidFill>
            <a:srgbClr val="787762"/>
          </a:solidFill>
          <a:latin typeface="Arial" pitchFamily="100" charset="0"/>
          <a:ea typeface="ＭＳ Ｐゴシック" pitchFamily="100" charset="-128"/>
          <a:cs typeface="ＭＳ Ｐゴシック" pitchFamily="100" charset="-128"/>
        </a:defRPr>
      </a:lvl5pPr>
      <a:lvl6pPr marL="457200" algn="l" defTabSz="814388" rtl="0" eaLnBrk="0" fontAlgn="base" hangingPunct="0">
        <a:lnSpc>
          <a:spcPct val="90000"/>
        </a:lnSpc>
        <a:spcBef>
          <a:spcPct val="0"/>
        </a:spcBef>
        <a:spcAft>
          <a:spcPct val="0"/>
        </a:spcAft>
        <a:defRPr sz="3200" b="1">
          <a:solidFill>
            <a:srgbClr val="787762"/>
          </a:solidFill>
          <a:latin typeface="Arial" pitchFamily="100" charset="0"/>
          <a:ea typeface="ＭＳ Ｐゴシック" pitchFamily="100" charset="-128"/>
          <a:cs typeface="ＭＳ Ｐゴシック" pitchFamily="100" charset="-128"/>
        </a:defRPr>
      </a:lvl6pPr>
      <a:lvl7pPr marL="914400" algn="l" defTabSz="814388" rtl="0" eaLnBrk="0" fontAlgn="base" hangingPunct="0">
        <a:lnSpc>
          <a:spcPct val="90000"/>
        </a:lnSpc>
        <a:spcBef>
          <a:spcPct val="0"/>
        </a:spcBef>
        <a:spcAft>
          <a:spcPct val="0"/>
        </a:spcAft>
        <a:defRPr sz="3200" b="1">
          <a:solidFill>
            <a:srgbClr val="787762"/>
          </a:solidFill>
          <a:latin typeface="Arial" pitchFamily="100" charset="0"/>
          <a:ea typeface="ＭＳ Ｐゴシック" pitchFamily="100" charset="-128"/>
          <a:cs typeface="ＭＳ Ｐゴシック" pitchFamily="100" charset="-128"/>
        </a:defRPr>
      </a:lvl7pPr>
      <a:lvl8pPr marL="1371600" algn="l" defTabSz="814388" rtl="0" eaLnBrk="0" fontAlgn="base" hangingPunct="0">
        <a:lnSpc>
          <a:spcPct val="90000"/>
        </a:lnSpc>
        <a:spcBef>
          <a:spcPct val="0"/>
        </a:spcBef>
        <a:spcAft>
          <a:spcPct val="0"/>
        </a:spcAft>
        <a:defRPr sz="3200" b="1">
          <a:solidFill>
            <a:srgbClr val="787762"/>
          </a:solidFill>
          <a:latin typeface="Arial" pitchFamily="100" charset="0"/>
          <a:ea typeface="ＭＳ Ｐゴシック" pitchFamily="100" charset="-128"/>
          <a:cs typeface="ＭＳ Ｐゴシック" pitchFamily="100" charset="-128"/>
        </a:defRPr>
      </a:lvl8pPr>
      <a:lvl9pPr marL="1828800" algn="l" defTabSz="814388" rtl="0" eaLnBrk="0" fontAlgn="base" hangingPunct="0">
        <a:lnSpc>
          <a:spcPct val="90000"/>
        </a:lnSpc>
        <a:spcBef>
          <a:spcPct val="0"/>
        </a:spcBef>
        <a:spcAft>
          <a:spcPct val="0"/>
        </a:spcAft>
        <a:defRPr sz="3200" b="1">
          <a:solidFill>
            <a:srgbClr val="787762"/>
          </a:solidFill>
          <a:latin typeface="Arial" pitchFamily="100" charset="0"/>
          <a:ea typeface="ＭＳ Ｐゴシック" pitchFamily="100" charset="-128"/>
          <a:cs typeface="ＭＳ Ｐゴシック" pitchFamily="100" charset="-128"/>
        </a:defRPr>
      </a:lvl9pPr>
    </p:titleStyle>
    <p:bodyStyle>
      <a:lvl1pPr marL="228600" indent="-228600" algn="l" rtl="0" eaLnBrk="0" fontAlgn="base" hangingPunct="0">
        <a:lnSpc>
          <a:spcPct val="90000"/>
        </a:lnSpc>
        <a:spcBef>
          <a:spcPct val="50000"/>
        </a:spcBef>
        <a:spcAft>
          <a:spcPct val="0"/>
        </a:spcAft>
        <a:buClr>
          <a:schemeClr val="accent1"/>
        </a:buClr>
        <a:buFont typeface="Wingdings" panose="05000000000000000000" pitchFamily="2" charset="2"/>
        <a:buChar char="§"/>
        <a:defRPr sz="2400">
          <a:solidFill>
            <a:schemeClr val="tx1"/>
          </a:solidFill>
          <a:latin typeface="+mn-lt"/>
          <a:ea typeface="+mn-ea"/>
          <a:cs typeface="+mn-cs"/>
        </a:defRPr>
      </a:lvl1pPr>
      <a:lvl2pPr marL="457200" algn="l" rtl="0" eaLnBrk="0" fontAlgn="base" hangingPunct="0">
        <a:lnSpc>
          <a:spcPct val="90000"/>
        </a:lnSpc>
        <a:spcBef>
          <a:spcPct val="50000"/>
        </a:spcBef>
        <a:spcAft>
          <a:spcPct val="0"/>
        </a:spcAft>
        <a:buChar char="–"/>
        <a:defRPr sz="2000">
          <a:solidFill>
            <a:schemeClr val="tx1"/>
          </a:solidFill>
          <a:latin typeface="+mn-lt"/>
          <a:ea typeface="+mn-ea"/>
        </a:defRPr>
      </a:lvl2pPr>
      <a:lvl3pPr marL="685800" indent="228600" algn="l" rtl="0" eaLnBrk="0" fontAlgn="base" hangingPunct="0">
        <a:lnSpc>
          <a:spcPct val="90000"/>
        </a:lnSpc>
        <a:spcBef>
          <a:spcPct val="50000"/>
        </a:spcBef>
        <a:spcAft>
          <a:spcPct val="0"/>
        </a:spcAft>
        <a:buChar char="•"/>
        <a:defRPr sz="2000">
          <a:solidFill>
            <a:schemeClr val="tx1"/>
          </a:solidFill>
          <a:latin typeface="+mn-lt"/>
          <a:ea typeface="+mn-ea"/>
        </a:defRPr>
      </a:lvl3pPr>
      <a:lvl4pPr marL="914400" indent="457200" algn="l" rtl="0" eaLnBrk="0" fontAlgn="base" hangingPunct="0">
        <a:lnSpc>
          <a:spcPct val="90000"/>
        </a:lnSpc>
        <a:spcBef>
          <a:spcPct val="50000"/>
        </a:spcBef>
        <a:spcAft>
          <a:spcPct val="0"/>
        </a:spcAft>
        <a:buChar char="–"/>
        <a:defRPr sz="2000">
          <a:solidFill>
            <a:schemeClr val="tx1"/>
          </a:solidFill>
          <a:latin typeface="+mn-lt"/>
          <a:ea typeface="+mn-ea"/>
        </a:defRPr>
      </a:lvl4pPr>
      <a:lvl5pPr marL="1143000" indent="685800" algn="l" rtl="0" eaLnBrk="0" fontAlgn="base" hangingPunct="0">
        <a:lnSpc>
          <a:spcPct val="95000"/>
        </a:lnSpc>
        <a:spcBef>
          <a:spcPct val="35000"/>
        </a:spcBef>
        <a:spcAft>
          <a:spcPct val="0"/>
        </a:spcAft>
        <a:buChar char="»"/>
        <a:defRPr sz="2000">
          <a:solidFill>
            <a:schemeClr val="tx1"/>
          </a:solidFill>
          <a:latin typeface="+mn-lt"/>
          <a:ea typeface="+mn-ea"/>
        </a:defRPr>
      </a:lvl5pPr>
      <a:lvl6pPr marL="1600200" algn="l" rtl="0" eaLnBrk="0" fontAlgn="base" hangingPunct="0">
        <a:lnSpc>
          <a:spcPct val="95000"/>
        </a:lnSpc>
        <a:spcBef>
          <a:spcPct val="35000"/>
        </a:spcBef>
        <a:spcAft>
          <a:spcPct val="0"/>
        </a:spcAft>
        <a:defRPr sz="2000">
          <a:solidFill>
            <a:schemeClr val="tx1"/>
          </a:solidFill>
          <a:latin typeface="+mn-lt"/>
          <a:ea typeface="+mn-ea"/>
        </a:defRPr>
      </a:lvl6pPr>
      <a:lvl7pPr marL="2057400" algn="l" rtl="0" eaLnBrk="0" fontAlgn="base" hangingPunct="0">
        <a:lnSpc>
          <a:spcPct val="95000"/>
        </a:lnSpc>
        <a:spcBef>
          <a:spcPct val="35000"/>
        </a:spcBef>
        <a:spcAft>
          <a:spcPct val="0"/>
        </a:spcAft>
        <a:defRPr sz="2000">
          <a:solidFill>
            <a:schemeClr val="tx1"/>
          </a:solidFill>
          <a:latin typeface="+mn-lt"/>
          <a:ea typeface="+mn-ea"/>
        </a:defRPr>
      </a:lvl7pPr>
      <a:lvl8pPr marL="2514600" algn="l" rtl="0" eaLnBrk="0" fontAlgn="base" hangingPunct="0">
        <a:lnSpc>
          <a:spcPct val="95000"/>
        </a:lnSpc>
        <a:spcBef>
          <a:spcPct val="35000"/>
        </a:spcBef>
        <a:spcAft>
          <a:spcPct val="0"/>
        </a:spcAft>
        <a:defRPr sz="2000">
          <a:solidFill>
            <a:schemeClr val="tx1"/>
          </a:solidFill>
          <a:latin typeface="+mn-lt"/>
          <a:ea typeface="+mn-ea"/>
        </a:defRPr>
      </a:lvl8pPr>
      <a:lvl9pPr marL="2971800" algn="l" rtl="0" eaLnBrk="0" fontAlgn="base" hangingPunct="0">
        <a:lnSpc>
          <a:spcPct val="95000"/>
        </a:lnSpc>
        <a:spcBef>
          <a:spcPct val="35000"/>
        </a:spcBef>
        <a:spcAft>
          <a:spcPct val="0"/>
        </a:spcAft>
        <a:defRPr sz="2000">
          <a:solidFill>
            <a:schemeClr val="tx1"/>
          </a:solidFill>
          <a:latin typeface="+mn-lt"/>
          <a:ea typeface="+mn-ea"/>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050" name="Title Placeholder 1"/>
          <p:cNvSpPr>
            <a:spLocks noGrp="1"/>
          </p:cNvSpPr>
          <p:nvPr>
            <p:ph type="title"/>
          </p:nvPr>
        </p:nvSpPr>
        <p:spPr bwMode="auto">
          <a:xfrm>
            <a:off x="457200" y="274638"/>
            <a:ext cx="8229600" cy="1143000"/>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p>
            <a:pPr lvl="0"/>
            <a:r>
              <a:rPr lang="en-US" smtClean="0"/>
              <a:t>Click to edit Master title style</a:t>
            </a:r>
          </a:p>
        </p:txBody>
      </p:sp>
      <p:sp>
        <p:nvSpPr>
          <p:cNvPr id="2051" name="Text Placeholder 2"/>
          <p:cNvSpPr>
            <a:spLocks noGrp="1"/>
          </p:cNvSpPr>
          <p:nvPr>
            <p:ph type="body" idx="1"/>
          </p:nvPr>
        </p:nvSpPr>
        <p:spPr bwMode="auto">
          <a:xfrm>
            <a:off x="457200" y="1600200"/>
            <a:ext cx="8229600" cy="4525963"/>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smtClean="0">
                <a:solidFill>
                  <a:schemeClr val="tx1">
                    <a:tint val="75000"/>
                  </a:schemeClr>
                </a:solidFill>
              </a:defRPr>
            </a:lvl1pPr>
          </a:lstStyle>
          <a:p>
            <a:pPr>
              <a:defRPr/>
            </a:pPr>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smtClean="0">
                <a:solidFill>
                  <a:schemeClr val="tx1">
                    <a:tint val="75000"/>
                  </a:schemeClr>
                </a:solidFill>
              </a:defRPr>
            </a:lvl1pPr>
          </a:lstStyle>
          <a:p>
            <a:pPr>
              <a:defRPr/>
            </a:pPr>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smtClean="0">
                <a:solidFill>
                  <a:schemeClr val="tx1">
                    <a:tint val="75000"/>
                  </a:schemeClr>
                </a:solidFill>
              </a:defRPr>
            </a:lvl1pPr>
          </a:lstStyle>
          <a:p>
            <a:pPr>
              <a:defRPr/>
            </a:pPr>
            <a:fld id="{B77D8ECE-D948-47C1-973B-E40C36325A73}" type="slidenum">
              <a:rPr lang="en-US"/>
              <a:pPr>
                <a:defRPr/>
              </a:pPr>
              <a:t>‹#›</a:t>
            </a:fld>
            <a:endParaRPr lang="en-US"/>
          </a:p>
        </p:txBody>
      </p:sp>
    </p:spTree>
  </p:cSld>
  <p:clrMap bg1="lt1" tx1="dk1" bg2="lt2" tx2="dk2" accent1="accent1" accent2="accent2" accent3="accent3" accent4="accent4" accent5="accent5" accent6="accent6" hlink="hlink" folHlink="folHlink"/>
  <p:sldLayoutIdLst>
    <p:sldLayoutId id="2147483922" r:id="rId1"/>
    <p:sldLayoutId id="2147483923" r:id="rId2"/>
    <p:sldLayoutId id="2147483924" r:id="rId3"/>
    <p:sldLayoutId id="2147483925" r:id="rId4"/>
    <p:sldLayoutId id="2147483926" r:id="rId5"/>
    <p:sldLayoutId id="2147483927" r:id="rId6"/>
    <p:sldLayoutId id="2147483928" r:id="rId7"/>
    <p:sldLayoutId id="2147483929" r:id="rId8"/>
    <p:sldLayoutId id="2147483930" r:id="rId9"/>
    <p:sldLayoutId id="2147483931" r:id="rId10"/>
    <p:sldLayoutId id="2147483932" r:id="rId11"/>
  </p:sldLayoutIdLst>
  <p:txStyles>
    <p:titleStyle>
      <a:lvl1pPr algn="ctr" rtl="0" fontAlgn="base">
        <a:spcBef>
          <a:spcPct val="0"/>
        </a:spcBef>
        <a:spcAft>
          <a:spcPct val="0"/>
        </a:spcAft>
        <a:defRPr sz="4400" kern="1200">
          <a:solidFill>
            <a:schemeClr val="tx1"/>
          </a:solidFill>
          <a:latin typeface="+mj-lt"/>
          <a:ea typeface="+mj-ea"/>
          <a:cs typeface="+mj-cs"/>
        </a:defRPr>
      </a:lvl1pPr>
      <a:lvl2pPr algn="ctr" rtl="0" fontAlgn="base">
        <a:spcBef>
          <a:spcPct val="0"/>
        </a:spcBef>
        <a:spcAft>
          <a:spcPct val="0"/>
        </a:spcAft>
        <a:defRPr sz="4400">
          <a:solidFill>
            <a:schemeClr val="tx1"/>
          </a:solidFill>
          <a:latin typeface="Calibri" pitchFamily="34" charset="0"/>
        </a:defRPr>
      </a:lvl2pPr>
      <a:lvl3pPr algn="ctr" rtl="0" fontAlgn="base">
        <a:spcBef>
          <a:spcPct val="0"/>
        </a:spcBef>
        <a:spcAft>
          <a:spcPct val="0"/>
        </a:spcAft>
        <a:defRPr sz="4400">
          <a:solidFill>
            <a:schemeClr val="tx1"/>
          </a:solidFill>
          <a:latin typeface="Calibri" pitchFamily="34" charset="0"/>
        </a:defRPr>
      </a:lvl3pPr>
      <a:lvl4pPr algn="ctr" rtl="0" fontAlgn="base">
        <a:spcBef>
          <a:spcPct val="0"/>
        </a:spcBef>
        <a:spcAft>
          <a:spcPct val="0"/>
        </a:spcAft>
        <a:defRPr sz="4400">
          <a:solidFill>
            <a:schemeClr val="tx1"/>
          </a:solidFill>
          <a:latin typeface="Calibri" pitchFamily="34" charset="0"/>
        </a:defRPr>
      </a:lvl4pPr>
      <a:lvl5pPr algn="ctr" rtl="0" fontAlgn="base">
        <a:spcBef>
          <a:spcPct val="0"/>
        </a:spcBef>
        <a:spcAft>
          <a:spcPct val="0"/>
        </a:spcAft>
        <a:defRPr sz="4400">
          <a:solidFill>
            <a:schemeClr val="tx1"/>
          </a:solidFill>
          <a:latin typeface="Calibri" pitchFamily="34" charset="0"/>
        </a:defRPr>
      </a:lvl5pPr>
      <a:lvl6pPr marL="457200" algn="ctr" rtl="0" fontAlgn="base">
        <a:spcBef>
          <a:spcPct val="0"/>
        </a:spcBef>
        <a:spcAft>
          <a:spcPct val="0"/>
        </a:spcAft>
        <a:defRPr sz="4400">
          <a:solidFill>
            <a:schemeClr val="tx1"/>
          </a:solidFill>
          <a:latin typeface="Calibri" pitchFamily="34" charset="0"/>
        </a:defRPr>
      </a:lvl6pPr>
      <a:lvl7pPr marL="914400" algn="ctr" rtl="0" fontAlgn="base">
        <a:spcBef>
          <a:spcPct val="0"/>
        </a:spcBef>
        <a:spcAft>
          <a:spcPct val="0"/>
        </a:spcAft>
        <a:defRPr sz="4400">
          <a:solidFill>
            <a:schemeClr val="tx1"/>
          </a:solidFill>
          <a:latin typeface="Calibri" pitchFamily="34" charset="0"/>
        </a:defRPr>
      </a:lvl7pPr>
      <a:lvl8pPr marL="1371600" algn="ctr" rtl="0" fontAlgn="base">
        <a:spcBef>
          <a:spcPct val="0"/>
        </a:spcBef>
        <a:spcAft>
          <a:spcPct val="0"/>
        </a:spcAft>
        <a:defRPr sz="4400">
          <a:solidFill>
            <a:schemeClr val="tx1"/>
          </a:solidFill>
          <a:latin typeface="Calibri" pitchFamily="34" charset="0"/>
        </a:defRPr>
      </a:lvl8pPr>
      <a:lvl9pPr marL="1828800" algn="ctr" rtl="0" fontAlgn="base">
        <a:spcBef>
          <a:spcPct val="0"/>
        </a:spcBef>
        <a:spcAft>
          <a:spcPct val="0"/>
        </a:spcAft>
        <a:defRPr sz="4400">
          <a:solidFill>
            <a:schemeClr val="tx1"/>
          </a:solidFill>
          <a:latin typeface="Calibri" pitchFamily="34" charset="0"/>
        </a:defRPr>
      </a:lvl9pPr>
    </p:titleStyle>
    <p:bodyStyle>
      <a:lvl1pPr marL="342900" indent="-342900" algn="l" rtl="0" fontAlgn="base">
        <a:spcBef>
          <a:spcPct val="20000"/>
        </a:spcBef>
        <a:spcAft>
          <a:spcPct val="0"/>
        </a:spcAft>
        <a:buFont typeface="Arial" pitchFamily="34" charset="0"/>
        <a:buChar char="•"/>
        <a:defRPr sz="3200" kern="1200">
          <a:solidFill>
            <a:schemeClr val="tx1"/>
          </a:solidFill>
          <a:latin typeface="+mn-lt"/>
          <a:ea typeface="+mn-ea"/>
          <a:cs typeface="+mn-cs"/>
        </a:defRPr>
      </a:lvl1pPr>
      <a:lvl2pPr marL="742950" indent="-285750" algn="l" rtl="0" fontAlgn="base">
        <a:spcBef>
          <a:spcPct val="20000"/>
        </a:spcBef>
        <a:spcAft>
          <a:spcPct val="0"/>
        </a:spcAft>
        <a:buFont typeface="Arial" pitchFamily="34" charset="0"/>
        <a:buChar char="–"/>
        <a:defRPr sz="2800" kern="1200">
          <a:solidFill>
            <a:schemeClr val="tx1"/>
          </a:solidFill>
          <a:latin typeface="+mn-lt"/>
          <a:ea typeface="+mn-ea"/>
          <a:cs typeface="+mn-cs"/>
        </a:defRPr>
      </a:lvl2pPr>
      <a:lvl3pPr marL="1143000" indent="-228600" algn="l" rtl="0" fontAlgn="base">
        <a:spcBef>
          <a:spcPct val="20000"/>
        </a:spcBef>
        <a:spcAft>
          <a:spcPct val="0"/>
        </a:spcAft>
        <a:buFont typeface="Arial" pitchFamily="34" charset="0"/>
        <a:buChar char="•"/>
        <a:defRPr sz="2400" kern="1200">
          <a:solidFill>
            <a:schemeClr val="tx1"/>
          </a:solidFill>
          <a:latin typeface="+mn-lt"/>
          <a:ea typeface="+mn-ea"/>
          <a:cs typeface="+mn-cs"/>
        </a:defRPr>
      </a:lvl3pPr>
      <a:lvl4pPr marL="1600200" indent="-228600" algn="l" rtl="0" fontAlgn="base">
        <a:spcBef>
          <a:spcPct val="20000"/>
        </a:spcBef>
        <a:spcAft>
          <a:spcPct val="0"/>
        </a:spcAft>
        <a:buFont typeface="Arial" pitchFamily="34" charset="0"/>
        <a:buChar char="–"/>
        <a:defRPr sz="2000" kern="1200">
          <a:solidFill>
            <a:schemeClr val="tx1"/>
          </a:solidFill>
          <a:latin typeface="+mn-lt"/>
          <a:ea typeface="+mn-ea"/>
          <a:cs typeface="+mn-cs"/>
        </a:defRPr>
      </a:lvl4pPr>
      <a:lvl5pPr marL="2057400" indent="-228600" algn="l" rtl="0" fontAlgn="base">
        <a:spcBef>
          <a:spcPct val="20000"/>
        </a:spcBef>
        <a:spcAft>
          <a:spcPct val="0"/>
        </a:spcAft>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hyperlink" Target="https://tools.ietf.org/html/rfc6120" TargetMode="External"/><Relationship Id="rId2" Type="http://schemas.openxmlformats.org/officeDocument/2006/relationships/notesSlide" Target="../notesSlides/notesSlide1.xml"/><Relationship Id="rId1" Type="http://schemas.openxmlformats.org/officeDocument/2006/relationships/slideLayout" Target="../slideLayouts/slideLayout2.xml"/><Relationship Id="rId5" Type="http://schemas.openxmlformats.org/officeDocument/2006/relationships/hyperlink" Target="https://tools.ietf.org/html/rfc6121" TargetMode="External"/><Relationship Id="rId4" Type="http://schemas.openxmlformats.org/officeDocument/2006/relationships/hyperlink" Target="https://tools.ietf.org/html/rfc7590" TargetMode="Externa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4.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4.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hyperlink" Target="http://tools.ietf.org/html/rfc4422" TargetMode="Externa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hyperlink" Target="http://www.xmpp.org/extensions/xep-0127.html" TargetMode="Externa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hyperlink" Target="http://www.xmpp.org/extensions/xep-0115.html" TargetMode="Externa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hyperlink" Target="http://www.xmpp.org/extensions/xep-0198.html" TargetMode="External"/><Relationship Id="rId2" Type="http://schemas.openxmlformats.org/officeDocument/2006/relationships/hyperlink" Target="http://www.xmpp.org/extensions/xep-0138.html" TargetMode="Externa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Rectangle 6"/>
          <p:cNvSpPr>
            <a:spLocks noGrp="1" noChangeArrowheads="1"/>
          </p:cNvSpPr>
          <p:nvPr>
            <p:ph type="title"/>
          </p:nvPr>
        </p:nvSpPr>
        <p:spPr/>
        <p:txBody>
          <a:bodyPr/>
          <a:lstStyle/>
          <a:p>
            <a:r>
              <a:rPr lang="en-US" altLang="zh-TW" smtClean="0"/>
              <a:t>What is XMPP?</a:t>
            </a:r>
          </a:p>
        </p:txBody>
      </p:sp>
      <p:sp>
        <p:nvSpPr>
          <p:cNvPr id="18435" name="Rectangle 7"/>
          <p:cNvSpPr>
            <a:spLocks noGrp="1" noChangeArrowheads="1"/>
          </p:cNvSpPr>
          <p:nvPr>
            <p:ph type="body" idx="1"/>
          </p:nvPr>
        </p:nvSpPr>
        <p:spPr/>
        <p:txBody>
          <a:bodyPr/>
          <a:lstStyle/>
          <a:p>
            <a:r>
              <a:rPr lang="en-US" altLang="zh-TW" dirty="0" err="1" smtClean="0"/>
              <a:t>eXtensible</a:t>
            </a:r>
            <a:r>
              <a:rPr lang="en-US" altLang="zh-TW" dirty="0" smtClean="0"/>
              <a:t> Messaging and Presence Protocol</a:t>
            </a:r>
          </a:p>
          <a:p>
            <a:r>
              <a:rPr lang="en-US" altLang="zh-TW" dirty="0" smtClean="0"/>
              <a:t>Bi-directional streaming XML</a:t>
            </a:r>
          </a:p>
          <a:p>
            <a:r>
              <a:rPr lang="en-US" altLang="zh-TW" dirty="0" smtClean="0"/>
              <a:t>Core: IETF RFC </a:t>
            </a:r>
            <a:r>
              <a:rPr lang="en-US" altLang="zh-TW" dirty="0" smtClean="0">
                <a:hlinkClick r:id="rId3"/>
              </a:rPr>
              <a:t>6120</a:t>
            </a:r>
            <a:r>
              <a:rPr lang="en-US" altLang="zh-TW" dirty="0" smtClean="0"/>
              <a:t>, </a:t>
            </a:r>
            <a:r>
              <a:rPr lang="en-US" altLang="zh-TW" dirty="0" smtClean="0">
                <a:hlinkClick r:id="rId4"/>
              </a:rPr>
              <a:t>7590</a:t>
            </a:r>
            <a:r>
              <a:rPr lang="en-US" altLang="zh-TW" dirty="0" smtClean="0"/>
              <a:t>, </a:t>
            </a:r>
            <a:r>
              <a:rPr lang="en-US" altLang="zh-TW" dirty="0" smtClean="0">
                <a:hlinkClick r:id="rId5"/>
              </a:rPr>
              <a:t>6121</a:t>
            </a:r>
            <a:endParaRPr lang="en-US" altLang="zh-TW" dirty="0" smtClean="0"/>
          </a:p>
          <a:p>
            <a:r>
              <a:rPr lang="en-US" altLang="zh-TW" dirty="0" smtClean="0"/>
              <a:t>Extensions: XMPP Standards Foundation (XSF)</a:t>
            </a:r>
          </a:p>
          <a:p>
            <a:pPr lvl="1"/>
            <a:r>
              <a:rPr lang="en-US" altLang="zh-TW" dirty="0" smtClean="0"/>
              <a:t>Membership-based</a:t>
            </a:r>
          </a:p>
          <a:p>
            <a:pPr lvl="1"/>
            <a:r>
              <a:rPr lang="en-US" altLang="zh-TW" dirty="0" smtClean="0"/>
              <a:t>Elected technical council</a:t>
            </a:r>
          </a:p>
          <a:p>
            <a:pPr lvl="1"/>
            <a:r>
              <a:rPr lang="en-US" altLang="zh-TW" dirty="0" smtClean="0"/>
              <a:t>Unit of work: XMPP Extension Protocol (XEP)</a:t>
            </a:r>
          </a:p>
          <a:p>
            <a:pPr lvl="1"/>
            <a:r>
              <a:rPr lang="en-US" altLang="zh-TW" dirty="0" smtClean="0"/>
              <a:t>Process: Experimental, Proposed, Draft, Final</a:t>
            </a:r>
          </a:p>
          <a:p>
            <a:r>
              <a:rPr lang="en-US" altLang="zh-TW" dirty="0" smtClean="0"/>
              <a:t>Goals:</a:t>
            </a:r>
          </a:p>
          <a:p>
            <a:pPr lvl="1"/>
            <a:r>
              <a:rPr lang="en-US" altLang="zh-TW" dirty="0" smtClean="0"/>
              <a:t>Simple clients</a:t>
            </a:r>
          </a:p>
          <a:p>
            <a:pPr lvl="1"/>
            <a:r>
              <a:rPr lang="en-US" altLang="zh-TW" dirty="0" smtClean="0"/>
              <a:t>Federate everything</a:t>
            </a:r>
          </a:p>
        </p:txBody>
      </p:sp>
    </p:spTree>
  </p:cSld>
  <p:clrMapOvr>
    <a:masterClrMapping/>
  </p:clrMapOvr>
  <p:transition>
    <p:wipe dir="r"/>
  </p:transition>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Slide Number Placeholder 3"/>
          <p:cNvSpPr>
            <a:spLocks noGrp="1"/>
          </p:cNvSpPr>
          <p:nvPr>
            <p:ph type="sldNum" sz="quarter" idx="4294967295"/>
          </p:nvPr>
        </p:nvSpPr>
        <p:spPr>
          <a:xfrm>
            <a:off x="6400800" y="6356350"/>
            <a:ext cx="2289175" cy="365125"/>
          </a:xfrm>
          <a:prstGeom prst="rect">
            <a:avLst/>
          </a:prstGeom>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eaLnBrk="0" hangingPunct="0">
              <a:defRPr sz="2200">
                <a:solidFill>
                  <a:schemeClr val="hlink"/>
                </a:solidFill>
                <a:latin typeface="Arial" panose="020B0604020202020204" pitchFamily="34" charset="0"/>
                <a:cs typeface="Arial" panose="020B0604020202020204" pitchFamily="34" charset="0"/>
              </a:defRPr>
            </a:lvl1pPr>
            <a:lvl2pPr marL="742950" indent="-285750" eaLnBrk="0" hangingPunct="0">
              <a:defRPr sz="2200">
                <a:solidFill>
                  <a:schemeClr val="hlink"/>
                </a:solidFill>
                <a:latin typeface="Arial" panose="020B0604020202020204" pitchFamily="34" charset="0"/>
                <a:cs typeface="Arial" panose="020B0604020202020204" pitchFamily="34" charset="0"/>
              </a:defRPr>
            </a:lvl2pPr>
            <a:lvl3pPr marL="1143000" indent="-228600" eaLnBrk="0" hangingPunct="0">
              <a:defRPr sz="2200">
                <a:solidFill>
                  <a:schemeClr val="hlink"/>
                </a:solidFill>
                <a:latin typeface="Arial" panose="020B0604020202020204" pitchFamily="34" charset="0"/>
                <a:cs typeface="Arial" panose="020B0604020202020204" pitchFamily="34" charset="0"/>
              </a:defRPr>
            </a:lvl3pPr>
            <a:lvl4pPr marL="1600200" indent="-228600" eaLnBrk="0" hangingPunct="0">
              <a:defRPr sz="2200">
                <a:solidFill>
                  <a:schemeClr val="hlink"/>
                </a:solidFill>
                <a:latin typeface="Arial" panose="020B0604020202020204" pitchFamily="34" charset="0"/>
                <a:cs typeface="Arial" panose="020B0604020202020204" pitchFamily="34" charset="0"/>
              </a:defRPr>
            </a:lvl4pPr>
            <a:lvl5pPr marL="2057400" indent="-228600" eaLnBrk="0" hangingPunct="0">
              <a:defRPr sz="2200">
                <a:solidFill>
                  <a:schemeClr val="hlink"/>
                </a:solidFill>
                <a:latin typeface="Arial" panose="020B0604020202020204" pitchFamily="34" charset="0"/>
                <a:cs typeface="Arial" panose="020B0604020202020204" pitchFamily="34" charset="0"/>
              </a:defRPr>
            </a:lvl5pPr>
            <a:lvl6pPr marL="2514600" indent="-228600" eaLnBrk="0" fontAlgn="base" hangingPunct="0">
              <a:lnSpc>
                <a:spcPct val="90000"/>
              </a:lnSpc>
              <a:spcBef>
                <a:spcPct val="0"/>
              </a:spcBef>
              <a:spcAft>
                <a:spcPct val="0"/>
              </a:spcAft>
              <a:defRPr sz="2200">
                <a:solidFill>
                  <a:schemeClr val="hlink"/>
                </a:solidFill>
                <a:latin typeface="Arial" panose="020B0604020202020204" pitchFamily="34" charset="0"/>
                <a:cs typeface="Arial" panose="020B0604020202020204" pitchFamily="34" charset="0"/>
              </a:defRPr>
            </a:lvl6pPr>
            <a:lvl7pPr marL="2971800" indent="-228600" eaLnBrk="0" fontAlgn="base" hangingPunct="0">
              <a:lnSpc>
                <a:spcPct val="90000"/>
              </a:lnSpc>
              <a:spcBef>
                <a:spcPct val="0"/>
              </a:spcBef>
              <a:spcAft>
                <a:spcPct val="0"/>
              </a:spcAft>
              <a:defRPr sz="2200">
                <a:solidFill>
                  <a:schemeClr val="hlink"/>
                </a:solidFill>
                <a:latin typeface="Arial" panose="020B0604020202020204" pitchFamily="34" charset="0"/>
                <a:cs typeface="Arial" panose="020B0604020202020204" pitchFamily="34" charset="0"/>
              </a:defRPr>
            </a:lvl7pPr>
            <a:lvl8pPr marL="3429000" indent="-228600" eaLnBrk="0" fontAlgn="base" hangingPunct="0">
              <a:lnSpc>
                <a:spcPct val="90000"/>
              </a:lnSpc>
              <a:spcBef>
                <a:spcPct val="0"/>
              </a:spcBef>
              <a:spcAft>
                <a:spcPct val="0"/>
              </a:spcAft>
              <a:defRPr sz="2200">
                <a:solidFill>
                  <a:schemeClr val="hlink"/>
                </a:solidFill>
                <a:latin typeface="Arial" panose="020B0604020202020204" pitchFamily="34" charset="0"/>
                <a:cs typeface="Arial" panose="020B0604020202020204" pitchFamily="34" charset="0"/>
              </a:defRPr>
            </a:lvl8pPr>
            <a:lvl9pPr marL="3886200" indent="-228600" eaLnBrk="0" fontAlgn="base" hangingPunct="0">
              <a:lnSpc>
                <a:spcPct val="90000"/>
              </a:lnSpc>
              <a:spcBef>
                <a:spcPct val="0"/>
              </a:spcBef>
              <a:spcAft>
                <a:spcPct val="0"/>
              </a:spcAft>
              <a:defRPr sz="2200">
                <a:solidFill>
                  <a:schemeClr val="hlink"/>
                </a:solidFill>
                <a:latin typeface="Arial" panose="020B0604020202020204" pitchFamily="34" charset="0"/>
                <a:cs typeface="Arial" panose="020B0604020202020204" pitchFamily="34" charset="0"/>
              </a:defRPr>
            </a:lvl9pPr>
          </a:lstStyle>
          <a:p>
            <a:pPr eaLnBrk="1" hangingPunct="1"/>
            <a:fld id="{8CA5AF9A-37F1-401A-BC27-57E1C022F8B4}" type="slidenum">
              <a:rPr lang="en-US" altLang="zh-TW" sz="800">
                <a:solidFill>
                  <a:schemeClr val="tx1"/>
                </a:solidFill>
              </a:rPr>
              <a:pPr eaLnBrk="1" hangingPunct="1"/>
              <a:t>2</a:t>
            </a:fld>
            <a:endParaRPr lang="en-US" altLang="zh-TW" sz="800" dirty="0">
              <a:solidFill>
                <a:schemeClr val="tx1"/>
              </a:solidFill>
            </a:endParaRPr>
          </a:p>
        </p:txBody>
      </p:sp>
      <p:sp>
        <p:nvSpPr>
          <p:cNvPr id="5123" name="Rectangle 2"/>
          <p:cNvSpPr>
            <a:spLocks noGrp="1" noChangeArrowheads="1"/>
          </p:cNvSpPr>
          <p:nvPr>
            <p:ph type="title"/>
          </p:nvPr>
        </p:nvSpPr>
        <p:spPr/>
        <p:txBody>
          <a:bodyPr/>
          <a:lstStyle/>
          <a:p>
            <a:pPr eaLnBrk="1" hangingPunct="1"/>
            <a:r>
              <a:rPr lang="en-US" altLang="zh-TW" dirty="0" smtClean="0">
                <a:ea typeface="新細明體" panose="02020500000000000000" pitchFamily="18" charset="-120"/>
              </a:rPr>
              <a:t>What is XMPP ?</a:t>
            </a:r>
          </a:p>
        </p:txBody>
      </p:sp>
      <p:sp>
        <p:nvSpPr>
          <p:cNvPr id="5124" name="Rectangle 3"/>
          <p:cNvSpPr>
            <a:spLocks noGrp="1" noChangeArrowheads="1"/>
          </p:cNvSpPr>
          <p:nvPr>
            <p:ph type="body" idx="1"/>
          </p:nvPr>
        </p:nvSpPr>
        <p:spPr/>
        <p:txBody>
          <a:bodyPr/>
          <a:lstStyle/>
          <a:p>
            <a:r>
              <a:rPr lang="en-US" b="1" dirty="0" smtClean="0"/>
              <a:t>X :</a:t>
            </a:r>
            <a:r>
              <a:rPr lang="en-US" dirty="0" smtClean="0"/>
              <a:t> It means </a:t>
            </a:r>
            <a:r>
              <a:rPr lang="en-US" b="1" dirty="0" err="1" smtClean="0"/>
              <a:t>eXtensible</a:t>
            </a:r>
            <a:r>
              <a:rPr lang="en-US" dirty="0" smtClean="0"/>
              <a:t>. XMPP is an open-source project which can be changed or extended according to the need.</a:t>
            </a:r>
          </a:p>
          <a:p>
            <a:r>
              <a:rPr lang="en-US" b="1" dirty="0" smtClean="0"/>
              <a:t>M :</a:t>
            </a:r>
            <a:r>
              <a:rPr lang="en-US" dirty="0" smtClean="0"/>
              <a:t> XMPP is designed for sending messages in </a:t>
            </a:r>
            <a:r>
              <a:rPr lang="en-US" b="1" dirty="0" smtClean="0"/>
              <a:t>real time</a:t>
            </a:r>
            <a:r>
              <a:rPr lang="en-US" dirty="0" smtClean="0"/>
              <a:t>. It has very </a:t>
            </a:r>
            <a:r>
              <a:rPr lang="en-US" b="1" dirty="0" smtClean="0"/>
              <a:t>efficient push mechanism</a:t>
            </a:r>
            <a:r>
              <a:rPr lang="en-US" dirty="0" smtClean="0"/>
              <a:t> compared to other protocols.</a:t>
            </a:r>
          </a:p>
          <a:p>
            <a:r>
              <a:rPr lang="en-US" b="1" dirty="0" smtClean="0"/>
              <a:t>P :</a:t>
            </a:r>
            <a:r>
              <a:rPr lang="en-US" dirty="0" smtClean="0"/>
              <a:t> It determines whether you are </a:t>
            </a:r>
            <a:r>
              <a:rPr lang="en-US" b="1" dirty="0" smtClean="0"/>
              <a:t>online/offline/busy</a:t>
            </a:r>
            <a:r>
              <a:rPr lang="en-US" dirty="0" smtClean="0"/>
              <a:t>. It </a:t>
            </a:r>
            <a:r>
              <a:rPr lang="en-US" b="1" dirty="0" smtClean="0"/>
              <a:t>indicates the state</a:t>
            </a:r>
            <a:r>
              <a:rPr lang="en-US" dirty="0" smtClean="0"/>
              <a:t>.</a:t>
            </a:r>
          </a:p>
          <a:p>
            <a:r>
              <a:rPr lang="en-US" b="1" dirty="0" smtClean="0"/>
              <a:t>P :</a:t>
            </a:r>
            <a:r>
              <a:rPr lang="en-US" dirty="0" smtClean="0"/>
              <a:t> XMPP is a </a:t>
            </a:r>
            <a:r>
              <a:rPr lang="en-US" b="1" dirty="0" smtClean="0"/>
              <a:t>protocol</a:t>
            </a:r>
            <a:r>
              <a:rPr lang="en-US" dirty="0" smtClean="0"/>
              <a:t>, that is, a set of standards that allow systems to communicate with each other.</a:t>
            </a:r>
          </a:p>
        </p:txBody>
      </p:sp>
    </p:spTree>
    <p:extLst>
      <p:ext uri="{BB962C8B-B14F-4D97-AF65-F5344CB8AC3E}">
        <p14:creationId xmlns:p14="http://schemas.microsoft.com/office/powerpoint/2010/main" xmlns="" val="1603199169"/>
      </p:ext>
    </p:extLst>
  </p:cSld>
  <p:clrMapOvr>
    <a:masterClrMapping/>
  </p:clrMapOvr>
  <p:transition>
    <p:wipe dir="r"/>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Slide Number Placeholder 3"/>
          <p:cNvSpPr>
            <a:spLocks noGrp="1"/>
          </p:cNvSpPr>
          <p:nvPr>
            <p:ph type="sldNum" sz="quarter" idx="4294967295"/>
          </p:nvPr>
        </p:nvSpPr>
        <p:spPr>
          <a:xfrm>
            <a:off x="6400800" y="6356350"/>
            <a:ext cx="2289175" cy="365125"/>
          </a:xfrm>
          <a:prstGeom prst="rect">
            <a:avLst/>
          </a:prstGeom>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eaLnBrk="0" hangingPunct="0">
              <a:defRPr sz="2200">
                <a:solidFill>
                  <a:schemeClr val="hlink"/>
                </a:solidFill>
                <a:latin typeface="Arial" panose="020B0604020202020204" pitchFamily="34" charset="0"/>
                <a:cs typeface="Arial" panose="020B0604020202020204" pitchFamily="34" charset="0"/>
              </a:defRPr>
            </a:lvl1pPr>
            <a:lvl2pPr marL="742950" indent="-285750" eaLnBrk="0" hangingPunct="0">
              <a:defRPr sz="2200">
                <a:solidFill>
                  <a:schemeClr val="hlink"/>
                </a:solidFill>
                <a:latin typeface="Arial" panose="020B0604020202020204" pitchFamily="34" charset="0"/>
                <a:cs typeface="Arial" panose="020B0604020202020204" pitchFamily="34" charset="0"/>
              </a:defRPr>
            </a:lvl2pPr>
            <a:lvl3pPr marL="1143000" indent="-228600" eaLnBrk="0" hangingPunct="0">
              <a:defRPr sz="2200">
                <a:solidFill>
                  <a:schemeClr val="hlink"/>
                </a:solidFill>
                <a:latin typeface="Arial" panose="020B0604020202020204" pitchFamily="34" charset="0"/>
                <a:cs typeface="Arial" panose="020B0604020202020204" pitchFamily="34" charset="0"/>
              </a:defRPr>
            </a:lvl3pPr>
            <a:lvl4pPr marL="1600200" indent="-228600" eaLnBrk="0" hangingPunct="0">
              <a:defRPr sz="2200">
                <a:solidFill>
                  <a:schemeClr val="hlink"/>
                </a:solidFill>
                <a:latin typeface="Arial" panose="020B0604020202020204" pitchFamily="34" charset="0"/>
                <a:cs typeface="Arial" panose="020B0604020202020204" pitchFamily="34" charset="0"/>
              </a:defRPr>
            </a:lvl4pPr>
            <a:lvl5pPr marL="2057400" indent="-228600" eaLnBrk="0" hangingPunct="0">
              <a:defRPr sz="2200">
                <a:solidFill>
                  <a:schemeClr val="hlink"/>
                </a:solidFill>
                <a:latin typeface="Arial" panose="020B0604020202020204" pitchFamily="34" charset="0"/>
                <a:cs typeface="Arial" panose="020B0604020202020204" pitchFamily="34" charset="0"/>
              </a:defRPr>
            </a:lvl5pPr>
            <a:lvl6pPr marL="2514600" indent="-228600" eaLnBrk="0" fontAlgn="base" hangingPunct="0">
              <a:lnSpc>
                <a:spcPct val="90000"/>
              </a:lnSpc>
              <a:spcBef>
                <a:spcPct val="0"/>
              </a:spcBef>
              <a:spcAft>
                <a:spcPct val="0"/>
              </a:spcAft>
              <a:defRPr sz="2200">
                <a:solidFill>
                  <a:schemeClr val="hlink"/>
                </a:solidFill>
                <a:latin typeface="Arial" panose="020B0604020202020204" pitchFamily="34" charset="0"/>
                <a:cs typeface="Arial" panose="020B0604020202020204" pitchFamily="34" charset="0"/>
              </a:defRPr>
            </a:lvl6pPr>
            <a:lvl7pPr marL="2971800" indent="-228600" eaLnBrk="0" fontAlgn="base" hangingPunct="0">
              <a:lnSpc>
                <a:spcPct val="90000"/>
              </a:lnSpc>
              <a:spcBef>
                <a:spcPct val="0"/>
              </a:spcBef>
              <a:spcAft>
                <a:spcPct val="0"/>
              </a:spcAft>
              <a:defRPr sz="2200">
                <a:solidFill>
                  <a:schemeClr val="hlink"/>
                </a:solidFill>
                <a:latin typeface="Arial" panose="020B0604020202020204" pitchFamily="34" charset="0"/>
                <a:cs typeface="Arial" panose="020B0604020202020204" pitchFamily="34" charset="0"/>
              </a:defRPr>
            </a:lvl7pPr>
            <a:lvl8pPr marL="3429000" indent="-228600" eaLnBrk="0" fontAlgn="base" hangingPunct="0">
              <a:lnSpc>
                <a:spcPct val="90000"/>
              </a:lnSpc>
              <a:spcBef>
                <a:spcPct val="0"/>
              </a:spcBef>
              <a:spcAft>
                <a:spcPct val="0"/>
              </a:spcAft>
              <a:defRPr sz="2200">
                <a:solidFill>
                  <a:schemeClr val="hlink"/>
                </a:solidFill>
                <a:latin typeface="Arial" panose="020B0604020202020204" pitchFamily="34" charset="0"/>
                <a:cs typeface="Arial" panose="020B0604020202020204" pitchFamily="34" charset="0"/>
              </a:defRPr>
            </a:lvl8pPr>
            <a:lvl9pPr marL="3886200" indent="-228600" eaLnBrk="0" fontAlgn="base" hangingPunct="0">
              <a:lnSpc>
                <a:spcPct val="90000"/>
              </a:lnSpc>
              <a:spcBef>
                <a:spcPct val="0"/>
              </a:spcBef>
              <a:spcAft>
                <a:spcPct val="0"/>
              </a:spcAft>
              <a:defRPr sz="2200">
                <a:solidFill>
                  <a:schemeClr val="hlink"/>
                </a:solidFill>
                <a:latin typeface="Arial" panose="020B0604020202020204" pitchFamily="34" charset="0"/>
                <a:cs typeface="Arial" panose="020B0604020202020204" pitchFamily="34" charset="0"/>
              </a:defRPr>
            </a:lvl9pPr>
          </a:lstStyle>
          <a:p>
            <a:pPr eaLnBrk="1" hangingPunct="1"/>
            <a:fld id="{8CA5AF9A-37F1-401A-BC27-57E1C022F8B4}" type="slidenum">
              <a:rPr lang="en-US" altLang="zh-TW" sz="800">
                <a:solidFill>
                  <a:schemeClr val="tx1"/>
                </a:solidFill>
              </a:rPr>
              <a:pPr eaLnBrk="1" hangingPunct="1"/>
              <a:t>3</a:t>
            </a:fld>
            <a:endParaRPr lang="en-US" altLang="zh-TW" sz="800" dirty="0">
              <a:solidFill>
                <a:schemeClr val="tx1"/>
              </a:solidFill>
            </a:endParaRPr>
          </a:p>
        </p:txBody>
      </p:sp>
      <p:sp>
        <p:nvSpPr>
          <p:cNvPr id="5123" name="Rectangle 2"/>
          <p:cNvSpPr>
            <a:spLocks noGrp="1" noChangeArrowheads="1"/>
          </p:cNvSpPr>
          <p:nvPr>
            <p:ph type="title"/>
          </p:nvPr>
        </p:nvSpPr>
        <p:spPr/>
        <p:txBody>
          <a:bodyPr/>
          <a:lstStyle/>
          <a:p>
            <a:pPr eaLnBrk="1" hangingPunct="1"/>
            <a:r>
              <a:rPr lang="en-US" b="0" dirty="0" smtClean="0"/>
              <a:t>Basic requirements of any Instant Messenger which are fulfilled by XMPP</a:t>
            </a:r>
            <a:endParaRPr lang="en-US" altLang="zh-TW" dirty="0" smtClean="0">
              <a:ea typeface="新細明體" panose="02020500000000000000" pitchFamily="18" charset="-120"/>
            </a:endParaRPr>
          </a:p>
        </p:txBody>
      </p:sp>
      <p:sp>
        <p:nvSpPr>
          <p:cNvPr id="5124" name="Rectangle 3"/>
          <p:cNvSpPr>
            <a:spLocks noGrp="1" noChangeArrowheads="1"/>
          </p:cNvSpPr>
          <p:nvPr>
            <p:ph type="body" idx="1"/>
          </p:nvPr>
        </p:nvSpPr>
        <p:spPr/>
        <p:txBody>
          <a:bodyPr/>
          <a:lstStyle/>
          <a:p>
            <a:r>
              <a:rPr lang="en-US" dirty="0" smtClean="0"/>
              <a:t>Send and receive messages with other users.</a:t>
            </a:r>
          </a:p>
          <a:p>
            <a:r>
              <a:rPr lang="en-US" dirty="0" smtClean="0"/>
              <a:t>Check and share presence status</a:t>
            </a:r>
          </a:p>
          <a:p>
            <a:r>
              <a:rPr lang="en-US" dirty="0" smtClean="0"/>
              <a:t>Manage subscriptions to and from other users.</a:t>
            </a:r>
          </a:p>
          <a:p>
            <a:r>
              <a:rPr lang="en-US" dirty="0" smtClean="0"/>
              <a:t>Manage contact list</a:t>
            </a:r>
          </a:p>
          <a:p>
            <a:r>
              <a:rPr lang="en-US" dirty="0" smtClean="0"/>
              <a:t>Block communications(receive message, sharing presence status, etc) to specific users.</a:t>
            </a:r>
          </a:p>
          <a:p>
            <a:r>
              <a:rPr lang="en-US" dirty="0" smtClean="0"/>
              <a:t>Decentralized</a:t>
            </a:r>
            <a:r>
              <a:rPr lang="en-US" b="1" dirty="0" smtClean="0"/>
              <a:t>. </a:t>
            </a:r>
            <a:r>
              <a:rPr lang="en-US" dirty="0" smtClean="0"/>
              <a:t>Based on client-server architecture.</a:t>
            </a:r>
          </a:p>
          <a:p>
            <a:r>
              <a:rPr lang="en-US" dirty="0" smtClean="0"/>
              <a:t>Publish-Subscribe model.</a:t>
            </a:r>
          </a:p>
        </p:txBody>
      </p:sp>
    </p:spTree>
    <p:extLst>
      <p:ext uri="{BB962C8B-B14F-4D97-AF65-F5344CB8AC3E}">
        <p14:creationId xmlns:p14="http://schemas.microsoft.com/office/powerpoint/2010/main" xmlns="" val="1603199169"/>
      </p:ext>
    </p:extLst>
  </p:cSld>
  <p:clrMapOvr>
    <a:masterClrMapping/>
  </p:clrMapOvr>
  <p:transition>
    <p:wipe dir="r"/>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Slide Number Placeholder 3"/>
          <p:cNvSpPr>
            <a:spLocks noGrp="1"/>
          </p:cNvSpPr>
          <p:nvPr>
            <p:ph type="sldNum" sz="quarter" idx="4294967295"/>
          </p:nvPr>
        </p:nvSpPr>
        <p:spPr>
          <a:xfrm>
            <a:off x="6400800" y="6356350"/>
            <a:ext cx="2289175" cy="365125"/>
          </a:xfrm>
          <a:prstGeom prst="rect">
            <a:avLst/>
          </a:prstGeom>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eaLnBrk="0" hangingPunct="0">
              <a:defRPr sz="2200">
                <a:solidFill>
                  <a:schemeClr val="hlink"/>
                </a:solidFill>
                <a:latin typeface="Arial" panose="020B0604020202020204" pitchFamily="34" charset="0"/>
                <a:cs typeface="Arial" panose="020B0604020202020204" pitchFamily="34" charset="0"/>
              </a:defRPr>
            </a:lvl1pPr>
            <a:lvl2pPr marL="742950" indent="-285750" eaLnBrk="0" hangingPunct="0">
              <a:defRPr sz="2200">
                <a:solidFill>
                  <a:schemeClr val="hlink"/>
                </a:solidFill>
                <a:latin typeface="Arial" panose="020B0604020202020204" pitchFamily="34" charset="0"/>
                <a:cs typeface="Arial" panose="020B0604020202020204" pitchFamily="34" charset="0"/>
              </a:defRPr>
            </a:lvl2pPr>
            <a:lvl3pPr marL="1143000" indent="-228600" eaLnBrk="0" hangingPunct="0">
              <a:defRPr sz="2200">
                <a:solidFill>
                  <a:schemeClr val="hlink"/>
                </a:solidFill>
                <a:latin typeface="Arial" panose="020B0604020202020204" pitchFamily="34" charset="0"/>
                <a:cs typeface="Arial" panose="020B0604020202020204" pitchFamily="34" charset="0"/>
              </a:defRPr>
            </a:lvl3pPr>
            <a:lvl4pPr marL="1600200" indent="-228600" eaLnBrk="0" hangingPunct="0">
              <a:defRPr sz="2200">
                <a:solidFill>
                  <a:schemeClr val="hlink"/>
                </a:solidFill>
                <a:latin typeface="Arial" panose="020B0604020202020204" pitchFamily="34" charset="0"/>
                <a:cs typeface="Arial" panose="020B0604020202020204" pitchFamily="34" charset="0"/>
              </a:defRPr>
            </a:lvl4pPr>
            <a:lvl5pPr marL="2057400" indent="-228600" eaLnBrk="0" hangingPunct="0">
              <a:defRPr sz="2200">
                <a:solidFill>
                  <a:schemeClr val="hlink"/>
                </a:solidFill>
                <a:latin typeface="Arial" panose="020B0604020202020204" pitchFamily="34" charset="0"/>
                <a:cs typeface="Arial" panose="020B0604020202020204" pitchFamily="34" charset="0"/>
              </a:defRPr>
            </a:lvl5pPr>
            <a:lvl6pPr marL="2514600" indent="-228600" eaLnBrk="0" fontAlgn="base" hangingPunct="0">
              <a:lnSpc>
                <a:spcPct val="90000"/>
              </a:lnSpc>
              <a:spcBef>
                <a:spcPct val="0"/>
              </a:spcBef>
              <a:spcAft>
                <a:spcPct val="0"/>
              </a:spcAft>
              <a:defRPr sz="2200">
                <a:solidFill>
                  <a:schemeClr val="hlink"/>
                </a:solidFill>
                <a:latin typeface="Arial" panose="020B0604020202020204" pitchFamily="34" charset="0"/>
                <a:cs typeface="Arial" panose="020B0604020202020204" pitchFamily="34" charset="0"/>
              </a:defRPr>
            </a:lvl6pPr>
            <a:lvl7pPr marL="2971800" indent="-228600" eaLnBrk="0" fontAlgn="base" hangingPunct="0">
              <a:lnSpc>
                <a:spcPct val="90000"/>
              </a:lnSpc>
              <a:spcBef>
                <a:spcPct val="0"/>
              </a:spcBef>
              <a:spcAft>
                <a:spcPct val="0"/>
              </a:spcAft>
              <a:defRPr sz="2200">
                <a:solidFill>
                  <a:schemeClr val="hlink"/>
                </a:solidFill>
                <a:latin typeface="Arial" panose="020B0604020202020204" pitchFamily="34" charset="0"/>
                <a:cs typeface="Arial" panose="020B0604020202020204" pitchFamily="34" charset="0"/>
              </a:defRPr>
            </a:lvl7pPr>
            <a:lvl8pPr marL="3429000" indent="-228600" eaLnBrk="0" fontAlgn="base" hangingPunct="0">
              <a:lnSpc>
                <a:spcPct val="90000"/>
              </a:lnSpc>
              <a:spcBef>
                <a:spcPct val="0"/>
              </a:spcBef>
              <a:spcAft>
                <a:spcPct val="0"/>
              </a:spcAft>
              <a:defRPr sz="2200">
                <a:solidFill>
                  <a:schemeClr val="hlink"/>
                </a:solidFill>
                <a:latin typeface="Arial" panose="020B0604020202020204" pitchFamily="34" charset="0"/>
                <a:cs typeface="Arial" panose="020B0604020202020204" pitchFamily="34" charset="0"/>
              </a:defRPr>
            </a:lvl8pPr>
            <a:lvl9pPr marL="3886200" indent="-228600" eaLnBrk="0" fontAlgn="base" hangingPunct="0">
              <a:lnSpc>
                <a:spcPct val="90000"/>
              </a:lnSpc>
              <a:spcBef>
                <a:spcPct val="0"/>
              </a:spcBef>
              <a:spcAft>
                <a:spcPct val="0"/>
              </a:spcAft>
              <a:defRPr sz="2200">
                <a:solidFill>
                  <a:schemeClr val="hlink"/>
                </a:solidFill>
                <a:latin typeface="Arial" panose="020B0604020202020204" pitchFamily="34" charset="0"/>
                <a:cs typeface="Arial" panose="020B0604020202020204" pitchFamily="34" charset="0"/>
              </a:defRPr>
            </a:lvl9pPr>
          </a:lstStyle>
          <a:p>
            <a:pPr eaLnBrk="1" hangingPunct="1"/>
            <a:fld id="{8CA5AF9A-37F1-401A-BC27-57E1C022F8B4}" type="slidenum">
              <a:rPr lang="en-US" altLang="zh-TW" sz="800">
                <a:solidFill>
                  <a:schemeClr val="tx1"/>
                </a:solidFill>
              </a:rPr>
              <a:pPr eaLnBrk="1" hangingPunct="1"/>
              <a:t>4</a:t>
            </a:fld>
            <a:endParaRPr lang="en-US" altLang="zh-TW" sz="800" dirty="0">
              <a:solidFill>
                <a:schemeClr val="tx1"/>
              </a:solidFill>
            </a:endParaRPr>
          </a:p>
        </p:txBody>
      </p:sp>
      <p:sp>
        <p:nvSpPr>
          <p:cNvPr id="5123" name="Rectangle 2"/>
          <p:cNvSpPr>
            <a:spLocks noGrp="1" noChangeArrowheads="1"/>
          </p:cNvSpPr>
          <p:nvPr>
            <p:ph type="title"/>
          </p:nvPr>
        </p:nvSpPr>
        <p:spPr/>
        <p:txBody>
          <a:bodyPr/>
          <a:lstStyle/>
          <a:p>
            <a:pPr eaLnBrk="1" hangingPunct="1"/>
            <a:r>
              <a:rPr lang="en-US" altLang="zh-TW" dirty="0" smtClean="0">
                <a:ea typeface="新細明體" panose="02020500000000000000" pitchFamily="18" charset="-120"/>
              </a:rPr>
              <a:t>What is XMPP ?</a:t>
            </a:r>
          </a:p>
        </p:txBody>
      </p:sp>
      <p:sp>
        <p:nvSpPr>
          <p:cNvPr id="5124" name="Rectangle 3"/>
          <p:cNvSpPr>
            <a:spLocks noGrp="1" noChangeArrowheads="1"/>
          </p:cNvSpPr>
          <p:nvPr>
            <p:ph type="body" idx="1"/>
          </p:nvPr>
        </p:nvSpPr>
        <p:spPr>
          <a:xfrm>
            <a:off x="655638" y="1600200"/>
            <a:ext cx="8031162" cy="4756150"/>
          </a:xfrm>
        </p:spPr>
        <p:txBody>
          <a:bodyPr/>
          <a:lstStyle/>
          <a:p>
            <a:pPr eaLnBrk="1" hangingPunct="1"/>
            <a:r>
              <a:rPr lang="en-US" altLang="zh-TW" dirty="0"/>
              <a:t>The </a:t>
            </a:r>
            <a:r>
              <a:rPr lang="en-US" altLang="zh-TW" dirty="0" err="1"/>
              <a:t>eXtensible</a:t>
            </a:r>
            <a:r>
              <a:rPr lang="en-US" altLang="zh-TW" dirty="0"/>
              <a:t> Messaging and Presence Protocol (XMPP) is a </a:t>
            </a:r>
            <a:r>
              <a:rPr lang="en-US" altLang="zh-TW" b="1" dirty="0"/>
              <a:t>TCP communications</a:t>
            </a:r>
            <a:r>
              <a:rPr lang="en-US" altLang="zh-TW" dirty="0"/>
              <a:t> </a:t>
            </a:r>
            <a:r>
              <a:rPr lang="en-US" altLang="zh-TW" b="1" dirty="0"/>
              <a:t>protocol </a:t>
            </a:r>
            <a:r>
              <a:rPr lang="en-US" altLang="zh-TW" dirty="0"/>
              <a:t>based on XML that enables </a:t>
            </a:r>
            <a:r>
              <a:rPr lang="en-US" altLang="zh-TW" dirty="0">
                <a:solidFill>
                  <a:srgbClr val="FF0000"/>
                </a:solidFill>
              </a:rPr>
              <a:t>near-real-time exchange of structured data </a:t>
            </a:r>
            <a:r>
              <a:rPr lang="en-US" altLang="zh-TW" dirty="0"/>
              <a:t>between two or more connected entities. </a:t>
            </a:r>
            <a:endParaRPr lang="en-US" altLang="zh-TW" dirty="0" smtClean="0"/>
          </a:p>
          <a:p>
            <a:pPr eaLnBrk="1" hangingPunct="1"/>
            <a:r>
              <a:rPr lang="en-US" altLang="zh-TW" dirty="0" smtClean="0"/>
              <a:t>Out-of-the-box </a:t>
            </a:r>
            <a:r>
              <a:rPr lang="en-US" altLang="zh-TW" dirty="0"/>
              <a:t>features of XMPP include </a:t>
            </a:r>
            <a:r>
              <a:rPr lang="en-US" altLang="zh-TW" dirty="0">
                <a:solidFill>
                  <a:srgbClr val="FF0000"/>
                </a:solidFill>
              </a:rPr>
              <a:t>presence information and contact list </a:t>
            </a:r>
            <a:r>
              <a:rPr lang="en-US" altLang="zh-TW" dirty="0"/>
              <a:t>maintenance. </a:t>
            </a:r>
            <a:endParaRPr lang="en-US" altLang="zh-TW" dirty="0" smtClean="0"/>
          </a:p>
          <a:p>
            <a:pPr eaLnBrk="1" hangingPunct="1"/>
            <a:r>
              <a:rPr lang="en-US" altLang="zh-TW" dirty="0" smtClean="0"/>
              <a:t>Due </a:t>
            </a:r>
            <a:r>
              <a:rPr lang="en-US" altLang="zh-TW" dirty="0"/>
              <a:t>in part to its open nature and XML foundation, XMPP has been extended for use in </a:t>
            </a:r>
            <a:r>
              <a:rPr lang="en-US" altLang="zh-TW" dirty="0">
                <a:solidFill>
                  <a:srgbClr val="FF0000"/>
                </a:solidFill>
              </a:rPr>
              <a:t>publish-subscribe </a:t>
            </a:r>
            <a:r>
              <a:rPr lang="en-US" altLang="zh-TW" dirty="0" smtClean="0">
                <a:solidFill>
                  <a:srgbClr val="FF0000"/>
                </a:solidFill>
              </a:rPr>
              <a:t>systems.</a:t>
            </a:r>
          </a:p>
          <a:p>
            <a:pPr eaLnBrk="1" hangingPunct="1"/>
            <a:r>
              <a:rPr lang="en-US" dirty="0" smtClean="0"/>
              <a:t>Used by applications like </a:t>
            </a:r>
            <a:r>
              <a:rPr lang="en-US" dirty="0" err="1" smtClean="0"/>
              <a:t>WhatsApp</a:t>
            </a:r>
            <a:r>
              <a:rPr lang="en-US" dirty="0" smtClean="0"/>
              <a:t>, </a:t>
            </a:r>
            <a:r>
              <a:rPr lang="en-US" dirty="0" err="1" smtClean="0"/>
              <a:t>Kik</a:t>
            </a:r>
            <a:r>
              <a:rPr lang="en-US" dirty="0" smtClean="0"/>
              <a:t> Messenger, Zoom, etc. for managing contact list, online presence, etc.</a:t>
            </a:r>
            <a:endParaRPr lang="en-US" altLang="zh-TW" dirty="0" smtClean="0">
              <a:latin typeface="Gill Sans MT" panose="020B0502020104020203" pitchFamily="34" charset="0"/>
              <a:ea typeface="新細明體" panose="02020500000000000000" pitchFamily="18" charset="-120"/>
            </a:endParaRPr>
          </a:p>
        </p:txBody>
      </p:sp>
    </p:spTree>
    <p:extLst>
      <p:ext uri="{BB962C8B-B14F-4D97-AF65-F5344CB8AC3E}">
        <p14:creationId xmlns:p14="http://schemas.microsoft.com/office/powerpoint/2010/main" xmlns="" val="1603199169"/>
      </p:ext>
    </p:extLst>
  </p:cSld>
  <p:clrMapOvr>
    <a:masterClrMapping/>
  </p:clrMapOvr>
  <p:transition>
    <p:wipe dir="r"/>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smtClean="0"/>
              <a:t>XMPP Core Architecture</a:t>
            </a:r>
            <a:endParaRPr lang="zh-TW" altLang="en-US" dirty="0"/>
          </a:p>
        </p:txBody>
      </p:sp>
      <p:pic>
        <p:nvPicPr>
          <p:cNvPr id="2050" name="Picture 2"/>
          <p:cNvPicPr>
            <a:picLocks noChangeAspect="1" noChangeArrowheads="1"/>
          </p:cNvPicPr>
          <p:nvPr/>
        </p:nvPicPr>
        <p:blipFill>
          <a:blip r:embed="rId2"/>
          <a:srcRect l="25192" t="39286" r="27602" b="10769"/>
          <a:stretch>
            <a:fillRect/>
          </a:stretch>
        </p:blipFill>
        <p:spPr bwMode="auto">
          <a:xfrm>
            <a:off x="711910" y="1537398"/>
            <a:ext cx="7700571" cy="4580700"/>
          </a:xfrm>
          <a:prstGeom prst="rect">
            <a:avLst/>
          </a:prstGeom>
          <a:noFill/>
          <a:ln w="9525">
            <a:noFill/>
            <a:miter lim="800000"/>
            <a:headEnd/>
            <a:tailEnd/>
          </a:ln>
          <a:effectLst/>
        </p:spPr>
      </p:pic>
    </p:spTree>
    <p:extLst>
      <p:ext uri="{BB962C8B-B14F-4D97-AF65-F5344CB8AC3E}">
        <p14:creationId xmlns:p14="http://schemas.microsoft.com/office/powerpoint/2010/main" xmlns="" val="3018957860"/>
      </p:ext>
    </p:extLst>
  </p:cSld>
  <p:clrMapOvr>
    <a:masterClrMapping/>
  </p:clrMapOvr>
  <p:transition>
    <p:wipe dir="r"/>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smtClean="0"/>
              <a:t>XMPP Architecture</a:t>
            </a:r>
            <a:endParaRPr lang="zh-TW" altLang="en-US" dirty="0"/>
          </a:p>
        </p:txBody>
      </p:sp>
      <p:grpSp>
        <p:nvGrpSpPr>
          <p:cNvPr id="4" name="Group 4"/>
          <p:cNvGrpSpPr>
            <a:grpSpLocks noChangeAspect="1"/>
          </p:cNvGrpSpPr>
          <p:nvPr/>
        </p:nvGrpSpPr>
        <p:grpSpPr bwMode="auto">
          <a:xfrm>
            <a:off x="827088" y="1603169"/>
            <a:ext cx="7510462" cy="3598862"/>
            <a:chOff x="2662" y="1400"/>
            <a:chExt cx="7513" cy="3680"/>
          </a:xfrm>
        </p:grpSpPr>
        <p:sp>
          <p:nvSpPr>
            <p:cNvPr id="5" name="AutoShape 5"/>
            <p:cNvSpPr>
              <a:spLocks noChangeAspect="1" noChangeArrowheads="1"/>
            </p:cNvSpPr>
            <p:nvPr/>
          </p:nvSpPr>
          <p:spPr bwMode="auto">
            <a:xfrm>
              <a:off x="2662" y="1400"/>
              <a:ext cx="7513" cy="368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p>
              <a:endParaRPr lang="zh-TW" altLang="en-US"/>
            </a:p>
          </p:txBody>
        </p:sp>
        <p:grpSp>
          <p:nvGrpSpPr>
            <p:cNvPr id="6" name="Group 6"/>
            <p:cNvGrpSpPr>
              <a:grpSpLocks/>
            </p:cNvGrpSpPr>
            <p:nvPr/>
          </p:nvGrpSpPr>
          <p:grpSpPr bwMode="auto">
            <a:xfrm>
              <a:off x="2819" y="1720"/>
              <a:ext cx="6888" cy="3040"/>
              <a:chOff x="2819" y="1720"/>
              <a:chExt cx="6888" cy="3040"/>
            </a:xfrm>
          </p:grpSpPr>
          <p:sp>
            <p:nvSpPr>
              <p:cNvPr id="7" name="Oval 7"/>
              <p:cNvSpPr>
                <a:spLocks noChangeArrowheads="1"/>
              </p:cNvSpPr>
              <p:nvPr/>
            </p:nvSpPr>
            <p:spPr bwMode="auto">
              <a:xfrm>
                <a:off x="4384" y="2200"/>
                <a:ext cx="1565" cy="640"/>
              </a:xfrm>
              <a:prstGeom prst="ellipse">
                <a:avLst/>
              </a:prstGeom>
              <a:noFill/>
              <a:ln w="9525">
                <a:solidFill>
                  <a:srgbClr val="000000"/>
                </a:solidFill>
                <a:round/>
                <a:headEnd/>
                <a:tailEnd/>
              </a:ln>
              <a:extLst>
                <a:ext uri="{909E8E84-426E-40DD-AFC4-6F175D3DCCD1}">
                  <a14:hiddenFill xmlns:a14="http://schemas.microsoft.com/office/drawing/2010/main" xmlns="">
                    <a:solidFill>
                      <a:srgbClr val="FFFFFF"/>
                    </a:solidFill>
                  </a14:hiddenFill>
                </a:ext>
              </a:extLst>
            </p:spPr>
            <p:txBody>
              <a:bodyPr/>
              <a:lstStyle/>
              <a:p>
                <a:pPr algn="ctr"/>
                <a:r>
                  <a:rPr lang="en-US" altLang="zh-TW" sz="1400">
                    <a:latin typeface="Times New Roman" panose="02020603050405020304" pitchFamily="18" charset="0"/>
                  </a:rPr>
                  <a:t>Server1</a:t>
                </a:r>
                <a:endParaRPr lang="en-US" altLang="zh-TW"/>
              </a:p>
            </p:txBody>
          </p:sp>
          <p:sp>
            <p:nvSpPr>
              <p:cNvPr id="8" name="Oval 8"/>
              <p:cNvSpPr>
                <a:spLocks noChangeArrowheads="1"/>
              </p:cNvSpPr>
              <p:nvPr/>
            </p:nvSpPr>
            <p:spPr bwMode="auto">
              <a:xfrm>
                <a:off x="6888" y="2200"/>
                <a:ext cx="1565" cy="640"/>
              </a:xfrm>
              <a:prstGeom prst="ellipse">
                <a:avLst/>
              </a:prstGeom>
              <a:noFill/>
              <a:ln w="9525">
                <a:solidFill>
                  <a:srgbClr val="000000"/>
                </a:solidFill>
                <a:round/>
                <a:headEnd/>
                <a:tailEnd/>
              </a:ln>
              <a:extLst>
                <a:ext uri="{909E8E84-426E-40DD-AFC4-6F175D3DCCD1}">
                  <a14:hiddenFill xmlns:a14="http://schemas.microsoft.com/office/drawing/2010/main" xmlns="">
                    <a:solidFill>
                      <a:srgbClr val="FFFFFF"/>
                    </a:solidFill>
                  </a14:hiddenFill>
                </a:ext>
              </a:extLst>
            </p:spPr>
            <p:txBody>
              <a:bodyPr/>
              <a:lstStyle/>
              <a:p>
                <a:pPr algn="ctr"/>
                <a:r>
                  <a:rPr lang="en-US" altLang="zh-TW" sz="1400">
                    <a:latin typeface="Times New Roman" panose="02020603050405020304" pitchFamily="18" charset="0"/>
                  </a:rPr>
                  <a:t>Server2</a:t>
                </a:r>
                <a:endParaRPr lang="en-US" altLang="zh-TW"/>
              </a:p>
            </p:txBody>
          </p:sp>
          <p:sp>
            <p:nvSpPr>
              <p:cNvPr id="9" name="Oval 9"/>
              <p:cNvSpPr>
                <a:spLocks noChangeArrowheads="1"/>
              </p:cNvSpPr>
              <p:nvPr/>
            </p:nvSpPr>
            <p:spPr bwMode="auto">
              <a:xfrm>
                <a:off x="5636" y="3320"/>
                <a:ext cx="1565" cy="640"/>
              </a:xfrm>
              <a:prstGeom prst="ellipse">
                <a:avLst/>
              </a:prstGeom>
              <a:noFill/>
              <a:ln w="9525">
                <a:solidFill>
                  <a:srgbClr val="000000"/>
                </a:solidFill>
                <a:round/>
                <a:headEnd/>
                <a:tailEnd/>
              </a:ln>
              <a:extLst>
                <a:ext uri="{909E8E84-426E-40DD-AFC4-6F175D3DCCD1}">
                  <a14:hiddenFill xmlns:a14="http://schemas.microsoft.com/office/drawing/2010/main" xmlns="">
                    <a:solidFill>
                      <a:srgbClr val="FFFFFF"/>
                    </a:solidFill>
                  </a14:hiddenFill>
                </a:ext>
              </a:extLst>
            </p:spPr>
            <p:txBody>
              <a:bodyPr/>
              <a:lstStyle/>
              <a:p>
                <a:pPr algn="ctr"/>
                <a:r>
                  <a:rPr lang="en-US" altLang="zh-TW" sz="1400">
                    <a:latin typeface="Times New Roman" panose="02020603050405020304" pitchFamily="18" charset="0"/>
                  </a:rPr>
                  <a:t>Server3</a:t>
                </a:r>
                <a:endParaRPr lang="en-US" altLang="zh-TW"/>
              </a:p>
            </p:txBody>
          </p:sp>
          <p:cxnSp>
            <p:nvCxnSpPr>
              <p:cNvPr id="10" name="AutoShape 10"/>
              <p:cNvCxnSpPr>
                <a:cxnSpLocks noChangeShapeType="1"/>
                <a:stCxn id="7" idx="6"/>
                <a:endCxn id="8" idx="2"/>
              </p:cNvCxnSpPr>
              <p:nvPr/>
            </p:nvCxnSpPr>
            <p:spPr bwMode="auto">
              <a:xfrm>
                <a:off x="5949" y="2520"/>
                <a:ext cx="939" cy="1"/>
              </a:xfrm>
              <a:prstGeom prst="straightConnector1">
                <a:avLst/>
              </a:prstGeom>
              <a:noFill/>
              <a:ln w="9525">
                <a:solidFill>
                  <a:srgbClr val="000000"/>
                </a:solidFill>
                <a:round/>
                <a:headEnd type="triangle" w="med" len="med"/>
                <a:tailEnd type="triangle" w="med" len="med"/>
              </a:ln>
              <a:extLst>
                <a:ext uri="{909E8E84-426E-40DD-AFC4-6F175D3DCCD1}">
                  <a14:hiddenFill xmlns:a14="http://schemas.microsoft.com/office/drawing/2010/main" xmlns="">
                    <a:noFill/>
                  </a14:hiddenFill>
                </a:ext>
              </a:extLst>
            </p:spPr>
          </p:cxnSp>
          <p:cxnSp>
            <p:nvCxnSpPr>
              <p:cNvPr id="11" name="AutoShape 11"/>
              <p:cNvCxnSpPr>
                <a:cxnSpLocks noChangeShapeType="1"/>
                <a:stCxn id="7" idx="4"/>
                <a:endCxn id="9" idx="1"/>
              </p:cNvCxnSpPr>
              <p:nvPr/>
            </p:nvCxnSpPr>
            <p:spPr bwMode="auto">
              <a:xfrm>
                <a:off x="5166" y="2840"/>
                <a:ext cx="700" cy="573"/>
              </a:xfrm>
              <a:prstGeom prst="straightConnector1">
                <a:avLst/>
              </a:prstGeom>
              <a:noFill/>
              <a:ln w="9525">
                <a:solidFill>
                  <a:srgbClr val="000000"/>
                </a:solidFill>
                <a:round/>
                <a:headEnd type="triangle" w="med" len="med"/>
                <a:tailEnd type="triangle" w="med" len="med"/>
              </a:ln>
              <a:extLst>
                <a:ext uri="{909E8E84-426E-40DD-AFC4-6F175D3DCCD1}">
                  <a14:hiddenFill xmlns:a14="http://schemas.microsoft.com/office/drawing/2010/main" xmlns="">
                    <a:noFill/>
                  </a14:hiddenFill>
                </a:ext>
              </a:extLst>
            </p:spPr>
          </p:cxnSp>
          <p:cxnSp>
            <p:nvCxnSpPr>
              <p:cNvPr id="12" name="AutoShape 12"/>
              <p:cNvCxnSpPr>
                <a:cxnSpLocks noChangeShapeType="1"/>
                <a:stCxn id="8" idx="4"/>
                <a:endCxn id="9" idx="7"/>
              </p:cNvCxnSpPr>
              <p:nvPr/>
            </p:nvCxnSpPr>
            <p:spPr bwMode="auto">
              <a:xfrm flipH="1">
                <a:off x="6972" y="2840"/>
                <a:ext cx="699" cy="573"/>
              </a:xfrm>
              <a:prstGeom prst="straightConnector1">
                <a:avLst/>
              </a:prstGeom>
              <a:noFill/>
              <a:ln w="9525">
                <a:solidFill>
                  <a:srgbClr val="000000"/>
                </a:solidFill>
                <a:round/>
                <a:headEnd type="triangle" w="med" len="med"/>
                <a:tailEnd type="triangle" w="med" len="med"/>
              </a:ln>
              <a:extLst>
                <a:ext uri="{909E8E84-426E-40DD-AFC4-6F175D3DCCD1}">
                  <a14:hiddenFill xmlns:a14="http://schemas.microsoft.com/office/drawing/2010/main" xmlns="">
                    <a:noFill/>
                  </a14:hiddenFill>
                </a:ext>
              </a:extLst>
            </p:spPr>
          </p:cxnSp>
          <p:sp>
            <p:nvSpPr>
              <p:cNvPr id="13" name="Rectangle 13"/>
              <p:cNvSpPr>
                <a:spLocks noChangeArrowheads="1"/>
              </p:cNvSpPr>
              <p:nvPr/>
            </p:nvSpPr>
            <p:spPr bwMode="auto">
              <a:xfrm>
                <a:off x="2819" y="3000"/>
                <a:ext cx="939" cy="480"/>
              </a:xfrm>
              <a:prstGeom prst="rect">
                <a:avLst/>
              </a:prstGeom>
              <a:noFill/>
              <a:ln w="9525">
                <a:solidFill>
                  <a:srgbClr val="000000"/>
                </a:solidFill>
                <a:miter lim="800000"/>
                <a:headEnd/>
                <a:tailEnd/>
              </a:ln>
              <a:extLst>
                <a:ext uri="{909E8E84-426E-40DD-AFC4-6F175D3DCCD1}">
                  <a14:hiddenFill xmlns:a14="http://schemas.microsoft.com/office/drawing/2010/main" xmlns="">
                    <a:solidFill>
                      <a:srgbClr val="FFFFFF"/>
                    </a:solidFill>
                  </a14:hiddenFill>
                </a:ext>
              </a:extLst>
            </p:spPr>
            <p:txBody>
              <a:bodyPr/>
              <a:lstStyle/>
              <a:p>
                <a:pPr algn="ctr"/>
                <a:r>
                  <a:rPr lang="en-US" altLang="zh-TW" sz="1400" b="1">
                    <a:latin typeface="Times New Roman" panose="02020603050405020304" pitchFamily="18" charset="0"/>
                  </a:rPr>
                  <a:t>Client</a:t>
                </a:r>
                <a:endParaRPr lang="en-US" altLang="zh-TW"/>
              </a:p>
            </p:txBody>
          </p:sp>
          <p:sp>
            <p:nvSpPr>
              <p:cNvPr id="14" name="Rectangle 14"/>
              <p:cNvSpPr>
                <a:spLocks noChangeArrowheads="1"/>
              </p:cNvSpPr>
              <p:nvPr/>
            </p:nvSpPr>
            <p:spPr bwMode="auto">
              <a:xfrm>
                <a:off x="2819" y="2360"/>
                <a:ext cx="939" cy="480"/>
              </a:xfrm>
              <a:prstGeom prst="rect">
                <a:avLst/>
              </a:prstGeom>
              <a:noFill/>
              <a:ln w="9525">
                <a:solidFill>
                  <a:srgbClr val="000000"/>
                </a:solidFill>
                <a:miter lim="800000"/>
                <a:headEnd/>
                <a:tailEnd/>
              </a:ln>
              <a:extLst>
                <a:ext uri="{909E8E84-426E-40DD-AFC4-6F175D3DCCD1}">
                  <a14:hiddenFill xmlns:a14="http://schemas.microsoft.com/office/drawing/2010/main" xmlns="">
                    <a:solidFill>
                      <a:srgbClr val="FFFFFF"/>
                    </a:solidFill>
                  </a14:hiddenFill>
                </a:ext>
              </a:extLst>
            </p:spPr>
            <p:txBody>
              <a:bodyPr/>
              <a:lstStyle/>
              <a:p>
                <a:pPr algn="ctr"/>
                <a:r>
                  <a:rPr lang="en-US" altLang="zh-TW" sz="1400" b="1">
                    <a:latin typeface="Times New Roman" panose="02020603050405020304" pitchFamily="18" charset="0"/>
                  </a:rPr>
                  <a:t>Client</a:t>
                </a:r>
                <a:endParaRPr lang="en-US" altLang="zh-TW"/>
              </a:p>
            </p:txBody>
          </p:sp>
          <p:sp>
            <p:nvSpPr>
              <p:cNvPr id="15" name="Rectangle 15"/>
              <p:cNvSpPr>
                <a:spLocks noChangeArrowheads="1"/>
              </p:cNvSpPr>
              <p:nvPr/>
            </p:nvSpPr>
            <p:spPr bwMode="auto">
              <a:xfrm>
                <a:off x="2819" y="1720"/>
                <a:ext cx="939" cy="480"/>
              </a:xfrm>
              <a:prstGeom prst="rect">
                <a:avLst/>
              </a:prstGeom>
              <a:noFill/>
              <a:ln w="9525">
                <a:solidFill>
                  <a:srgbClr val="000000"/>
                </a:solidFill>
                <a:miter lim="800000"/>
                <a:headEnd/>
                <a:tailEnd/>
              </a:ln>
              <a:extLst>
                <a:ext uri="{909E8E84-426E-40DD-AFC4-6F175D3DCCD1}">
                  <a14:hiddenFill xmlns:a14="http://schemas.microsoft.com/office/drawing/2010/main" xmlns="">
                    <a:solidFill>
                      <a:srgbClr val="FFFFFF"/>
                    </a:solidFill>
                  </a14:hiddenFill>
                </a:ext>
              </a:extLst>
            </p:spPr>
            <p:txBody>
              <a:bodyPr/>
              <a:lstStyle/>
              <a:p>
                <a:pPr algn="ctr"/>
                <a:r>
                  <a:rPr lang="en-US" altLang="zh-TW" sz="1400" b="1">
                    <a:latin typeface="Times New Roman" panose="02020603050405020304" pitchFamily="18" charset="0"/>
                  </a:rPr>
                  <a:t>Client</a:t>
                </a:r>
                <a:endParaRPr lang="en-US" altLang="zh-TW"/>
              </a:p>
            </p:txBody>
          </p:sp>
          <p:sp>
            <p:nvSpPr>
              <p:cNvPr id="16" name="Rectangle 16"/>
              <p:cNvSpPr>
                <a:spLocks noChangeArrowheads="1"/>
              </p:cNvSpPr>
              <p:nvPr/>
            </p:nvSpPr>
            <p:spPr bwMode="auto">
              <a:xfrm>
                <a:off x="4853" y="4280"/>
                <a:ext cx="939" cy="480"/>
              </a:xfrm>
              <a:prstGeom prst="rect">
                <a:avLst/>
              </a:prstGeom>
              <a:noFill/>
              <a:ln w="9525">
                <a:solidFill>
                  <a:srgbClr val="000000"/>
                </a:solidFill>
                <a:miter lim="800000"/>
                <a:headEnd/>
                <a:tailEnd/>
              </a:ln>
              <a:extLst>
                <a:ext uri="{909E8E84-426E-40DD-AFC4-6F175D3DCCD1}">
                  <a14:hiddenFill xmlns:a14="http://schemas.microsoft.com/office/drawing/2010/main" xmlns="">
                    <a:solidFill>
                      <a:srgbClr val="FFFFFF"/>
                    </a:solidFill>
                  </a14:hiddenFill>
                </a:ext>
              </a:extLst>
            </p:spPr>
            <p:txBody>
              <a:bodyPr/>
              <a:lstStyle/>
              <a:p>
                <a:pPr algn="ctr"/>
                <a:r>
                  <a:rPr lang="en-US" altLang="zh-TW" sz="1400" b="1">
                    <a:latin typeface="Times New Roman" panose="02020603050405020304" pitchFamily="18" charset="0"/>
                  </a:rPr>
                  <a:t>Client</a:t>
                </a:r>
                <a:endParaRPr lang="en-US" altLang="zh-TW"/>
              </a:p>
            </p:txBody>
          </p:sp>
          <p:sp>
            <p:nvSpPr>
              <p:cNvPr id="17" name="Rectangle 17"/>
              <p:cNvSpPr>
                <a:spLocks noChangeArrowheads="1"/>
              </p:cNvSpPr>
              <p:nvPr/>
            </p:nvSpPr>
            <p:spPr bwMode="auto">
              <a:xfrm>
                <a:off x="5949" y="4280"/>
                <a:ext cx="939" cy="480"/>
              </a:xfrm>
              <a:prstGeom prst="rect">
                <a:avLst/>
              </a:prstGeom>
              <a:noFill/>
              <a:ln w="9525">
                <a:solidFill>
                  <a:srgbClr val="000000"/>
                </a:solidFill>
                <a:miter lim="800000"/>
                <a:headEnd/>
                <a:tailEnd/>
              </a:ln>
              <a:extLst>
                <a:ext uri="{909E8E84-426E-40DD-AFC4-6F175D3DCCD1}">
                  <a14:hiddenFill xmlns:a14="http://schemas.microsoft.com/office/drawing/2010/main" xmlns="">
                    <a:solidFill>
                      <a:srgbClr val="FFFFFF"/>
                    </a:solidFill>
                  </a14:hiddenFill>
                </a:ext>
              </a:extLst>
            </p:spPr>
            <p:txBody>
              <a:bodyPr/>
              <a:lstStyle/>
              <a:p>
                <a:pPr algn="ctr"/>
                <a:r>
                  <a:rPr lang="en-US" altLang="zh-TW" sz="1400" b="1">
                    <a:latin typeface="Times New Roman" panose="02020603050405020304" pitchFamily="18" charset="0"/>
                  </a:rPr>
                  <a:t>Client</a:t>
                </a:r>
                <a:endParaRPr lang="en-US" altLang="zh-TW"/>
              </a:p>
            </p:txBody>
          </p:sp>
          <p:sp>
            <p:nvSpPr>
              <p:cNvPr id="18" name="Rectangle 18"/>
              <p:cNvSpPr>
                <a:spLocks noChangeArrowheads="1"/>
              </p:cNvSpPr>
              <p:nvPr/>
            </p:nvSpPr>
            <p:spPr bwMode="auto">
              <a:xfrm>
                <a:off x="7045" y="4280"/>
                <a:ext cx="940" cy="480"/>
              </a:xfrm>
              <a:prstGeom prst="rect">
                <a:avLst/>
              </a:prstGeom>
              <a:noFill/>
              <a:ln w="9525">
                <a:solidFill>
                  <a:srgbClr val="000000"/>
                </a:solidFill>
                <a:miter lim="800000"/>
                <a:headEnd/>
                <a:tailEnd/>
              </a:ln>
              <a:extLst>
                <a:ext uri="{909E8E84-426E-40DD-AFC4-6F175D3DCCD1}">
                  <a14:hiddenFill xmlns:a14="http://schemas.microsoft.com/office/drawing/2010/main" xmlns="">
                    <a:solidFill>
                      <a:srgbClr val="FFFFFF"/>
                    </a:solidFill>
                  </a14:hiddenFill>
                </a:ext>
              </a:extLst>
            </p:spPr>
            <p:txBody>
              <a:bodyPr/>
              <a:lstStyle/>
              <a:p>
                <a:pPr algn="ctr"/>
                <a:r>
                  <a:rPr lang="en-US" altLang="zh-TW" sz="1400" b="1">
                    <a:latin typeface="Times New Roman" panose="02020603050405020304" pitchFamily="18" charset="0"/>
                  </a:rPr>
                  <a:t>Client</a:t>
                </a:r>
                <a:endParaRPr lang="en-US" altLang="zh-TW"/>
              </a:p>
            </p:txBody>
          </p:sp>
          <p:sp>
            <p:nvSpPr>
              <p:cNvPr id="19" name="Rectangle 19"/>
              <p:cNvSpPr>
                <a:spLocks noChangeArrowheads="1"/>
              </p:cNvSpPr>
              <p:nvPr/>
            </p:nvSpPr>
            <p:spPr bwMode="auto">
              <a:xfrm>
                <a:off x="8767" y="1720"/>
                <a:ext cx="940" cy="480"/>
              </a:xfrm>
              <a:prstGeom prst="rect">
                <a:avLst/>
              </a:prstGeom>
              <a:noFill/>
              <a:ln w="9525">
                <a:solidFill>
                  <a:srgbClr val="000000"/>
                </a:solidFill>
                <a:miter lim="800000"/>
                <a:headEnd/>
                <a:tailEnd/>
              </a:ln>
              <a:extLst>
                <a:ext uri="{909E8E84-426E-40DD-AFC4-6F175D3DCCD1}">
                  <a14:hiddenFill xmlns:a14="http://schemas.microsoft.com/office/drawing/2010/main" xmlns="">
                    <a:solidFill>
                      <a:srgbClr val="FFFFFF"/>
                    </a:solidFill>
                  </a14:hiddenFill>
                </a:ext>
              </a:extLst>
            </p:spPr>
            <p:txBody>
              <a:bodyPr/>
              <a:lstStyle/>
              <a:p>
                <a:pPr algn="ctr"/>
                <a:r>
                  <a:rPr lang="en-US" altLang="zh-TW" sz="1400" b="1">
                    <a:latin typeface="Times New Roman" panose="02020603050405020304" pitchFamily="18" charset="0"/>
                  </a:rPr>
                  <a:t>Client</a:t>
                </a:r>
                <a:endParaRPr lang="en-US" altLang="zh-TW"/>
              </a:p>
            </p:txBody>
          </p:sp>
          <p:sp>
            <p:nvSpPr>
              <p:cNvPr id="20" name="Rectangle 20"/>
              <p:cNvSpPr>
                <a:spLocks noChangeArrowheads="1"/>
              </p:cNvSpPr>
              <p:nvPr/>
            </p:nvSpPr>
            <p:spPr bwMode="auto">
              <a:xfrm>
                <a:off x="8767" y="2360"/>
                <a:ext cx="940" cy="480"/>
              </a:xfrm>
              <a:prstGeom prst="rect">
                <a:avLst/>
              </a:prstGeom>
              <a:noFill/>
              <a:ln w="9525">
                <a:solidFill>
                  <a:srgbClr val="000000"/>
                </a:solidFill>
                <a:miter lim="800000"/>
                <a:headEnd/>
                <a:tailEnd/>
              </a:ln>
              <a:extLst>
                <a:ext uri="{909E8E84-426E-40DD-AFC4-6F175D3DCCD1}">
                  <a14:hiddenFill xmlns:a14="http://schemas.microsoft.com/office/drawing/2010/main" xmlns="">
                    <a:solidFill>
                      <a:srgbClr val="FFFFFF"/>
                    </a:solidFill>
                  </a14:hiddenFill>
                </a:ext>
              </a:extLst>
            </p:spPr>
            <p:txBody>
              <a:bodyPr/>
              <a:lstStyle/>
              <a:p>
                <a:pPr algn="ctr"/>
                <a:r>
                  <a:rPr lang="en-US" altLang="zh-TW" sz="1400" b="1">
                    <a:latin typeface="Times New Roman" panose="02020603050405020304" pitchFamily="18" charset="0"/>
                  </a:rPr>
                  <a:t>Client</a:t>
                </a:r>
                <a:endParaRPr lang="en-US" altLang="zh-TW"/>
              </a:p>
            </p:txBody>
          </p:sp>
          <p:sp>
            <p:nvSpPr>
              <p:cNvPr id="21" name="Rectangle 21"/>
              <p:cNvSpPr>
                <a:spLocks noChangeArrowheads="1"/>
              </p:cNvSpPr>
              <p:nvPr/>
            </p:nvSpPr>
            <p:spPr bwMode="auto">
              <a:xfrm>
                <a:off x="8767" y="3000"/>
                <a:ext cx="940" cy="480"/>
              </a:xfrm>
              <a:prstGeom prst="rect">
                <a:avLst/>
              </a:prstGeom>
              <a:noFill/>
              <a:ln w="9525">
                <a:solidFill>
                  <a:srgbClr val="000000"/>
                </a:solidFill>
                <a:miter lim="800000"/>
                <a:headEnd/>
                <a:tailEnd/>
              </a:ln>
              <a:extLst>
                <a:ext uri="{909E8E84-426E-40DD-AFC4-6F175D3DCCD1}">
                  <a14:hiddenFill xmlns:a14="http://schemas.microsoft.com/office/drawing/2010/main" xmlns="">
                    <a:solidFill>
                      <a:srgbClr val="FFFFFF"/>
                    </a:solidFill>
                  </a14:hiddenFill>
                </a:ext>
              </a:extLst>
            </p:spPr>
            <p:txBody>
              <a:bodyPr/>
              <a:lstStyle/>
              <a:p>
                <a:pPr algn="ctr"/>
                <a:r>
                  <a:rPr lang="en-US" altLang="zh-TW" sz="1400" b="1">
                    <a:latin typeface="Times New Roman" panose="02020603050405020304" pitchFamily="18" charset="0"/>
                  </a:rPr>
                  <a:t>Client</a:t>
                </a:r>
                <a:endParaRPr lang="en-US" altLang="zh-TW"/>
              </a:p>
            </p:txBody>
          </p:sp>
          <p:cxnSp>
            <p:nvCxnSpPr>
              <p:cNvPr id="22" name="AutoShape 22"/>
              <p:cNvCxnSpPr>
                <a:cxnSpLocks noChangeShapeType="1"/>
                <a:stCxn id="7" idx="2"/>
                <a:endCxn id="14" idx="3"/>
              </p:cNvCxnSpPr>
              <p:nvPr/>
            </p:nvCxnSpPr>
            <p:spPr bwMode="auto">
              <a:xfrm flipH="1">
                <a:off x="3758" y="2520"/>
                <a:ext cx="626" cy="80"/>
              </a:xfrm>
              <a:prstGeom prst="straightConnector1">
                <a:avLst/>
              </a:prstGeom>
              <a:noFill/>
              <a:ln w="9525">
                <a:solidFill>
                  <a:srgbClr val="000000"/>
                </a:solidFill>
                <a:round/>
                <a:headEnd type="triangle" w="med" len="med"/>
                <a:tailEnd/>
              </a:ln>
              <a:extLst>
                <a:ext uri="{909E8E84-426E-40DD-AFC4-6F175D3DCCD1}">
                  <a14:hiddenFill xmlns:a14="http://schemas.microsoft.com/office/drawing/2010/main" xmlns="">
                    <a:noFill/>
                  </a14:hiddenFill>
                </a:ext>
              </a:extLst>
            </p:spPr>
          </p:cxnSp>
          <p:cxnSp>
            <p:nvCxnSpPr>
              <p:cNvPr id="23" name="AutoShape 23"/>
              <p:cNvCxnSpPr>
                <a:cxnSpLocks noChangeShapeType="1"/>
                <a:stCxn id="9" idx="3"/>
                <a:endCxn id="16" idx="0"/>
              </p:cNvCxnSpPr>
              <p:nvPr/>
            </p:nvCxnSpPr>
            <p:spPr bwMode="auto">
              <a:xfrm flipH="1">
                <a:off x="5323" y="3867"/>
                <a:ext cx="543" cy="413"/>
              </a:xfrm>
              <a:prstGeom prst="straightConnector1">
                <a:avLst/>
              </a:prstGeom>
              <a:noFill/>
              <a:ln w="9525">
                <a:solidFill>
                  <a:srgbClr val="000000"/>
                </a:solidFill>
                <a:round/>
                <a:headEnd type="triangle" w="med" len="med"/>
                <a:tailEnd/>
              </a:ln>
              <a:extLst>
                <a:ext uri="{909E8E84-426E-40DD-AFC4-6F175D3DCCD1}">
                  <a14:hiddenFill xmlns:a14="http://schemas.microsoft.com/office/drawing/2010/main" xmlns="">
                    <a:noFill/>
                  </a14:hiddenFill>
                </a:ext>
              </a:extLst>
            </p:spPr>
          </p:cxnSp>
          <p:cxnSp>
            <p:nvCxnSpPr>
              <p:cNvPr id="24" name="AutoShape 24"/>
              <p:cNvCxnSpPr>
                <a:cxnSpLocks noChangeShapeType="1"/>
                <a:stCxn id="9" idx="4"/>
                <a:endCxn id="17" idx="0"/>
              </p:cNvCxnSpPr>
              <p:nvPr/>
            </p:nvCxnSpPr>
            <p:spPr bwMode="auto">
              <a:xfrm>
                <a:off x="6419" y="3960"/>
                <a:ext cx="1" cy="320"/>
              </a:xfrm>
              <a:prstGeom prst="straightConnector1">
                <a:avLst/>
              </a:prstGeom>
              <a:noFill/>
              <a:ln w="9525">
                <a:solidFill>
                  <a:srgbClr val="000000"/>
                </a:solidFill>
                <a:round/>
                <a:headEnd type="triangle" w="med" len="med"/>
                <a:tailEnd/>
              </a:ln>
              <a:extLst>
                <a:ext uri="{909E8E84-426E-40DD-AFC4-6F175D3DCCD1}">
                  <a14:hiddenFill xmlns:a14="http://schemas.microsoft.com/office/drawing/2010/main" xmlns="">
                    <a:noFill/>
                  </a14:hiddenFill>
                </a:ext>
              </a:extLst>
            </p:spPr>
          </p:cxnSp>
          <p:cxnSp>
            <p:nvCxnSpPr>
              <p:cNvPr id="25" name="AutoShape 25"/>
              <p:cNvCxnSpPr>
                <a:cxnSpLocks noChangeShapeType="1"/>
                <a:stCxn id="9" idx="5"/>
                <a:endCxn id="18" idx="0"/>
              </p:cNvCxnSpPr>
              <p:nvPr/>
            </p:nvCxnSpPr>
            <p:spPr bwMode="auto">
              <a:xfrm>
                <a:off x="6972" y="3867"/>
                <a:ext cx="543" cy="413"/>
              </a:xfrm>
              <a:prstGeom prst="straightConnector1">
                <a:avLst/>
              </a:prstGeom>
              <a:noFill/>
              <a:ln w="9525">
                <a:solidFill>
                  <a:srgbClr val="000000"/>
                </a:solidFill>
                <a:round/>
                <a:headEnd type="triangle" w="med" len="med"/>
                <a:tailEnd/>
              </a:ln>
              <a:extLst>
                <a:ext uri="{909E8E84-426E-40DD-AFC4-6F175D3DCCD1}">
                  <a14:hiddenFill xmlns:a14="http://schemas.microsoft.com/office/drawing/2010/main" xmlns="">
                    <a:noFill/>
                  </a14:hiddenFill>
                </a:ext>
              </a:extLst>
            </p:spPr>
          </p:cxnSp>
          <p:cxnSp>
            <p:nvCxnSpPr>
              <p:cNvPr id="26" name="AutoShape 26"/>
              <p:cNvCxnSpPr>
                <a:cxnSpLocks noChangeShapeType="1"/>
                <a:stCxn id="7" idx="3"/>
                <a:endCxn id="13" idx="3"/>
              </p:cNvCxnSpPr>
              <p:nvPr/>
            </p:nvCxnSpPr>
            <p:spPr bwMode="auto">
              <a:xfrm flipH="1">
                <a:off x="3758" y="2747"/>
                <a:ext cx="855" cy="493"/>
              </a:xfrm>
              <a:prstGeom prst="straightConnector1">
                <a:avLst/>
              </a:prstGeom>
              <a:noFill/>
              <a:ln w="9525">
                <a:solidFill>
                  <a:srgbClr val="000000"/>
                </a:solidFill>
                <a:round/>
                <a:headEnd type="triangle" w="med" len="med"/>
                <a:tailEnd/>
              </a:ln>
              <a:extLst>
                <a:ext uri="{909E8E84-426E-40DD-AFC4-6F175D3DCCD1}">
                  <a14:hiddenFill xmlns:a14="http://schemas.microsoft.com/office/drawing/2010/main" xmlns="">
                    <a:noFill/>
                  </a14:hiddenFill>
                </a:ext>
              </a:extLst>
            </p:spPr>
          </p:cxnSp>
          <p:cxnSp>
            <p:nvCxnSpPr>
              <p:cNvPr id="27" name="AutoShape 27"/>
              <p:cNvCxnSpPr>
                <a:cxnSpLocks noChangeShapeType="1"/>
                <a:stCxn id="7" idx="1"/>
                <a:endCxn id="15" idx="3"/>
              </p:cNvCxnSpPr>
              <p:nvPr/>
            </p:nvCxnSpPr>
            <p:spPr bwMode="auto">
              <a:xfrm flipH="1" flipV="1">
                <a:off x="3758" y="1960"/>
                <a:ext cx="855" cy="333"/>
              </a:xfrm>
              <a:prstGeom prst="straightConnector1">
                <a:avLst/>
              </a:prstGeom>
              <a:noFill/>
              <a:ln w="9525">
                <a:solidFill>
                  <a:srgbClr val="000000"/>
                </a:solidFill>
                <a:round/>
                <a:headEnd type="triangle" w="med" len="med"/>
                <a:tailEnd/>
              </a:ln>
              <a:extLst>
                <a:ext uri="{909E8E84-426E-40DD-AFC4-6F175D3DCCD1}">
                  <a14:hiddenFill xmlns:a14="http://schemas.microsoft.com/office/drawing/2010/main" xmlns="">
                    <a:noFill/>
                  </a14:hiddenFill>
                </a:ext>
              </a:extLst>
            </p:spPr>
          </p:cxnSp>
          <p:cxnSp>
            <p:nvCxnSpPr>
              <p:cNvPr id="28" name="AutoShape 28"/>
              <p:cNvCxnSpPr>
                <a:cxnSpLocks noChangeShapeType="1"/>
                <a:stCxn id="8" idx="7"/>
                <a:endCxn id="19" idx="1"/>
              </p:cNvCxnSpPr>
              <p:nvPr/>
            </p:nvCxnSpPr>
            <p:spPr bwMode="auto">
              <a:xfrm flipV="1">
                <a:off x="8224" y="1960"/>
                <a:ext cx="543" cy="333"/>
              </a:xfrm>
              <a:prstGeom prst="straightConnector1">
                <a:avLst/>
              </a:prstGeom>
              <a:noFill/>
              <a:ln w="9525">
                <a:solidFill>
                  <a:srgbClr val="000000"/>
                </a:solidFill>
                <a:round/>
                <a:headEnd type="triangle" w="med" len="med"/>
                <a:tailEnd/>
              </a:ln>
              <a:extLst>
                <a:ext uri="{909E8E84-426E-40DD-AFC4-6F175D3DCCD1}">
                  <a14:hiddenFill xmlns:a14="http://schemas.microsoft.com/office/drawing/2010/main" xmlns="">
                    <a:noFill/>
                  </a14:hiddenFill>
                </a:ext>
              </a:extLst>
            </p:spPr>
          </p:cxnSp>
          <p:cxnSp>
            <p:nvCxnSpPr>
              <p:cNvPr id="29" name="AutoShape 29"/>
              <p:cNvCxnSpPr>
                <a:cxnSpLocks noChangeShapeType="1"/>
                <a:stCxn id="8" idx="6"/>
                <a:endCxn id="20" idx="1"/>
              </p:cNvCxnSpPr>
              <p:nvPr/>
            </p:nvCxnSpPr>
            <p:spPr bwMode="auto">
              <a:xfrm>
                <a:off x="8453" y="2520"/>
                <a:ext cx="314" cy="80"/>
              </a:xfrm>
              <a:prstGeom prst="straightConnector1">
                <a:avLst/>
              </a:prstGeom>
              <a:noFill/>
              <a:ln w="9525">
                <a:solidFill>
                  <a:srgbClr val="000000"/>
                </a:solidFill>
                <a:round/>
                <a:headEnd type="triangle" w="med" len="med"/>
                <a:tailEnd/>
              </a:ln>
              <a:extLst>
                <a:ext uri="{909E8E84-426E-40DD-AFC4-6F175D3DCCD1}">
                  <a14:hiddenFill xmlns:a14="http://schemas.microsoft.com/office/drawing/2010/main" xmlns="">
                    <a:noFill/>
                  </a14:hiddenFill>
                </a:ext>
              </a:extLst>
            </p:spPr>
          </p:cxnSp>
          <p:cxnSp>
            <p:nvCxnSpPr>
              <p:cNvPr id="30" name="AutoShape 30"/>
              <p:cNvCxnSpPr>
                <a:cxnSpLocks noChangeShapeType="1"/>
                <a:stCxn id="8" idx="5"/>
                <a:endCxn id="21" idx="1"/>
              </p:cNvCxnSpPr>
              <p:nvPr/>
            </p:nvCxnSpPr>
            <p:spPr bwMode="auto">
              <a:xfrm>
                <a:off x="8224" y="2747"/>
                <a:ext cx="543" cy="493"/>
              </a:xfrm>
              <a:prstGeom prst="straightConnector1">
                <a:avLst/>
              </a:prstGeom>
              <a:noFill/>
              <a:ln w="9525">
                <a:solidFill>
                  <a:srgbClr val="000000"/>
                </a:solidFill>
                <a:round/>
                <a:headEnd type="triangle" w="med" len="med"/>
                <a:tailEnd/>
              </a:ln>
              <a:extLst>
                <a:ext uri="{909E8E84-426E-40DD-AFC4-6F175D3DCCD1}">
                  <a14:hiddenFill xmlns:a14="http://schemas.microsoft.com/office/drawing/2010/main" xmlns="">
                    <a:noFill/>
                  </a14:hiddenFill>
                </a:ext>
              </a:extLst>
            </p:spPr>
          </p:cxnSp>
        </p:grpSp>
      </p:grpSp>
      <p:sp>
        <p:nvSpPr>
          <p:cNvPr id="31" name="Text Box 31"/>
          <p:cNvSpPr txBox="1">
            <a:spLocks noChangeArrowheads="1"/>
          </p:cNvSpPr>
          <p:nvPr/>
        </p:nvSpPr>
        <p:spPr bwMode="auto">
          <a:xfrm>
            <a:off x="900113" y="5345948"/>
            <a:ext cx="7488237" cy="861774"/>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spAutoFit/>
          </a:bodyPr>
          <a:lstStyle/>
          <a:p>
            <a:pPr algn="ctr">
              <a:spcBef>
                <a:spcPct val="50000"/>
              </a:spcBef>
            </a:pPr>
            <a:r>
              <a:rPr lang="en-US" altLang="zh-TW" sz="2000" dirty="0" smtClean="0"/>
              <a:t>Server&lt;-&gt;Server: Port 5269</a:t>
            </a:r>
            <a:endParaRPr lang="zh-TW" altLang="en-US" sz="2000" dirty="0"/>
          </a:p>
          <a:p>
            <a:pPr algn="ctr">
              <a:spcBef>
                <a:spcPct val="50000"/>
              </a:spcBef>
            </a:pPr>
            <a:r>
              <a:rPr lang="zh-TW" altLang="en-US" sz="2000" dirty="0"/>
              <a:t> </a:t>
            </a:r>
            <a:r>
              <a:rPr lang="en-US" altLang="zh-TW" sz="2000" dirty="0" smtClean="0"/>
              <a:t>Client&lt;-&gt;Server: Port 5222</a:t>
            </a:r>
            <a:endParaRPr lang="zh-TW" altLang="en-US" sz="2000" dirty="0"/>
          </a:p>
        </p:txBody>
      </p:sp>
    </p:spTree>
    <p:extLst>
      <p:ext uri="{BB962C8B-B14F-4D97-AF65-F5344CB8AC3E}">
        <p14:creationId xmlns:p14="http://schemas.microsoft.com/office/powerpoint/2010/main" xmlns="" val="3018957860"/>
      </p:ext>
    </p:extLst>
  </p:cSld>
  <p:clrMapOvr>
    <a:masterClrMapping/>
  </p:clrMapOvr>
  <p:transition>
    <p:wipe dir="r"/>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Rectangle 2"/>
          <p:cNvSpPr>
            <a:spLocks noGrp="1" noChangeArrowheads="1"/>
          </p:cNvSpPr>
          <p:nvPr>
            <p:ph type="title"/>
          </p:nvPr>
        </p:nvSpPr>
        <p:spPr/>
        <p:txBody>
          <a:bodyPr/>
          <a:lstStyle/>
          <a:p>
            <a:r>
              <a:rPr lang="en-US" altLang="zh-TW" dirty="0" smtClean="0"/>
              <a:t>XMPP Architecture</a:t>
            </a:r>
          </a:p>
        </p:txBody>
      </p:sp>
      <p:sp>
        <p:nvSpPr>
          <p:cNvPr id="20483" name="Rectangle 3"/>
          <p:cNvSpPr>
            <a:spLocks noGrp="1" noChangeArrowheads="1"/>
          </p:cNvSpPr>
          <p:nvPr>
            <p:ph type="body" idx="1"/>
          </p:nvPr>
        </p:nvSpPr>
        <p:spPr>
          <a:xfrm>
            <a:off x="655638" y="1308100"/>
            <a:ext cx="8031162" cy="4525963"/>
          </a:xfrm>
        </p:spPr>
        <p:txBody>
          <a:bodyPr/>
          <a:lstStyle/>
          <a:p>
            <a:r>
              <a:rPr lang="en-US" altLang="zh-TW" sz="2000" dirty="0" smtClean="0"/>
              <a:t>Addressing Scheme: </a:t>
            </a:r>
            <a:r>
              <a:rPr lang="en-US" altLang="zh-TW" sz="1600" dirty="0" err="1" smtClean="0">
                <a:solidFill>
                  <a:srgbClr val="9194C7"/>
                </a:solidFill>
                <a:latin typeface="Courier" charset="0"/>
                <a:cs typeface="Arial" panose="020B0604020202020204" pitchFamily="34" charset="0"/>
              </a:rPr>
              <a:t>node@domain</a:t>
            </a:r>
            <a:r>
              <a:rPr lang="en-US" altLang="zh-TW" sz="1600" dirty="0" smtClean="0">
                <a:solidFill>
                  <a:srgbClr val="9194C7"/>
                </a:solidFill>
                <a:latin typeface="Courier" charset="0"/>
                <a:cs typeface="Arial" panose="020B0604020202020204" pitchFamily="34" charset="0"/>
              </a:rPr>
              <a:t>/resource</a:t>
            </a:r>
            <a:endParaRPr lang="en-US" altLang="zh-TW" sz="2000" dirty="0" smtClean="0"/>
          </a:p>
          <a:p>
            <a:pPr lvl="1">
              <a:spcBef>
                <a:spcPts val="600"/>
              </a:spcBef>
            </a:pPr>
            <a:r>
              <a:rPr lang="en-US" altLang="zh-TW" sz="1800" dirty="0" smtClean="0"/>
              <a:t>JID = Jabber ID</a:t>
            </a:r>
          </a:p>
          <a:p>
            <a:pPr lvl="1">
              <a:spcBef>
                <a:spcPts val="600"/>
              </a:spcBef>
            </a:pPr>
            <a:r>
              <a:rPr lang="en-US" altLang="zh-TW" sz="1800" dirty="0" smtClean="0"/>
              <a:t>Node: identity, e.g. </a:t>
            </a:r>
            <a:r>
              <a:rPr lang="en-US" altLang="zh-TW" sz="1800" dirty="0" smtClean="0">
                <a:solidFill>
                  <a:srgbClr val="FF0000"/>
                </a:solidFill>
              </a:rPr>
              <a:t>user name</a:t>
            </a:r>
          </a:p>
          <a:p>
            <a:pPr lvl="1">
              <a:spcBef>
                <a:spcPts val="600"/>
              </a:spcBef>
            </a:pPr>
            <a:r>
              <a:rPr lang="en-US" altLang="zh-TW" sz="1800" dirty="0" smtClean="0"/>
              <a:t>Domain: DNS </a:t>
            </a:r>
            <a:r>
              <a:rPr lang="en-US" altLang="zh-TW" sz="1800" dirty="0" smtClean="0">
                <a:solidFill>
                  <a:srgbClr val="FF0000"/>
                </a:solidFill>
              </a:rPr>
              <a:t>domain name</a:t>
            </a:r>
          </a:p>
          <a:p>
            <a:pPr lvl="1">
              <a:spcBef>
                <a:spcPts val="600"/>
              </a:spcBef>
            </a:pPr>
            <a:r>
              <a:rPr lang="en-US" altLang="zh-TW" sz="1800" dirty="0" smtClean="0"/>
              <a:t>Resource: </a:t>
            </a:r>
            <a:r>
              <a:rPr lang="en-US" altLang="zh-TW" sz="1800" dirty="0" smtClean="0">
                <a:solidFill>
                  <a:srgbClr val="FF0000"/>
                </a:solidFill>
              </a:rPr>
              <a:t>device identifier</a:t>
            </a:r>
          </a:p>
          <a:p>
            <a:pPr lvl="1">
              <a:spcBef>
                <a:spcPts val="600"/>
              </a:spcBef>
            </a:pPr>
            <a:r>
              <a:rPr lang="en-US" altLang="zh-TW" sz="1600" dirty="0" err="1" smtClean="0">
                <a:solidFill>
                  <a:srgbClr val="FF0000"/>
                </a:solidFill>
                <a:latin typeface="Courier" charset="0"/>
                <a:cs typeface="Arial" panose="020B0604020202020204" pitchFamily="34" charset="0"/>
              </a:rPr>
              <a:t>node@domain</a:t>
            </a:r>
            <a:r>
              <a:rPr lang="en-US" altLang="zh-TW" sz="1800" dirty="0" smtClean="0">
                <a:solidFill>
                  <a:srgbClr val="FF0000"/>
                </a:solidFill>
              </a:rPr>
              <a:t> identifies a person</a:t>
            </a:r>
          </a:p>
          <a:p>
            <a:r>
              <a:rPr lang="en-US" altLang="zh-TW" sz="2000" dirty="0" smtClean="0"/>
              <a:t>Client talks to “local” server</a:t>
            </a:r>
          </a:p>
          <a:p>
            <a:pPr lvl="1">
              <a:spcBef>
                <a:spcPts val="600"/>
              </a:spcBef>
            </a:pPr>
            <a:r>
              <a:rPr lang="en-US" altLang="zh-TW" sz="1800" dirty="0" smtClean="0"/>
              <a:t>Wherever the user account is hosted</a:t>
            </a:r>
          </a:p>
          <a:p>
            <a:pPr lvl="1">
              <a:spcBef>
                <a:spcPts val="600"/>
              </a:spcBef>
            </a:pPr>
            <a:r>
              <a:rPr lang="en-US" altLang="zh-TW" sz="1800" dirty="0" smtClean="0"/>
              <a:t>Tied to directory if desired</a:t>
            </a:r>
          </a:p>
          <a:p>
            <a:pPr lvl="1">
              <a:spcBef>
                <a:spcPts val="600"/>
              </a:spcBef>
            </a:pPr>
            <a:r>
              <a:rPr lang="en-US" altLang="zh-TW" sz="1800" dirty="0" smtClean="0"/>
              <a:t>Organizational policy enforced</a:t>
            </a:r>
          </a:p>
          <a:p>
            <a:r>
              <a:rPr lang="en-US" altLang="zh-TW" sz="2000" dirty="0" smtClean="0"/>
              <a:t>Servers talk to other servers</a:t>
            </a:r>
          </a:p>
          <a:p>
            <a:pPr lvl="1">
              <a:spcBef>
                <a:spcPts val="600"/>
              </a:spcBef>
            </a:pPr>
            <a:r>
              <a:rPr lang="en-US" altLang="zh-TW" sz="1800" dirty="0" smtClean="0"/>
              <a:t>DNS lookup on domain portion of address</a:t>
            </a:r>
          </a:p>
          <a:p>
            <a:pPr lvl="1">
              <a:spcBef>
                <a:spcPts val="600"/>
              </a:spcBef>
            </a:pPr>
            <a:r>
              <a:rPr lang="en-US" altLang="zh-TW" sz="1800" dirty="0" err="1" smtClean="0"/>
              <a:t>Dialback</a:t>
            </a:r>
            <a:r>
              <a:rPr lang="en-US" altLang="zh-TW" sz="1800" dirty="0" smtClean="0"/>
              <a:t>, MTLS for security</a:t>
            </a:r>
          </a:p>
          <a:p>
            <a:pPr lvl="1">
              <a:spcBef>
                <a:spcPts val="600"/>
              </a:spcBef>
            </a:pPr>
            <a:r>
              <a:rPr lang="en-US" altLang="zh-TW" sz="1800" dirty="0" smtClean="0"/>
              <a:t>One connection for many conversations</a:t>
            </a:r>
          </a:p>
        </p:txBody>
      </p:sp>
      <p:pic>
        <p:nvPicPr>
          <p:cNvPr id="20484" name="Picture 7" descr="federation"/>
          <p:cNvPicPr>
            <a:picLocks noChangeAspect="1" noChangeArrowheads="1"/>
          </p:cNvPicPr>
          <p:nvPr/>
        </p:nvPicPr>
        <p:blipFill>
          <a:blip r:embed="rId3">
            <a:extLst>
              <a:ext uri="{28A0092B-C50C-407E-A947-70E740481C1C}">
                <a14:useLocalDpi xmlns:a14="http://schemas.microsoft.com/office/drawing/2010/main" xmlns="" val="0"/>
              </a:ext>
            </a:extLst>
          </a:blip>
          <a:srcRect/>
          <a:stretch>
            <a:fillRect/>
          </a:stretch>
        </p:blipFill>
        <p:spPr bwMode="auto">
          <a:xfrm>
            <a:off x="6553200" y="1143000"/>
            <a:ext cx="2044700" cy="5233988"/>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spTree>
  </p:cSld>
  <p:clrMapOvr>
    <a:masterClrMapping/>
  </p:clrMapOvr>
  <p:transition>
    <p:wipe dir="r"/>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Rectangle 2"/>
          <p:cNvSpPr>
            <a:spLocks noGrp="1" noChangeArrowheads="1"/>
          </p:cNvSpPr>
          <p:nvPr>
            <p:ph type="title"/>
          </p:nvPr>
        </p:nvSpPr>
        <p:spPr/>
        <p:txBody>
          <a:bodyPr/>
          <a:lstStyle/>
          <a:p>
            <a:r>
              <a:rPr lang="en-US" altLang="zh-TW" dirty="0" smtClean="0"/>
              <a:t>XMPP Architecture</a:t>
            </a:r>
          </a:p>
        </p:txBody>
      </p:sp>
      <p:sp>
        <p:nvSpPr>
          <p:cNvPr id="5" name="Content Placeholder 4"/>
          <p:cNvSpPr>
            <a:spLocks noGrp="1"/>
          </p:cNvSpPr>
          <p:nvPr>
            <p:ph idx="1"/>
          </p:nvPr>
        </p:nvSpPr>
        <p:spPr/>
        <p:txBody>
          <a:bodyPr/>
          <a:lstStyle/>
          <a:p>
            <a:r>
              <a:rPr lang="en-US" dirty="0" smtClean="0"/>
              <a:t>Each XMPP client is identified by JID (Jabber ID).</a:t>
            </a:r>
          </a:p>
          <a:p>
            <a:r>
              <a:rPr lang="en-US" dirty="0" smtClean="0"/>
              <a:t>#JID { user, server, resource }</a:t>
            </a:r>
          </a:p>
          <a:p>
            <a:r>
              <a:rPr lang="en-US" dirty="0" smtClean="0"/>
              <a:t>example, a </a:t>
            </a:r>
            <a:r>
              <a:rPr lang="en-US" dirty="0" err="1" smtClean="0"/>
              <a:t>WhatsApp</a:t>
            </a:r>
            <a:r>
              <a:rPr lang="en-US" dirty="0" smtClean="0"/>
              <a:t> user and identified by mobile number is represented as,</a:t>
            </a:r>
          </a:p>
          <a:p>
            <a:r>
              <a:rPr lang="en-US" dirty="0" smtClean="0"/>
              <a:t>user = “9833191909" server = "whatsapp.com" resource = "mobile" </a:t>
            </a:r>
          </a:p>
          <a:p>
            <a:r>
              <a:rPr lang="en-US" dirty="0" smtClean="0"/>
              <a:t>JID : " 9833191909@whatsapp.com/mobile"</a:t>
            </a:r>
            <a:endParaRPr lang="en-US" dirty="0"/>
          </a:p>
        </p:txBody>
      </p:sp>
    </p:spTree>
  </p:cSld>
  <p:clrMapOvr>
    <a:masterClrMapping/>
  </p:clrMapOvr>
  <p:transition>
    <p:wipe dir="r"/>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Rectangle 2"/>
          <p:cNvSpPr>
            <a:spLocks noGrp="1" noChangeArrowheads="1"/>
          </p:cNvSpPr>
          <p:nvPr>
            <p:ph type="title"/>
          </p:nvPr>
        </p:nvSpPr>
        <p:spPr/>
        <p:txBody>
          <a:bodyPr/>
          <a:lstStyle/>
          <a:p>
            <a:r>
              <a:rPr lang="en-US" altLang="zh-TW" dirty="0" smtClean="0"/>
              <a:t>XMPP Architecture</a:t>
            </a:r>
          </a:p>
        </p:txBody>
      </p:sp>
      <p:pic>
        <p:nvPicPr>
          <p:cNvPr id="1026" name="Picture 2"/>
          <p:cNvPicPr>
            <a:picLocks noChangeAspect="1" noChangeArrowheads="1"/>
          </p:cNvPicPr>
          <p:nvPr/>
        </p:nvPicPr>
        <p:blipFill>
          <a:blip r:embed="rId3"/>
          <a:srcRect l="19353" t="15278" r="18790" b="20000"/>
          <a:stretch>
            <a:fillRect/>
          </a:stretch>
        </p:blipFill>
        <p:spPr bwMode="auto">
          <a:xfrm>
            <a:off x="675209" y="1384892"/>
            <a:ext cx="8048283" cy="4734560"/>
          </a:xfrm>
          <a:prstGeom prst="rect">
            <a:avLst/>
          </a:prstGeom>
          <a:noFill/>
          <a:ln w="9525">
            <a:noFill/>
            <a:miter lim="800000"/>
            <a:headEnd/>
            <a:tailEnd/>
          </a:ln>
          <a:effectLst/>
        </p:spPr>
      </p:pic>
    </p:spTree>
  </p:cSld>
  <p:clrMapOvr>
    <a:masterClrMapping/>
  </p:clrMapOvr>
  <p:transition>
    <p:wipe dir="r"/>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Rectangle 2"/>
          <p:cNvSpPr>
            <a:spLocks noGrp="1" noChangeArrowheads="1"/>
          </p:cNvSpPr>
          <p:nvPr>
            <p:ph type="title"/>
          </p:nvPr>
        </p:nvSpPr>
        <p:spPr>
          <a:xfrm>
            <a:off x="457200" y="277813"/>
            <a:ext cx="8232775" cy="1143000"/>
          </a:xfrm>
        </p:spPr>
        <p:txBody>
          <a:bodyPr lIns="0" tIns="0" rIns="0" bIns="0"/>
          <a:lstStyle/>
          <a:p>
            <a:pPr defTabSz="449263">
              <a:lnSpc>
                <a:spcPct val="95000"/>
              </a:lnSpc>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pPr>
            <a:r>
              <a:rPr lang="en-GB" smtClean="0"/>
              <a:t>What is XML</a:t>
            </a:r>
          </a:p>
        </p:txBody>
      </p:sp>
      <p:sp>
        <p:nvSpPr>
          <p:cNvPr id="11267" name="Text Box 3"/>
          <p:cNvSpPr txBox="1">
            <a:spLocks noChangeArrowheads="1"/>
          </p:cNvSpPr>
          <p:nvPr/>
        </p:nvSpPr>
        <p:spPr bwMode="auto">
          <a:xfrm>
            <a:off x="457200" y="1332908"/>
            <a:ext cx="8229600" cy="2064284"/>
          </a:xfrm>
          <a:prstGeom prst="rect">
            <a:avLst/>
          </a:prstGeom>
          <a:noFill/>
          <a:ln w="9525">
            <a:noFill/>
            <a:miter lim="800000"/>
            <a:headEnd/>
            <a:tailEnd/>
          </a:ln>
        </p:spPr>
        <p:txBody>
          <a:bodyPr lIns="90000" tIns="46800" rIns="90000" bIns="46800">
            <a:spAutoFit/>
          </a:bodyPr>
          <a:lstStyle/>
          <a:p>
            <a:pPr marL="739775" lvl="1" indent="-282575" algn="l">
              <a:lnSpc>
                <a:spcPct val="90000"/>
              </a:lnSpc>
              <a:spcBef>
                <a:spcPts val="575"/>
              </a:spcBef>
              <a:buClr>
                <a:srgbClr val="999900"/>
              </a:buClr>
              <a:buSzPct val="75000"/>
              <a:buFont typeface="Wingdings" pitchFamily="2" charset="2"/>
              <a:buNone/>
              <a:tabLst>
                <a:tab pos="739775" algn="l"/>
                <a:tab pos="1187450" algn="l"/>
                <a:tab pos="1636713" algn="l"/>
                <a:tab pos="2085975" algn="l"/>
                <a:tab pos="2535238" algn="l"/>
                <a:tab pos="2984500" algn="l"/>
                <a:tab pos="3433763" algn="l"/>
                <a:tab pos="3883025" algn="l"/>
                <a:tab pos="4332288" algn="l"/>
                <a:tab pos="4781550" algn="l"/>
                <a:tab pos="5230813" algn="l"/>
                <a:tab pos="5680075" algn="l"/>
                <a:tab pos="6129338" algn="l"/>
                <a:tab pos="6578600" algn="l"/>
                <a:tab pos="7027863" algn="l"/>
                <a:tab pos="7477125" algn="l"/>
                <a:tab pos="7926388" algn="l"/>
                <a:tab pos="8375650" algn="l"/>
                <a:tab pos="8824913" algn="l"/>
                <a:tab pos="9274175" algn="l"/>
                <a:tab pos="9723438" algn="l"/>
              </a:tabLst>
            </a:pPr>
            <a:r>
              <a:rPr lang="en-GB" sz="2000" dirty="0">
                <a:solidFill>
                  <a:srgbClr val="000000"/>
                </a:solidFill>
              </a:rPr>
              <a:t>XML is a simple tag-based language for describing information in a structured way.</a:t>
            </a:r>
          </a:p>
          <a:p>
            <a:pPr marL="739775" lvl="1" indent="-282575" algn="l">
              <a:lnSpc>
                <a:spcPct val="90000"/>
              </a:lnSpc>
              <a:spcBef>
                <a:spcPts val="575"/>
              </a:spcBef>
              <a:buClr>
                <a:srgbClr val="999900"/>
              </a:buClr>
              <a:buSzPct val="75000"/>
              <a:buFont typeface="Wingdings" pitchFamily="2" charset="2"/>
              <a:buNone/>
              <a:tabLst>
                <a:tab pos="739775" algn="l"/>
                <a:tab pos="1187450" algn="l"/>
                <a:tab pos="1636713" algn="l"/>
                <a:tab pos="2085975" algn="l"/>
                <a:tab pos="2535238" algn="l"/>
                <a:tab pos="2984500" algn="l"/>
                <a:tab pos="3433763" algn="l"/>
                <a:tab pos="3883025" algn="l"/>
                <a:tab pos="4332288" algn="l"/>
                <a:tab pos="4781550" algn="l"/>
                <a:tab pos="5230813" algn="l"/>
                <a:tab pos="5680075" algn="l"/>
                <a:tab pos="6129338" algn="l"/>
                <a:tab pos="6578600" algn="l"/>
                <a:tab pos="7027863" algn="l"/>
                <a:tab pos="7477125" algn="l"/>
                <a:tab pos="7926388" algn="l"/>
                <a:tab pos="8375650" algn="l"/>
                <a:tab pos="8824913" algn="l"/>
                <a:tab pos="9274175" algn="l"/>
                <a:tab pos="9723438" algn="l"/>
              </a:tabLst>
            </a:pPr>
            <a:r>
              <a:rPr lang="en-GB" sz="2000" dirty="0">
                <a:solidFill>
                  <a:srgbClr val="000000"/>
                </a:solidFill>
              </a:rPr>
              <a:t>Basic elements:</a:t>
            </a:r>
          </a:p>
          <a:p>
            <a:pPr marL="739775" lvl="1" indent="-282575" algn="l">
              <a:lnSpc>
                <a:spcPct val="90000"/>
              </a:lnSpc>
              <a:spcBef>
                <a:spcPts val="575"/>
              </a:spcBef>
              <a:buClr>
                <a:srgbClr val="999900"/>
              </a:buClr>
              <a:buSzPct val="75000"/>
              <a:buFont typeface="Wingdings" pitchFamily="2" charset="2"/>
              <a:buChar char=""/>
              <a:tabLst>
                <a:tab pos="739775" algn="l"/>
                <a:tab pos="1187450" algn="l"/>
                <a:tab pos="1636713" algn="l"/>
                <a:tab pos="2085975" algn="l"/>
                <a:tab pos="2535238" algn="l"/>
                <a:tab pos="2984500" algn="l"/>
                <a:tab pos="3433763" algn="l"/>
                <a:tab pos="3883025" algn="l"/>
                <a:tab pos="4332288" algn="l"/>
                <a:tab pos="4781550" algn="l"/>
                <a:tab pos="5230813" algn="l"/>
                <a:tab pos="5680075" algn="l"/>
                <a:tab pos="6129338" algn="l"/>
                <a:tab pos="6578600" algn="l"/>
                <a:tab pos="7027863" algn="l"/>
                <a:tab pos="7477125" algn="l"/>
                <a:tab pos="7926388" algn="l"/>
                <a:tab pos="8375650" algn="l"/>
                <a:tab pos="8824913" algn="l"/>
                <a:tab pos="9274175" algn="l"/>
                <a:tab pos="9723438" algn="l"/>
              </a:tabLst>
            </a:pPr>
            <a:r>
              <a:rPr lang="en-GB" sz="2000" dirty="0">
                <a:solidFill>
                  <a:srgbClr val="000000"/>
                </a:solidFill>
              </a:rPr>
              <a:t>Tags </a:t>
            </a:r>
          </a:p>
          <a:p>
            <a:pPr marL="739775" lvl="1" indent="-282575" algn="l">
              <a:lnSpc>
                <a:spcPct val="90000"/>
              </a:lnSpc>
              <a:spcBef>
                <a:spcPts val="575"/>
              </a:spcBef>
              <a:buClr>
                <a:srgbClr val="999900"/>
              </a:buClr>
              <a:buSzPct val="75000"/>
              <a:buFont typeface="Wingdings" pitchFamily="2" charset="2"/>
              <a:buChar char=""/>
              <a:tabLst>
                <a:tab pos="739775" algn="l"/>
                <a:tab pos="1187450" algn="l"/>
                <a:tab pos="1636713" algn="l"/>
                <a:tab pos="2085975" algn="l"/>
                <a:tab pos="2535238" algn="l"/>
                <a:tab pos="2984500" algn="l"/>
                <a:tab pos="3433763" algn="l"/>
                <a:tab pos="3883025" algn="l"/>
                <a:tab pos="4332288" algn="l"/>
                <a:tab pos="4781550" algn="l"/>
                <a:tab pos="5230813" algn="l"/>
                <a:tab pos="5680075" algn="l"/>
                <a:tab pos="6129338" algn="l"/>
                <a:tab pos="6578600" algn="l"/>
                <a:tab pos="7027863" algn="l"/>
                <a:tab pos="7477125" algn="l"/>
                <a:tab pos="7926388" algn="l"/>
                <a:tab pos="8375650" algn="l"/>
                <a:tab pos="8824913" algn="l"/>
                <a:tab pos="9274175" algn="l"/>
                <a:tab pos="9723438" algn="l"/>
              </a:tabLst>
            </a:pPr>
            <a:r>
              <a:rPr lang="en-GB" sz="2000" dirty="0">
                <a:solidFill>
                  <a:srgbClr val="000000"/>
                </a:solidFill>
              </a:rPr>
              <a:t>Attributes </a:t>
            </a:r>
          </a:p>
          <a:p>
            <a:pPr marL="739775" lvl="1" indent="-282575" algn="l">
              <a:lnSpc>
                <a:spcPct val="90000"/>
              </a:lnSpc>
              <a:spcBef>
                <a:spcPts val="575"/>
              </a:spcBef>
              <a:buClr>
                <a:srgbClr val="999900"/>
              </a:buClr>
              <a:buSzPct val="75000"/>
              <a:buFont typeface="Wingdings" pitchFamily="2" charset="2"/>
              <a:buChar char=""/>
              <a:tabLst>
                <a:tab pos="739775" algn="l"/>
                <a:tab pos="1187450" algn="l"/>
                <a:tab pos="1636713" algn="l"/>
                <a:tab pos="2085975" algn="l"/>
                <a:tab pos="2535238" algn="l"/>
                <a:tab pos="2984500" algn="l"/>
                <a:tab pos="3433763" algn="l"/>
                <a:tab pos="3883025" algn="l"/>
                <a:tab pos="4332288" algn="l"/>
                <a:tab pos="4781550" algn="l"/>
                <a:tab pos="5230813" algn="l"/>
                <a:tab pos="5680075" algn="l"/>
                <a:tab pos="6129338" algn="l"/>
                <a:tab pos="6578600" algn="l"/>
                <a:tab pos="7027863" algn="l"/>
                <a:tab pos="7477125" algn="l"/>
                <a:tab pos="7926388" algn="l"/>
                <a:tab pos="8375650" algn="l"/>
                <a:tab pos="8824913" algn="l"/>
                <a:tab pos="9274175" algn="l"/>
                <a:tab pos="9723438" algn="l"/>
              </a:tabLst>
            </a:pPr>
            <a:r>
              <a:rPr lang="en-GB" sz="2000" dirty="0">
                <a:solidFill>
                  <a:srgbClr val="000000"/>
                </a:solidFill>
              </a:rPr>
              <a:t>Text</a:t>
            </a:r>
          </a:p>
        </p:txBody>
      </p:sp>
      <p:grpSp>
        <p:nvGrpSpPr>
          <p:cNvPr id="35" name="Group 34"/>
          <p:cNvGrpSpPr/>
          <p:nvPr/>
        </p:nvGrpSpPr>
        <p:grpSpPr>
          <a:xfrm>
            <a:off x="1198563" y="2331849"/>
            <a:ext cx="7573962" cy="3103563"/>
            <a:chOff x="1198563" y="2331849"/>
            <a:chExt cx="7573962" cy="3103563"/>
          </a:xfrm>
        </p:grpSpPr>
        <p:grpSp>
          <p:nvGrpSpPr>
            <p:cNvPr id="2" name="Group 4"/>
            <p:cNvGrpSpPr>
              <a:grpSpLocks/>
            </p:cNvGrpSpPr>
            <p:nvPr/>
          </p:nvGrpSpPr>
          <p:grpSpPr bwMode="auto">
            <a:xfrm>
              <a:off x="1600200" y="4032062"/>
              <a:ext cx="6229350" cy="1174750"/>
              <a:chOff x="1008" y="3045"/>
              <a:chExt cx="3924" cy="740"/>
            </a:xfrm>
          </p:grpSpPr>
          <p:sp>
            <p:nvSpPr>
              <p:cNvPr id="11297" name="AutoShape 5"/>
              <p:cNvSpPr>
                <a:spLocks noChangeArrowheads="1"/>
              </p:cNvSpPr>
              <p:nvPr/>
            </p:nvSpPr>
            <p:spPr bwMode="auto">
              <a:xfrm>
                <a:off x="1008" y="3045"/>
                <a:ext cx="3925" cy="741"/>
              </a:xfrm>
              <a:prstGeom prst="roundRect">
                <a:avLst>
                  <a:gd name="adj" fmla="val 134"/>
                </a:avLst>
              </a:prstGeom>
              <a:solidFill>
                <a:srgbClr val="D69B80"/>
              </a:solidFill>
              <a:ln w="9360">
                <a:solidFill>
                  <a:srgbClr val="000000"/>
                </a:solidFill>
                <a:round/>
                <a:headEnd/>
                <a:tailEnd/>
              </a:ln>
            </p:spPr>
            <p:txBody>
              <a:bodyPr wrap="none" anchor="ctr"/>
              <a:lstStyle/>
              <a:p>
                <a:endParaRPr lang="en-US"/>
              </a:p>
            </p:txBody>
          </p:sp>
          <p:sp>
            <p:nvSpPr>
              <p:cNvPr id="11298" name="Text Box 6"/>
              <p:cNvSpPr txBox="1">
                <a:spLocks noChangeArrowheads="1"/>
              </p:cNvSpPr>
              <p:nvPr/>
            </p:nvSpPr>
            <p:spPr bwMode="auto">
              <a:xfrm>
                <a:off x="1008" y="3045"/>
                <a:ext cx="3925" cy="741"/>
              </a:xfrm>
              <a:prstGeom prst="rect">
                <a:avLst/>
              </a:prstGeom>
              <a:noFill/>
              <a:ln w="9525">
                <a:noFill/>
                <a:miter lim="800000"/>
                <a:headEnd/>
                <a:tailEnd/>
              </a:ln>
            </p:spPr>
            <p:txBody>
              <a:bodyPr lIns="90000" tIns="46800" rIns="90000" bIns="46800">
                <a:spAutoFit/>
              </a:bodyPr>
              <a:lstStyle/>
              <a:p>
                <a:pPr algn="l">
                  <a:lnSpc>
                    <a:spcPct val="89000"/>
                  </a:lnSpc>
                  <a:spcBef>
                    <a:spcPts val="1225"/>
                  </a:spcBef>
                  <a:buClr>
                    <a:srgbClr val="000000"/>
                  </a:buClr>
                  <a:buSzPct val="100000"/>
                  <a:buFont typeface="Arial" pitchFamily="34" charset="0"/>
                  <a:buNone/>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pPr>
                <a:r>
                  <a:rPr lang="en-GB">
                    <a:latin typeface="Courier New" pitchFamily="49" charset="0"/>
                  </a:rPr>
                  <a:t>&lt;xhtml:table&gt;&lt;xhtml:tr&gt;</a:t>
                </a:r>
                <a:br>
                  <a:rPr lang="en-GB">
                    <a:latin typeface="Courier New" pitchFamily="49" charset="0"/>
                  </a:rPr>
                </a:br>
                <a:r>
                  <a:rPr lang="en-GB">
                    <a:latin typeface="Courier New" pitchFamily="49" charset="0"/>
                  </a:rPr>
                  <a:t>&lt;xhtml:td width="40%"&gt;LastName&lt;/xhtml:td&gt;</a:t>
                </a:r>
                <a:br>
                  <a:rPr lang="en-GB">
                    <a:latin typeface="Courier New" pitchFamily="49" charset="0"/>
                  </a:rPr>
                </a:br>
                <a:r>
                  <a:rPr lang="en-GB">
                    <a:latin typeface="Courier New" pitchFamily="49" charset="0"/>
                  </a:rPr>
                  <a:t>&lt;xhtml:td width="60%"&gt;Allen&lt;/xhtml:td&gt;</a:t>
                </a:r>
                <a:br>
                  <a:rPr lang="en-GB">
                    <a:latin typeface="Courier New" pitchFamily="49" charset="0"/>
                  </a:rPr>
                </a:br>
                <a:r>
                  <a:rPr lang="en-GB">
                    <a:latin typeface="Courier New" pitchFamily="49" charset="0"/>
                  </a:rPr>
                  <a:t>&lt;/xhtml:tr&gt;&lt;/xhtml:table&gt;</a:t>
                </a:r>
              </a:p>
            </p:txBody>
          </p:sp>
        </p:grpSp>
        <p:sp>
          <p:nvSpPr>
            <p:cNvPr id="11269" name="Line 7"/>
            <p:cNvSpPr>
              <a:spLocks noChangeShapeType="1"/>
            </p:cNvSpPr>
            <p:nvPr/>
          </p:nvSpPr>
          <p:spPr bwMode="auto">
            <a:xfrm>
              <a:off x="2228850" y="3700274"/>
              <a:ext cx="36513" cy="371475"/>
            </a:xfrm>
            <a:prstGeom prst="line">
              <a:avLst/>
            </a:prstGeom>
            <a:noFill/>
            <a:ln w="9360">
              <a:solidFill>
                <a:srgbClr val="800000"/>
              </a:solidFill>
              <a:round/>
              <a:headEnd/>
              <a:tailEnd type="triangle" w="lg" len="lg"/>
            </a:ln>
          </p:spPr>
          <p:txBody>
            <a:bodyPr/>
            <a:lstStyle/>
            <a:p>
              <a:endParaRPr lang="en-US"/>
            </a:p>
          </p:txBody>
        </p:sp>
        <p:sp>
          <p:nvSpPr>
            <p:cNvPr id="11270" name="Text Box 8"/>
            <p:cNvSpPr txBox="1">
              <a:spLocks noChangeArrowheads="1"/>
            </p:cNvSpPr>
            <p:nvPr/>
          </p:nvSpPr>
          <p:spPr bwMode="auto">
            <a:xfrm>
              <a:off x="1671638" y="3478024"/>
              <a:ext cx="1409700" cy="201613"/>
            </a:xfrm>
            <a:prstGeom prst="rect">
              <a:avLst/>
            </a:prstGeom>
            <a:noFill/>
            <a:ln w="9525">
              <a:noFill/>
              <a:miter lim="800000"/>
              <a:headEnd/>
              <a:tailEnd/>
            </a:ln>
          </p:spPr>
          <p:txBody>
            <a:bodyPr lIns="0" tIns="0" rIns="0" bIns="0">
              <a:spAutoFit/>
            </a:bodyPr>
            <a:lstStyle/>
            <a:p>
              <a:pPr algn="l">
                <a:lnSpc>
                  <a:spcPct val="93000"/>
                </a:lnSpc>
                <a:buClr>
                  <a:srgbClr val="000000"/>
                </a:buClr>
                <a:buSzPct val="77000"/>
                <a:buFont typeface="Arial" pitchFamily="34" charset="0"/>
                <a:buNone/>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pPr>
              <a:r>
                <a:rPr lang="en-GB" sz="1400">
                  <a:latin typeface="Arial" pitchFamily="34" charset="0"/>
                </a:rPr>
                <a:t>StartTag</a:t>
              </a:r>
            </a:p>
          </p:txBody>
        </p:sp>
        <p:sp>
          <p:nvSpPr>
            <p:cNvPr id="11271" name="Line 9"/>
            <p:cNvSpPr>
              <a:spLocks noChangeShapeType="1"/>
            </p:cNvSpPr>
            <p:nvPr/>
          </p:nvSpPr>
          <p:spPr bwMode="auto">
            <a:xfrm flipH="1" flipV="1">
              <a:off x="2200275" y="5095687"/>
              <a:ext cx="166688" cy="339725"/>
            </a:xfrm>
            <a:prstGeom prst="line">
              <a:avLst/>
            </a:prstGeom>
            <a:noFill/>
            <a:ln w="9360">
              <a:solidFill>
                <a:srgbClr val="008000"/>
              </a:solidFill>
              <a:round/>
              <a:headEnd/>
              <a:tailEnd type="triangle" w="lg" len="lg"/>
            </a:ln>
          </p:spPr>
          <p:txBody>
            <a:bodyPr/>
            <a:lstStyle/>
            <a:p>
              <a:endParaRPr lang="en-US"/>
            </a:p>
          </p:txBody>
        </p:sp>
        <p:sp>
          <p:nvSpPr>
            <p:cNvPr id="11272" name="Text Box 10"/>
            <p:cNvSpPr txBox="1">
              <a:spLocks noChangeArrowheads="1"/>
            </p:cNvSpPr>
            <p:nvPr/>
          </p:nvSpPr>
          <p:spPr bwMode="auto">
            <a:xfrm>
              <a:off x="5446713" y="3428812"/>
              <a:ext cx="487362" cy="201612"/>
            </a:xfrm>
            <a:prstGeom prst="rect">
              <a:avLst/>
            </a:prstGeom>
            <a:noFill/>
            <a:ln w="9525">
              <a:noFill/>
              <a:miter lim="800000"/>
              <a:headEnd/>
              <a:tailEnd/>
            </a:ln>
          </p:spPr>
          <p:txBody>
            <a:bodyPr lIns="0" tIns="0" rIns="0" bIns="0">
              <a:spAutoFit/>
            </a:bodyPr>
            <a:lstStyle/>
            <a:p>
              <a:pPr algn="l">
                <a:lnSpc>
                  <a:spcPct val="93000"/>
                </a:lnSpc>
                <a:buClr>
                  <a:srgbClr val="000000"/>
                </a:buClr>
                <a:buSzPct val="77000"/>
                <a:buFont typeface="Arial" pitchFamily="34" charset="0"/>
                <a:buNone/>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pPr>
              <a:r>
                <a:rPr lang="en-GB" sz="1400">
                  <a:latin typeface="Arial" pitchFamily="34" charset="0"/>
                </a:rPr>
                <a:t>Text</a:t>
              </a:r>
            </a:p>
          </p:txBody>
        </p:sp>
        <p:sp>
          <p:nvSpPr>
            <p:cNvPr id="11273" name="Line 11"/>
            <p:cNvSpPr>
              <a:spLocks noChangeShapeType="1"/>
            </p:cNvSpPr>
            <p:nvPr/>
          </p:nvSpPr>
          <p:spPr bwMode="auto">
            <a:xfrm flipH="1">
              <a:off x="4848225" y="3609787"/>
              <a:ext cx="738188" cy="746125"/>
            </a:xfrm>
            <a:prstGeom prst="line">
              <a:avLst/>
            </a:prstGeom>
            <a:noFill/>
            <a:ln w="9360">
              <a:solidFill>
                <a:srgbClr val="000080"/>
              </a:solidFill>
              <a:round/>
              <a:headEnd/>
              <a:tailEnd type="triangle" w="lg" len="lg"/>
            </a:ln>
          </p:spPr>
          <p:txBody>
            <a:bodyPr/>
            <a:lstStyle/>
            <a:p>
              <a:endParaRPr lang="en-US"/>
            </a:p>
          </p:txBody>
        </p:sp>
        <p:sp>
          <p:nvSpPr>
            <p:cNvPr id="11274" name="Line 12"/>
            <p:cNvSpPr>
              <a:spLocks noChangeShapeType="1"/>
            </p:cNvSpPr>
            <p:nvPr/>
          </p:nvSpPr>
          <p:spPr bwMode="auto">
            <a:xfrm flipH="1">
              <a:off x="5219700" y="3622487"/>
              <a:ext cx="404813" cy="1019175"/>
            </a:xfrm>
            <a:prstGeom prst="line">
              <a:avLst/>
            </a:prstGeom>
            <a:noFill/>
            <a:ln w="9360">
              <a:solidFill>
                <a:srgbClr val="000080"/>
              </a:solidFill>
              <a:round/>
              <a:headEnd/>
              <a:tailEnd type="triangle" w="lg" len="lg"/>
            </a:ln>
          </p:spPr>
          <p:txBody>
            <a:bodyPr/>
            <a:lstStyle/>
            <a:p>
              <a:endParaRPr lang="en-US"/>
            </a:p>
          </p:txBody>
        </p:sp>
        <p:sp>
          <p:nvSpPr>
            <p:cNvPr id="11275" name="Line 13"/>
            <p:cNvSpPr>
              <a:spLocks noChangeShapeType="1"/>
            </p:cNvSpPr>
            <p:nvPr/>
          </p:nvSpPr>
          <p:spPr bwMode="auto">
            <a:xfrm>
              <a:off x="2228850" y="3700274"/>
              <a:ext cx="1428750" cy="374650"/>
            </a:xfrm>
            <a:prstGeom prst="line">
              <a:avLst/>
            </a:prstGeom>
            <a:noFill/>
            <a:ln w="9360">
              <a:solidFill>
                <a:srgbClr val="800000"/>
              </a:solidFill>
              <a:round/>
              <a:headEnd/>
              <a:tailEnd type="triangle" w="lg" len="lg"/>
            </a:ln>
          </p:spPr>
          <p:txBody>
            <a:bodyPr/>
            <a:lstStyle/>
            <a:p>
              <a:endParaRPr lang="en-US"/>
            </a:p>
          </p:txBody>
        </p:sp>
        <p:sp>
          <p:nvSpPr>
            <p:cNvPr id="11276" name="Line 14"/>
            <p:cNvSpPr>
              <a:spLocks noChangeShapeType="1"/>
            </p:cNvSpPr>
            <p:nvPr/>
          </p:nvSpPr>
          <p:spPr bwMode="auto">
            <a:xfrm>
              <a:off x="1387475" y="4109849"/>
              <a:ext cx="247650" cy="358775"/>
            </a:xfrm>
            <a:prstGeom prst="line">
              <a:avLst/>
            </a:prstGeom>
            <a:noFill/>
            <a:ln w="9360">
              <a:solidFill>
                <a:srgbClr val="800000"/>
              </a:solidFill>
              <a:round/>
              <a:headEnd/>
              <a:tailEnd type="triangle" w="lg" len="lg"/>
            </a:ln>
          </p:spPr>
          <p:txBody>
            <a:bodyPr/>
            <a:lstStyle/>
            <a:p>
              <a:endParaRPr lang="en-US"/>
            </a:p>
          </p:txBody>
        </p:sp>
        <p:sp>
          <p:nvSpPr>
            <p:cNvPr id="11277" name="Line 15"/>
            <p:cNvSpPr>
              <a:spLocks noChangeShapeType="1"/>
            </p:cNvSpPr>
            <p:nvPr/>
          </p:nvSpPr>
          <p:spPr bwMode="auto">
            <a:xfrm flipH="1">
              <a:off x="1371600" y="3700274"/>
              <a:ext cx="847725" cy="407988"/>
            </a:xfrm>
            <a:prstGeom prst="line">
              <a:avLst/>
            </a:prstGeom>
            <a:noFill/>
            <a:ln w="9360">
              <a:solidFill>
                <a:srgbClr val="800000"/>
              </a:solidFill>
              <a:round/>
              <a:headEnd/>
              <a:tailEnd/>
            </a:ln>
          </p:spPr>
          <p:txBody>
            <a:bodyPr/>
            <a:lstStyle/>
            <a:p>
              <a:endParaRPr lang="en-US"/>
            </a:p>
          </p:txBody>
        </p:sp>
        <p:sp>
          <p:nvSpPr>
            <p:cNvPr id="11278" name="Line 16"/>
            <p:cNvSpPr>
              <a:spLocks noChangeShapeType="1"/>
            </p:cNvSpPr>
            <p:nvPr/>
          </p:nvSpPr>
          <p:spPr bwMode="auto">
            <a:xfrm>
              <a:off x="1201738" y="4047937"/>
              <a:ext cx="469900" cy="655637"/>
            </a:xfrm>
            <a:prstGeom prst="line">
              <a:avLst/>
            </a:prstGeom>
            <a:noFill/>
            <a:ln w="9360">
              <a:solidFill>
                <a:srgbClr val="800000"/>
              </a:solidFill>
              <a:round/>
              <a:headEnd/>
              <a:tailEnd type="triangle" w="lg" len="lg"/>
            </a:ln>
          </p:spPr>
          <p:txBody>
            <a:bodyPr/>
            <a:lstStyle/>
            <a:p>
              <a:endParaRPr lang="en-US"/>
            </a:p>
          </p:txBody>
        </p:sp>
        <p:sp>
          <p:nvSpPr>
            <p:cNvPr id="11279" name="Line 17"/>
            <p:cNvSpPr>
              <a:spLocks noChangeShapeType="1"/>
            </p:cNvSpPr>
            <p:nvPr/>
          </p:nvSpPr>
          <p:spPr bwMode="auto">
            <a:xfrm flipH="1">
              <a:off x="1198563" y="3676462"/>
              <a:ext cx="1033462" cy="371475"/>
            </a:xfrm>
            <a:prstGeom prst="line">
              <a:avLst/>
            </a:prstGeom>
            <a:noFill/>
            <a:ln w="9360">
              <a:solidFill>
                <a:srgbClr val="800000"/>
              </a:solidFill>
              <a:round/>
              <a:headEnd/>
              <a:tailEnd/>
            </a:ln>
          </p:spPr>
          <p:txBody>
            <a:bodyPr/>
            <a:lstStyle/>
            <a:p>
              <a:endParaRPr lang="en-US"/>
            </a:p>
          </p:txBody>
        </p:sp>
        <p:sp>
          <p:nvSpPr>
            <p:cNvPr id="11280" name="Text Box 18"/>
            <p:cNvSpPr txBox="1">
              <a:spLocks noChangeArrowheads="1"/>
            </p:cNvSpPr>
            <p:nvPr/>
          </p:nvSpPr>
          <p:spPr bwMode="auto">
            <a:xfrm>
              <a:off x="6619875" y="3441512"/>
              <a:ext cx="1409700" cy="201612"/>
            </a:xfrm>
            <a:prstGeom prst="rect">
              <a:avLst/>
            </a:prstGeom>
            <a:noFill/>
            <a:ln w="9525">
              <a:noFill/>
              <a:miter lim="800000"/>
              <a:headEnd/>
              <a:tailEnd/>
            </a:ln>
          </p:spPr>
          <p:txBody>
            <a:bodyPr lIns="0" tIns="0" rIns="0" bIns="0">
              <a:spAutoFit/>
            </a:bodyPr>
            <a:lstStyle/>
            <a:p>
              <a:pPr algn="l">
                <a:lnSpc>
                  <a:spcPct val="93000"/>
                </a:lnSpc>
                <a:buClr>
                  <a:srgbClr val="000000"/>
                </a:buClr>
                <a:buSzPct val="77000"/>
                <a:buFont typeface="Arial" pitchFamily="34" charset="0"/>
                <a:buNone/>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pPr>
              <a:r>
                <a:rPr lang="en-GB" sz="1400">
                  <a:latin typeface="Arial" pitchFamily="34" charset="0"/>
                </a:rPr>
                <a:t>EndTag</a:t>
              </a:r>
            </a:p>
          </p:txBody>
        </p:sp>
        <p:sp>
          <p:nvSpPr>
            <p:cNvPr id="11281" name="Line 19"/>
            <p:cNvSpPr>
              <a:spLocks noChangeShapeType="1"/>
            </p:cNvSpPr>
            <p:nvPr/>
          </p:nvSpPr>
          <p:spPr bwMode="auto">
            <a:xfrm flipH="1">
              <a:off x="6184900" y="3651062"/>
              <a:ext cx="871538" cy="717550"/>
            </a:xfrm>
            <a:prstGeom prst="line">
              <a:avLst/>
            </a:prstGeom>
            <a:noFill/>
            <a:ln w="9360">
              <a:solidFill>
                <a:srgbClr val="008000"/>
              </a:solidFill>
              <a:round/>
              <a:headEnd/>
              <a:tailEnd type="triangle" w="lg" len="lg"/>
            </a:ln>
          </p:spPr>
          <p:txBody>
            <a:bodyPr/>
            <a:lstStyle/>
            <a:p>
              <a:endParaRPr lang="en-US"/>
            </a:p>
          </p:txBody>
        </p:sp>
        <p:sp>
          <p:nvSpPr>
            <p:cNvPr id="11282" name="Line 20"/>
            <p:cNvSpPr>
              <a:spLocks noChangeShapeType="1"/>
            </p:cNvSpPr>
            <p:nvPr/>
          </p:nvSpPr>
          <p:spPr bwMode="auto">
            <a:xfrm flipH="1">
              <a:off x="6654800" y="3663762"/>
              <a:ext cx="414338" cy="965200"/>
            </a:xfrm>
            <a:prstGeom prst="line">
              <a:avLst/>
            </a:prstGeom>
            <a:noFill/>
            <a:ln w="9360">
              <a:solidFill>
                <a:srgbClr val="008000"/>
              </a:solidFill>
              <a:round/>
              <a:headEnd/>
              <a:tailEnd type="triangle" w="lg" len="lg"/>
            </a:ln>
          </p:spPr>
          <p:txBody>
            <a:bodyPr/>
            <a:lstStyle/>
            <a:p>
              <a:endParaRPr lang="en-US"/>
            </a:p>
          </p:txBody>
        </p:sp>
        <p:sp>
          <p:nvSpPr>
            <p:cNvPr id="11283" name="Line 21"/>
            <p:cNvSpPr>
              <a:spLocks noChangeShapeType="1"/>
            </p:cNvSpPr>
            <p:nvPr/>
          </p:nvSpPr>
          <p:spPr bwMode="auto">
            <a:xfrm>
              <a:off x="7077075" y="3651062"/>
              <a:ext cx="1695450" cy="1719262"/>
            </a:xfrm>
            <a:prstGeom prst="line">
              <a:avLst/>
            </a:prstGeom>
            <a:noFill/>
            <a:ln w="9360">
              <a:solidFill>
                <a:srgbClr val="008000"/>
              </a:solidFill>
              <a:round/>
              <a:headEnd/>
              <a:tailEnd/>
            </a:ln>
          </p:spPr>
          <p:txBody>
            <a:bodyPr/>
            <a:lstStyle/>
            <a:p>
              <a:endParaRPr lang="en-US"/>
            </a:p>
          </p:txBody>
        </p:sp>
        <p:sp>
          <p:nvSpPr>
            <p:cNvPr id="11284" name="Line 22"/>
            <p:cNvSpPr>
              <a:spLocks noChangeShapeType="1"/>
            </p:cNvSpPr>
            <p:nvPr/>
          </p:nvSpPr>
          <p:spPr bwMode="auto">
            <a:xfrm flipV="1">
              <a:off x="2363788" y="5367149"/>
              <a:ext cx="6408737" cy="68263"/>
            </a:xfrm>
            <a:prstGeom prst="line">
              <a:avLst/>
            </a:prstGeom>
            <a:noFill/>
            <a:ln w="9360">
              <a:solidFill>
                <a:srgbClr val="008000"/>
              </a:solidFill>
              <a:round/>
              <a:headEnd/>
              <a:tailEnd/>
            </a:ln>
          </p:spPr>
          <p:txBody>
            <a:bodyPr/>
            <a:lstStyle/>
            <a:p>
              <a:endParaRPr lang="en-US"/>
            </a:p>
          </p:txBody>
        </p:sp>
        <p:sp>
          <p:nvSpPr>
            <p:cNvPr id="11285" name="Line 23"/>
            <p:cNvSpPr>
              <a:spLocks noChangeShapeType="1"/>
            </p:cNvSpPr>
            <p:nvPr/>
          </p:nvSpPr>
          <p:spPr bwMode="auto">
            <a:xfrm flipH="1" flipV="1">
              <a:off x="4241800" y="5082987"/>
              <a:ext cx="328613" cy="315912"/>
            </a:xfrm>
            <a:prstGeom prst="line">
              <a:avLst/>
            </a:prstGeom>
            <a:noFill/>
            <a:ln w="9360">
              <a:solidFill>
                <a:srgbClr val="008000"/>
              </a:solidFill>
              <a:round/>
              <a:headEnd/>
              <a:tailEnd type="triangle" w="lg" len="lg"/>
            </a:ln>
          </p:spPr>
          <p:txBody>
            <a:bodyPr/>
            <a:lstStyle/>
            <a:p>
              <a:endParaRPr lang="en-US"/>
            </a:p>
          </p:txBody>
        </p:sp>
        <p:sp>
          <p:nvSpPr>
            <p:cNvPr id="11286" name="Text Box 24"/>
            <p:cNvSpPr txBox="1">
              <a:spLocks noChangeArrowheads="1"/>
            </p:cNvSpPr>
            <p:nvPr/>
          </p:nvSpPr>
          <p:spPr bwMode="auto">
            <a:xfrm>
              <a:off x="3817938" y="3465324"/>
              <a:ext cx="838200" cy="201613"/>
            </a:xfrm>
            <a:prstGeom prst="rect">
              <a:avLst/>
            </a:prstGeom>
            <a:noFill/>
            <a:ln w="9525">
              <a:noFill/>
              <a:miter lim="800000"/>
              <a:headEnd/>
              <a:tailEnd/>
            </a:ln>
          </p:spPr>
          <p:txBody>
            <a:bodyPr lIns="0" tIns="0" rIns="0" bIns="0">
              <a:spAutoFit/>
            </a:bodyPr>
            <a:lstStyle/>
            <a:p>
              <a:pPr>
                <a:lnSpc>
                  <a:spcPct val="93000"/>
                </a:lnSpc>
                <a:buClr>
                  <a:srgbClr val="000000"/>
                </a:buClr>
                <a:buSzPct val="77000"/>
                <a:buFont typeface="Arial" pitchFamily="34" charset="0"/>
                <a:buNone/>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pPr>
              <a:r>
                <a:rPr lang="en-GB" sz="1400">
                  <a:latin typeface="Arial" pitchFamily="34" charset="0"/>
                </a:rPr>
                <a:t>Attributes</a:t>
              </a:r>
            </a:p>
          </p:txBody>
        </p:sp>
        <p:sp>
          <p:nvSpPr>
            <p:cNvPr id="11287" name="Line 25"/>
            <p:cNvSpPr>
              <a:spLocks noChangeShapeType="1"/>
            </p:cNvSpPr>
            <p:nvPr/>
          </p:nvSpPr>
          <p:spPr bwMode="auto">
            <a:xfrm flipH="1">
              <a:off x="3800475" y="3654237"/>
              <a:ext cx="376238" cy="720725"/>
            </a:xfrm>
            <a:prstGeom prst="line">
              <a:avLst/>
            </a:prstGeom>
            <a:noFill/>
            <a:ln w="9360">
              <a:solidFill>
                <a:srgbClr val="33CC66"/>
              </a:solidFill>
              <a:round/>
              <a:headEnd/>
              <a:tailEnd type="triangle" w="lg" len="lg"/>
            </a:ln>
          </p:spPr>
          <p:txBody>
            <a:bodyPr/>
            <a:lstStyle/>
            <a:p>
              <a:endParaRPr lang="en-US"/>
            </a:p>
          </p:txBody>
        </p:sp>
        <p:sp>
          <p:nvSpPr>
            <p:cNvPr id="11288" name="Line 26"/>
            <p:cNvSpPr>
              <a:spLocks noChangeShapeType="1"/>
            </p:cNvSpPr>
            <p:nvPr/>
          </p:nvSpPr>
          <p:spPr bwMode="auto">
            <a:xfrm flipH="1">
              <a:off x="3824288" y="3647887"/>
              <a:ext cx="395287" cy="977900"/>
            </a:xfrm>
            <a:prstGeom prst="line">
              <a:avLst/>
            </a:prstGeom>
            <a:noFill/>
            <a:ln w="9360">
              <a:solidFill>
                <a:srgbClr val="33CC66"/>
              </a:solidFill>
              <a:round/>
              <a:headEnd/>
              <a:tailEnd type="triangle" w="lg" len="lg"/>
            </a:ln>
          </p:spPr>
          <p:txBody>
            <a:bodyPr/>
            <a:lstStyle/>
            <a:p>
              <a:endParaRPr lang="en-US"/>
            </a:p>
          </p:txBody>
        </p:sp>
        <p:grpSp>
          <p:nvGrpSpPr>
            <p:cNvPr id="3" name="Group 27"/>
            <p:cNvGrpSpPr>
              <a:grpSpLocks/>
            </p:cNvGrpSpPr>
            <p:nvPr/>
          </p:nvGrpSpPr>
          <p:grpSpPr bwMode="auto">
            <a:xfrm>
              <a:off x="5865813" y="2644587"/>
              <a:ext cx="1127125" cy="211137"/>
              <a:chOff x="3695" y="2171"/>
              <a:chExt cx="710" cy="133"/>
            </a:xfrm>
          </p:grpSpPr>
          <p:sp>
            <p:nvSpPr>
              <p:cNvPr id="11295" name="AutoShape 28"/>
              <p:cNvSpPr>
                <a:spLocks noChangeArrowheads="1"/>
              </p:cNvSpPr>
              <p:nvPr/>
            </p:nvSpPr>
            <p:spPr bwMode="auto">
              <a:xfrm>
                <a:off x="3695" y="2171"/>
                <a:ext cx="711" cy="134"/>
              </a:xfrm>
              <a:prstGeom prst="roundRect">
                <a:avLst>
                  <a:gd name="adj" fmla="val 745"/>
                </a:avLst>
              </a:prstGeom>
              <a:solidFill>
                <a:srgbClr val="CCCCCC"/>
              </a:solidFill>
              <a:ln w="9360">
                <a:solidFill>
                  <a:srgbClr val="000000"/>
                </a:solidFill>
                <a:round/>
                <a:headEnd/>
                <a:tailEnd/>
              </a:ln>
            </p:spPr>
            <p:txBody>
              <a:bodyPr wrap="none" anchor="ctr"/>
              <a:lstStyle/>
              <a:p>
                <a:endParaRPr lang="en-US"/>
              </a:p>
            </p:txBody>
          </p:sp>
          <p:sp>
            <p:nvSpPr>
              <p:cNvPr id="11296" name="Text Box 29"/>
              <p:cNvSpPr txBox="1">
                <a:spLocks noChangeArrowheads="1"/>
              </p:cNvSpPr>
              <p:nvPr/>
            </p:nvSpPr>
            <p:spPr bwMode="auto">
              <a:xfrm>
                <a:off x="3697" y="2171"/>
                <a:ext cx="708" cy="134"/>
              </a:xfrm>
              <a:prstGeom prst="rect">
                <a:avLst/>
              </a:prstGeom>
              <a:noFill/>
              <a:ln w="9525">
                <a:noFill/>
                <a:miter lim="800000"/>
                <a:headEnd/>
                <a:tailEnd/>
              </a:ln>
            </p:spPr>
            <p:txBody>
              <a:bodyPr lIns="0" tIns="0" rIns="0" bIns="0" anchor="ctr" anchorCtr="1">
                <a:spAutoFit/>
              </a:bodyPr>
              <a:lstStyle/>
              <a:p>
                <a:pPr algn="l">
                  <a:lnSpc>
                    <a:spcPct val="93000"/>
                  </a:lnSpc>
                  <a:buClr>
                    <a:srgbClr val="000000"/>
                  </a:buClr>
                  <a:buSzPct val="77000"/>
                  <a:buFont typeface="Arial" pitchFamily="34" charset="0"/>
                  <a:buNone/>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pPr>
                <a:r>
                  <a:rPr lang="en-GB" sz="1400">
                    <a:latin typeface="Arial" pitchFamily="34" charset="0"/>
                  </a:rPr>
                  <a:t>LastName</a:t>
                </a:r>
              </a:p>
            </p:txBody>
          </p:sp>
        </p:grpSp>
        <p:grpSp>
          <p:nvGrpSpPr>
            <p:cNvPr id="4" name="Group 30"/>
            <p:cNvGrpSpPr>
              <a:grpSpLocks/>
            </p:cNvGrpSpPr>
            <p:nvPr/>
          </p:nvGrpSpPr>
          <p:grpSpPr bwMode="auto">
            <a:xfrm>
              <a:off x="6992938" y="2644587"/>
              <a:ext cx="1127125" cy="211137"/>
              <a:chOff x="4405" y="2171"/>
              <a:chExt cx="710" cy="133"/>
            </a:xfrm>
          </p:grpSpPr>
          <p:sp>
            <p:nvSpPr>
              <p:cNvPr id="11293" name="AutoShape 31"/>
              <p:cNvSpPr>
                <a:spLocks noChangeArrowheads="1"/>
              </p:cNvSpPr>
              <p:nvPr/>
            </p:nvSpPr>
            <p:spPr bwMode="auto">
              <a:xfrm>
                <a:off x="4405" y="2171"/>
                <a:ext cx="711" cy="134"/>
              </a:xfrm>
              <a:prstGeom prst="roundRect">
                <a:avLst>
                  <a:gd name="adj" fmla="val 745"/>
                </a:avLst>
              </a:prstGeom>
              <a:solidFill>
                <a:srgbClr val="CCCCCC"/>
              </a:solidFill>
              <a:ln w="9360">
                <a:solidFill>
                  <a:srgbClr val="000000"/>
                </a:solidFill>
                <a:round/>
                <a:headEnd/>
                <a:tailEnd/>
              </a:ln>
            </p:spPr>
            <p:txBody>
              <a:bodyPr wrap="none" anchor="ctr"/>
              <a:lstStyle/>
              <a:p>
                <a:endParaRPr lang="en-US"/>
              </a:p>
            </p:txBody>
          </p:sp>
          <p:sp>
            <p:nvSpPr>
              <p:cNvPr id="11294" name="Text Box 32"/>
              <p:cNvSpPr txBox="1">
                <a:spLocks noChangeArrowheads="1"/>
              </p:cNvSpPr>
              <p:nvPr/>
            </p:nvSpPr>
            <p:spPr bwMode="auto">
              <a:xfrm>
                <a:off x="4407" y="2171"/>
                <a:ext cx="708" cy="134"/>
              </a:xfrm>
              <a:prstGeom prst="rect">
                <a:avLst/>
              </a:prstGeom>
              <a:noFill/>
              <a:ln w="9525">
                <a:noFill/>
                <a:miter lim="800000"/>
                <a:headEnd/>
                <a:tailEnd/>
              </a:ln>
            </p:spPr>
            <p:txBody>
              <a:bodyPr lIns="0" tIns="0" rIns="0" bIns="0" anchor="ctr" anchorCtr="1">
                <a:spAutoFit/>
              </a:bodyPr>
              <a:lstStyle/>
              <a:p>
                <a:pPr algn="l">
                  <a:lnSpc>
                    <a:spcPct val="93000"/>
                  </a:lnSpc>
                  <a:buClr>
                    <a:srgbClr val="000000"/>
                  </a:buClr>
                  <a:buSzPct val="77000"/>
                  <a:buFont typeface="Arial" pitchFamily="34" charset="0"/>
                  <a:buNone/>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pPr>
                <a:r>
                  <a:rPr lang="en-GB" sz="1400">
                    <a:latin typeface="Arial" pitchFamily="34" charset="0"/>
                  </a:rPr>
                  <a:t>Allen</a:t>
                </a:r>
              </a:p>
            </p:txBody>
          </p:sp>
        </p:grpSp>
        <p:sp>
          <p:nvSpPr>
            <p:cNvPr id="11291" name="Oval 33"/>
            <p:cNvSpPr>
              <a:spLocks noChangeArrowheads="1"/>
            </p:cNvSpPr>
            <p:nvPr/>
          </p:nvSpPr>
          <p:spPr bwMode="auto">
            <a:xfrm>
              <a:off x="5727700" y="2331849"/>
              <a:ext cx="2544763" cy="839788"/>
            </a:xfrm>
            <a:prstGeom prst="ellipse">
              <a:avLst/>
            </a:prstGeom>
            <a:noFill/>
            <a:ln w="9360">
              <a:solidFill>
                <a:srgbClr val="000000"/>
              </a:solidFill>
              <a:prstDash val="sysDot"/>
              <a:round/>
              <a:headEnd/>
              <a:tailEnd/>
            </a:ln>
          </p:spPr>
          <p:txBody>
            <a:bodyPr wrap="none" anchor="ctr"/>
            <a:lstStyle/>
            <a:p>
              <a:endParaRPr lang="en-US"/>
            </a:p>
          </p:txBody>
        </p:sp>
        <p:cxnSp>
          <p:nvCxnSpPr>
            <p:cNvPr id="11292" name="AutoShape 34"/>
            <p:cNvCxnSpPr>
              <a:cxnSpLocks noChangeShapeType="1"/>
              <a:stCxn id="11291" idx="3"/>
            </p:cNvCxnSpPr>
            <p:nvPr/>
          </p:nvCxnSpPr>
          <p:spPr bwMode="auto">
            <a:xfrm flipH="1">
              <a:off x="7832725" y="2750949"/>
              <a:ext cx="439738" cy="1870075"/>
            </a:xfrm>
            <a:prstGeom prst="curvedConnector3">
              <a:avLst>
                <a:gd name="adj1" fmla="val 50000"/>
              </a:avLst>
            </a:prstGeom>
            <a:noFill/>
            <a:ln w="9360">
              <a:solidFill>
                <a:srgbClr val="000000"/>
              </a:solidFill>
              <a:round/>
              <a:headEnd type="triangle" w="lg" len="lg"/>
              <a:tailEnd/>
            </a:ln>
          </p:spPr>
        </p:cxnSp>
      </p:grpSp>
    </p:spTree>
  </p:cSld>
  <p:clrMapOvr>
    <a:masterClrMapping/>
  </p:clrMapOvr>
  <p:transition spd="med"/>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Rectangle 2"/>
          <p:cNvSpPr>
            <a:spLocks noGrp="1" noChangeArrowheads="1"/>
          </p:cNvSpPr>
          <p:nvPr>
            <p:ph type="title"/>
          </p:nvPr>
        </p:nvSpPr>
        <p:spPr>
          <a:xfrm>
            <a:off x="457200" y="277813"/>
            <a:ext cx="8232775" cy="1143000"/>
          </a:xfrm>
        </p:spPr>
        <p:txBody>
          <a:bodyPr lIns="0" tIns="0" rIns="0" bIns="0"/>
          <a:lstStyle/>
          <a:p>
            <a:pPr defTabSz="449263">
              <a:lnSpc>
                <a:spcPct val="95000"/>
              </a:lnSpc>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pPr>
            <a:r>
              <a:rPr lang="en-GB" smtClean="0"/>
              <a:t>How to work on XML </a:t>
            </a:r>
          </a:p>
        </p:txBody>
      </p:sp>
      <p:sp>
        <p:nvSpPr>
          <p:cNvPr id="12291" name="Text Box 3"/>
          <p:cNvSpPr txBox="1">
            <a:spLocks noChangeArrowheads="1"/>
          </p:cNvSpPr>
          <p:nvPr/>
        </p:nvSpPr>
        <p:spPr bwMode="auto">
          <a:xfrm>
            <a:off x="457200" y="1600200"/>
            <a:ext cx="8229600" cy="4217988"/>
          </a:xfrm>
          <a:prstGeom prst="rect">
            <a:avLst/>
          </a:prstGeom>
          <a:noFill/>
          <a:ln w="9525">
            <a:noFill/>
            <a:miter lim="800000"/>
            <a:headEnd/>
            <a:tailEnd/>
          </a:ln>
        </p:spPr>
        <p:txBody>
          <a:bodyPr lIns="90000" tIns="46800" rIns="90000" bIns="46800">
            <a:spAutoFit/>
          </a:bodyPr>
          <a:lstStyle/>
          <a:p>
            <a:pPr marL="739775" indent="-282575" algn="l">
              <a:spcBef>
                <a:spcPts val="675"/>
              </a:spcBef>
              <a:buClr>
                <a:srgbClr val="666600"/>
              </a:buClr>
              <a:buSzPct val="100000"/>
              <a:buFont typeface="Wingdings" pitchFamily="2" charset="2"/>
              <a:buNone/>
              <a:tabLst>
                <a:tab pos="739775" algn="l"/>
                <a:tab pos="1187450" algn="l"/>
                <a:tab pos="1636713" algn="l"/>
                <a:tab pos="2085975" algn="l"/>
                <a:tab pos="2535238" algn="l"/>
                <a:tab pos="2984500" algn="l"/>
                <a:tab pos="3433763" algn="l"/>
                <a:tab pos="3883025" algn="l"/>
                <a:tab pos="4332288" algn="l"/>
                <a:tab pos="4781550" algn="l"/>
                <a:tab pos="5230813" algn="l"/>
                <a:tab pos="5680075" algn="l"/>
                <a:tab pos="6129338" algn="l"/>
                <a:tab pos="6578600" algn="l"/>
                <a:tab pos="7027863" algn="l"/>
                <a:tab pos="7477125" algn="l"/>
                <a:tab pos="7926388" algn="l"/>
                <a:tab pos="8375650" algn="l"/>
                <a:tab pos="8824913" algn="l"/>
                <a:tab pos="9274175" algn="l"/>
                <a:tab pos="9723438" algn="l"/>
              </a:tabLst>
            </a:pPr>
            <a:r>
              <a:rPr lang="en-GB" sz="2400"/>
              <a:t>The tree-like structure of XML makes developers life hard.</a:t>
            </a:r>
          </a:p>
          <a:p>
            <a:pPr marL="739775" lvl="1" indent="-282575" algn="l">
              <a:lnSpc>
                <a:spcPct val="90000"/>
              </a:lnSpc>
              <a:spcBef>
                <a:spcPts val="575"/>
              </a:spcBef>
              <a:buClr>
                <a:srgbClr val="999900"/>
              </a:buClr>
              <a:buSzPct val="75000"/>
              <a:buFont typeface="Wingdings" pitchFamily="2" charset="2"/>
              <a:buNone/>
              <a:tabLst>
                <a:tab pos="739775" algn="l"/>
                <a:tab pos="1187450" algn="l"/>
                <a:tab pos="1636713" algn="l"/>
                <a:tab pos="2085975" algn="l"/>
                <a:tab pos="2535238" algn="l"/>
                <a:tab pos="2984500" algn="l"/>
                <a:tab pos="3433763" algn="l"/>
                <a:tab pos="3883025" algn="l"/>
                <a:tab pos="4332288" algn="l"/>
                <a:tab pos="4781550" algn="l"/>
                <a:tab pos="5230813" algn="l"/>
                <a:tab pos="5680075" algn="l"/>
                <a:tab pos="6129338" algn="l"/>
                <a:tab pos="6578600" algn="l"/>
                <a:tab pos="7027863" algn="l"/>
                <a:tab pos="7477125" algn="l"/>
                <a:tab pos="7926388" algn="l"/>
                <a:tab pos="8375650" algn="l"/>
                <a:tab pos="8824913" algn="l"/>
                <a:tab pos="9274175" algn="l"/>
                <a:tab pos="9723438" algn="l"/>
              </a:tabLst>
            </a:pPr>
            <a:r>
              <a:rPr lang="en-GB" sz="2400">
                <a:solidFill>
                  <a:srgbClr val="000000"/>
                </a:solidFill>
              </a:rPr>
              <a:t>In practice there is not a standard way for editing and analyzing, but the best method depends on your need. Just choose among:</a:t>
            </a:r>
          </a:p>
          <a:p>
            <a:pPr marL="739775" lvl="1" indent="-282575" algn="l">
              <a:lnSpc>
                <a:spcPct val="90000"/>
              </a:lnSpc>
              <a:spcBef>
                <a:spcPts val="575"/>
              </a:spcBef>
              <a:buClr>
                <a:srgbClr val="999900"/>
              </a:buClr>
              <a:buSzPct val="75000"/>
              <a:buFont typeface="Wingdings" pitchFamily="2" charset="2"/>
              <a:buChar char=""/>
              <a:tabLst>
                <a:tab pos="739775" algn="l"/>
                <a:tab pos="1187450" algn="l"/>
                <a:tab pos="1636713" algn="l"/>
                <a:tab pos="2085975" algn="l"/>
                <a:tab pos="2535238" algn="l"/>
                <a:tab pos="2984500" algn="l"/>
                <a:tab pos="3433763" algn="l"/>
                <a:tab pos="3883025" algn="l"/>
                <a:tab pos="4332288" algn="l"/>
                <a:tab pos="4781550" algn="l"/>
                <a:tab pos="5230813" algn="l"/>
                <a:tab pos="5680075" algn="l"/>
                <a:tab pos="6129338" algn="l"/>
                <a:tab pos="6578600" algn="l"/>
                <a:tab pos="7027863" algn="l"/>
                <a:tab pos="7477125" algn="l"/>
                <a:tab pos="7926388" algn="l"/>
                <a:tab pos="8375650" algn="l"/>
                <a:tab pos="8824913" algn="l"/>
                <a:tab pos="9274175" algn="l"/>
                <a:tab pos="9723438" algn="l"/>
              </a:tabLst>
            </a:pPr>
            <a:r>
              <a:rPr lang="en-GB" sz="2400">
                <a:solidFill>
                  <a:srgbClr val="000000"/>
                </a:solidFill>
              </a:rPr>
              <a:t>SAX -&gt; callback-based parser</a:t>
            </a:r>
          </a:p>
          <a:p>
            <a:pPr marL="739775" lvl="1" indent="-282575" algn="l">
              <a:lnSpc>
                <a:spcPct val="90000"/>
              </a:lnSpc>
              <a:spcBef>
                <a:spcPts val="575"/>
              </a:spcBef>
              <a:buClr>
                <a:srgbClr val="999900"/>
              </a:buClr>
              <a:buSzPct val="75000"/>
              <a:buFont typeface="Wingdings" pitchFamily="2" charset="2"/>
              <a:buChar char=""/>
              <a:tabLst>
                <a:tab pos="739775" algn="l"/>
                <a:tab pos="1187450" algn="l"/>
                <a:tab pos="1636713" algn="l"/>
                <a:tab pos="2085975" algn="l"/>
                <a:tab pos="2535238" algn="l"/>
                <a:tab pos="2984500" algn="l"/>
                <a:tab pos="3433763" algn="l"/>
                <a:tab pos="3883025" algn="l"/>
                <a:tab pos="4332288" algn="l"/>
                <a:tab pos="4781550" algn="l"/>
                <a:tab pos="5230813" algn="l"/>
                <a:tab pos="5680075" algn="l"/>
                <a:tab pos="6129338" algn="l"/>
                <a:tab pos="6578600" algn="l"/>
                <a:tab pos="7027863" algn="l"/>
                <a:tab pos="7477125" algn="l"/>
                <a:tab pos="7926388" algn="l"/>
                <a:tab pos="8375650" algn="l"/>
                <a:tab pos="8824913" algn="l"/>
                <a:tab pos="9274175" algn="l"/>
                <a:tab pos="9723438" algn="l"/>
              </a:tabLst>
            </a:pPr>
            <a:r>
              <a:rPr lang="en-GB" sz="2400">
                <a:solidFill>
                  <a:srgbClr val="000000"/>
                </a:solidFill>
              </a:rPr>
              <a:t>DOM -&gt; tree representation</a:t>
            </a:r>
          </a:p>
          <a:p>
            <a:pPr marL="739775" lvl="1" indent="-282575" algn="l">
              <a:lnSpc>
                <a:spcPct val="90000"/>
              </a:lnSpc>
              <a:spcBef>
                <a:spcPts val="575"/>
              </a:spcBef>
              <a:buClr>
                <a:srgbClr val="999900"/>
              </a:buClr>
              <a:buSzPct val="75000"/>
              <a:buFont typeface="Wingdings" pitchFamily="2" charset="2"/>
              <a:buChar char=""/>
              <a:tabLst>
                <a:tab pos="739775" algn="l"/>
                <a:tab pos="1187450" algn="l"/>
                <a:tab pos="1636713" algn="l"/>
                <a:tab pos="2085975" algn="l"/>
                <a:tab pos="2535238" algn="l"/>
                <a:tab pos="2984500" algn="l"/>
                <a:tab pos="3433763" algn="l"/>
                <a:tab pos="3883025" algn="l"/>
                <a:tab pos="4332288" algn="l"/>
                <a:tab pos="4781550" algn="l"/>
                <a:tab pos="5230813" algn="l"/>
                <a:tab pos="5680075" algn="l"/>
                <a:tab pos="6129338" algn="l"/>
                <a:tab pos="6578600" algn="l"/>
                <a:tab pos="7027863" algn="l"/>
                <a:tab pos="7477125" algn="l"/>
                <a:tab pos="7926388" algn="l"/>
                <a:tab pos="8375650" algn="l"/>
                <a:tab pos="8824913" algn="l"/>
                <a:tab pos="9274175" algn="l"/>
                <a:tab pos="9723438" algn="l"/>
              </a:tabLst>
            </a:pPr>
            <a:r>
              <a:rPr lang="en-GB" sz="2400">
                <a:solidFill>
                  <a:srgbClr val="000000"/>
                </a:solidFill>
              </a:rPr>
              <a:t>XSLT -&gt; “XML to XML” conversion</a:t>
            </a:r>
          </a:p>
          <a:p>
            <a:pPr marL="739775" lvl="1" indent="-282575" algn="l">
              <a:lnSpc>
                <a:spcPct val="90000"/>
              </a:lnSpc>
              <a:spcBef>
                <a:spcPts val="575"/>
              </a:spcBef>
              <a:buClr>
                <a:srgbClr val="999900"/>
              </a:buClr>
              <a:buSzPct val="75000"/>
              <a:buFont typeface="Wingdings" pitchFamily="2" charset="2"/>
              <a:buChar char=""/>
              <a:tabLst>
                <a:tab pos="739775" algn="l"/>
                <a:tab pos="1187450" algn="l"/>
                <a:tab pos="1636713" algn="l"/>
                <a:tab pos="2085975" algn="l"/>
                <a:tab pos="2535238" algn="l"/>
                <a:tab pos="2984500" algn="l"/>
                <a:tab pos="3433763" algn="l"/>
                <a:tab pos="3883025" algn="l"/>
                <a:tab pos="4332288" algn="l"/>
                <a:tab pos="4781550" algn="l"/>
                <a:tab pos="5230813" algn="l"/>
                <a:tab pos="5680075" algn="l"/>
                <a:tab pos="6129338" algn="l"/>
                <a:tab pos="6578600" algn="l"/>
                <a:tab pos="7027863" algn="l"/>
                <a:tab pos="7477125" algn="l"/>
                <a:tab pos="7926388" algn="l"/>
                <a:tab pos="8375650" algn="l"/>
                <a:tab pos="8824913" algn="l"/>
                <a:tab pos="9274175" algn="l"/>
                <a:tab pos="9723438" algn="l"/>
              </a:tabLst>
            </a:pPr>
            <a:r>
              <a:rPr lang="en-GB" sz="2400">
                <a:solidFill>
                  <a:srgbClr val="000000"/>
                </a:solidFill>
              </a:rPr>
              <a:t>XPATH -&gt; queries</a:t>
            </a:r>
          </a:p>
          <a:p>
            <a:pPr marL="739775" lvl="1" indent="-282575" algn="l">
              <a:lnSpc>
                <a:spcPct val="90000"/>
              </a:lnSpc>
              <a:spcBef>
                <a:spcPts val="575"/>
              </a:spcBef>
              <a:buClr>
                <a:srgbClr val="999900"/>
              </a:buClr>
              <a:buSzPct val="75000"/>
              <a:buFont typeface="Wingdings" pitchFamily="2" charset="2"/>
              <a:buChar char=""/>
              <a:tabLst>
                <a:tab pos="739775" algn="l"/>
                <a:tab pos="1187450" algn="l"/>
                <a:tab pos="1636713" algn="l"/>
                <a:tab pos="2085975" algn="l"/>
                <a:tab pos="2535238" algn="l"/>
                <a:tab pos="2984500" algn="l"/>
                <a:tab pos="3433763" algn="l"/>
                <a:tab pos="3883025" algn="l"/>
                <a:tab pos="4332288" algn="l"/>
                <a:tab pos="4781550" algn="l"/>
                <a:tab pos="5230813" algn="l"/>
                <a:tab pos="5680075" algn="l"/>
                <a:tab pos="6129338" algn="l"/>
                <a:tab pos="6578600" algn="l"/>
                <a:tab pos="7027863" algn="l"/>
                <a:tab pos="7477125" algn="l"/>
                <a:tab pos="7926388" algn="l"/>
                <a:tab pos="8375650" algn="l"/>
                <a:tab pos="8824913" algn="l"/>
                <a:tab pos="9274175" algn="l"/>
                <a:tab pos="9723438" algn="l"/>
              </a:tabLst>
            </a:pPr>
            <a:r>
              <a:rPr lang="en-GB" sz="2400">
                <a:solidFill>
                  <a:srgbClr val="000000"/>
                </a:solidFill>
              </a:rPr>
              <a:t>XML Binding -&gt; transparent conversion to objects</a:t>
            </a:r>
          </a:p>
        </p:txBody>
      </p:sp>
    </p:spTree>
  </p:cSld>
  <p:clrMapOvr>
    <a:masterClrMapping/>
  </p:clrMapOvr>
  <p:transition spd="med"/>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7" name="Rectangle 6"/>
          <p:cNvSpPr>
            <a:spLocks noGrp="1" noChangeArrowheads="1"/>
          </p:cNvSpPr>
          <p:nvPr>
            <p:ph type="title"/>
          </p:nvPr>
        </p:nvSpPr>
        <p:spPr/>
        <p:txBody>
          <a:bodyPr/>
          <a:lstStyle/>
          <a:p>
            <a:r>
              <a:rPr lang="en-US" dirty="0" smtClean="0"/>
              <a:t>Example of an XML message</a:t>
            </a:r>
            <a:endParaRPr lang="en-US" altLang="zh-TW" dirty="0" smtClean="0"/>
          </a:p>
        </p:txBody>
      </p:sp>
      <p:sp>
        <p:nvSpPr>
          <p:cNvPr id="21508" name="Rectangle 7"/>
          <p:cNvSpPr>
            <a:spLocks noGrp="1" noChangeArrowheads="1"/>
          </p:cNvSpPr>
          <p:nvPr>
            <p:ph type="body" idx="1"/>
          </p:nvPr>
        </p:nvSpPr>
        <p:spPr>
          <a:xfrm>
            <a:off x="655638" y="1600200"/>
            <a:ext cx="8031162" cy="1902655"/>
          </a:xfrm>
        </p:spPr>
        <p:txBody>
          <a:bodyPr/>
          <a:lstStyle/>
          <a:p>
            <a:r>
              <a:rPr lang="en-US" dirty="0" smtClean="0"/>
              <a:t>&lt;</a:t>
            </a:r>
            <a:r>
              <a:rPr lang="en-US" dirty="0" err="1" smtClean="0"/>
              <a:t>SensorTemp</a:t>
            </a:r>
            <a:r>
              <a:rPr lang="en-US" dirty="0" smtClean="0"/>
              <a:t> ID = ‘250715’ </a:t>
            </a:r>
            <a:r>
              <a:rPr lang="en-US" dirty="0" err="1" smtClean="0"/>
              <a:t>TimeDate</a:t>
            </a:r>
            <a:r>
              <a:rPr lang="en-US" dirty="0" smtClean="0"/>
              <a:t> = ‘19:28:33 Jul 17 2015’&gt; 22 &lt;/</a:t>
            </a:r>
            <a:r>
              <a:rPr lang="en-US" dirty="0" err="1" smtClean="0"/>
              <a:t>SensorTemp</a:t>
            </a:r>
            <a:r>
              <a:rPr lang="en-US" dirty="0" smtClean="0"/>
              <a:t>&gt;</a:t>
            </a:r>
          </a:p>
          <a:p>
            <a:r>
              <a:rPr lang="en-US" dirty="0" smtClean="0"/>
              <a:t>Java or C++ or other language parser reads the XML and finds that sensor of ID = 250715 had T = 22 C on 17.07.2015 at 19:28:33</a:t>
            </a:r>
            <a:endParaRPr lang="en-US" altLang="zh-TW" dirty="0" smtClean="0"/>
          </a:p>
        </p:txBody>
      </p:sp>
    </p:spTree>
  </p:cSld>
  <p:clrMapOvr>
    <a:masterClrMapping/>
  </p:clrMapOvr>
  <p:transition>
    <p:wipe dir="r"/>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Rectangle 2"/>
          <p:cNvSpPr>
            <a:spLocks noGrp="1" noChangeArrowheads="1"/>
          </p:cNvSpPr>
          <p:nvPr>
            <p:ph type="title"/>
          </p:nvPr>
        </p:nvSpPr>
        <p:spPr/>
        <p:txBody>
          <a:bodyPr/>
          <a:lstStyle/>
          <a:p>
            <a:r>
              <a:rPr lang="en-US" altLang="zh-TW" smtClean="0"/>
              <a:t>XMPP Streams</a:t>
            </a:r>
          </a:p>
        </p:txBody>
      </p:sp>
      <p:sp>
        <p:nvSpPr>
          <p:cNvPr id="22531" name="Rectangle 3"/>
          <p:cNvSpPr>
            <a:spLocks noGrp="1" noChangeArrowheads="1"/>
          </p:cNvSpPr>
          <p:nvPr>
            <p:ph type="body" idx="1"/>
          </p:nvPr>
        </p:nvSpPr>
        <p:spPr>
          <a:xfrm>
            <a:off x="655639" y="1600200"/>
            <a:ext cx="3311450" cy="4525963"/>
          </a:xfrm>
        </p:spPr>
        <p:txBody>
          <a:bodyPr/>
          <a:lstStyle/>
          <a:p>
            <a:r>
              <a:rPr lang="en-US" dirty="0" smtClean="0"/>
              <a:t>Instead of delivering separate XML documents on a single connection, a persistent connection is used for delivering the XML data elements</a:t>
            </a:r>
          </a:p>
          <a:p>
            <a:r>
              <a:rPr lang="en-US" dirty="0" smtClean="0"/>
              <a:t>The message stanza is used a push mechanism from one entity to another </a:t>
            </a:r>
            <a:br>
              <a:rPr lang="en-US" dirty="0" smtClean="0"/>
            </a:br>
            <a:endParaRPr lang="en-US" altLang="zh-TW" dirty="0" smtClean="0"/>
          </a:p>
        </p:txBody>
      </p:sp>
      <p:pic>
        <p:nvPicPr>
          <p:cNvPr id="3074" name="Picture 2"/>
          <p:cNvPicPr>
            <a:picLocks noChangeAspect="1" noChangeArrowheads="1"/>
          </p:cNvPicPr>
          <p:nvPr/>
        </p:nvPicPr>
        <p:blipFill>
          <a:blip r:embed="rId2"/>
          <a:srcRect/>
          <a:stretch>
            <a:fillRect/>
          </a:stretch>
        </p:blipFill>
        <p:spPr bwMode="auto">
          <a:xfrm>
            <a:off x="4166674" y="1113179"/>
            <a:ext cx="4175468" cy="5267329"/>
          </a:xfrm>
          <a:prstGeom prst="rect">
            <a:avLst/>
          </a:prstGeom>
          <a:noFill/>
          <a:ln w="9525">
            <a:noFill/>
            <a:miter lim="800000"/>
            <a:headEnd/>
            <a:tailEnd/>
          </a:ln>
          <a:effectLst/>
        </p:spPr>
      </p:pic>
    </p:spTree>
  </p:cSld>
  <p:clrMapOvr>
    <a:masterClrMapping/>
  </p:clrMapOvr>
  <p:transition>
    <p:wipe dir="r"/>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Rectangle 2"/>
          <p:cNvSpPr>
            <a:spLocks noGrp="1" noChangeArrowheads="1"/>
          </p:cNvSpPr>
          <p:nvPr>
            <p:ph type="title"/>
          </p:nvPr>
        </p:nvSpPr>
        <p:spPr/>
        <p:txBody>
          <a:bodyPr/>
          <a:lstStyle/>
          <a:p>
            <a:r>
              <a:rPr lang="en-US" altLang="zh-TW" smtClean="0"/>
              <a:t>XMPP Streams</a:t>
            </a:r>
          </a:p>
        </p:txBody>
      </p:sp>
      <p:sp>
        <p:nvSpPr>
          <p:cNvPr id="22531" name="Rectangle 3"/>
          <p:cNvSpPr>
            <a:spLocks noGrp="1" noChangeArrowheads="1"/>
          </p:cNvSpPr>
          <p:nvPr>
            <p:ph type="body" idx="1"/>
          </p:nvPr>
        </p:nvSpPr>
        <p:spPr/>
        <p:txBody>
          <a:bodyPr/>
          <a:lstStyle/>
          <a:p>
            <a:r>
              <a:rPr lang="en-US" altLang="zh-TW" dirty="0" smtClean="0"/>
              <a:t>Client connects TCP socket to server</a:t>
            </a:r>
          </a:p>
          <a:p>
            <a:r>
              <a:rPr lang="en-US" altLang="zh-TW" dirty="0" smtClean="0"/>
              <a:t>Client sends stream start tag:</a:t>
            </a:r>
            <a:br>
              <a:rPr lang="en-US" altLang="zh-TW" dirty="0" smtClean="0"/>
            </a:br>
            <a:r>
              <a:rPr lang="en-US" altLang="zh-TW" sz="1800" dirty="0" smtClean="0">
                <a:solidFill>
                  <a:srgbClr val="9194C7"/>
                </a:solidFill>
                <a:latin typeface="Courier" charset="0"/>
              </a:rPr>
              <a:t>&lt;</a:t>
            </a:r>
            <a:r>
              <a:rPr lang="en-US" altLang="zh-TW" sz="1800" dirty="0" err="1" smtClean="0">
                <a:solidFill>
                  <a:srgbClr val="3A772C"/>
                </a:solidFill>
                <a:latin typeface="Courier" charset="0"/>
              </a:rPr>
              <a:t>stream:stream</a:t>
            </a:r>
            <a:r>
              <a:rPr lang="en-US" altLang="zh-TW" sz="1800" dirty="0" smtClean="0">
                <a:solidFill>
                  <a:srgbClr val="3A772C"/>
                </a:solidFill>
                <a:latin typeface="Courier" charset="0"/>
              </a:rPr>
              <a:t> </a:t>
            </a:r>
            <a:r>
              <a:rPr lang="en-US" altLang="zh-TW" sz="1800" dirty="0" err="1" smtClean="0">
                <a:solidFill>
                  <a:srgbClr val="8A2BE2"/>
                </a:solidFill>
                <a:latin typeface="Courier" charset="0"/>
              </a:rPr>
              <a:t>xmlns</a:t>
            </a:r>
            <a:r>
              <a:rPr lang="en-US" altLang="zh-TW" sz="1800" dirty="0" smtClean="0">
                <a:solidFill>
                  <a:srgbClr val="393D79"/>
                </a:solidFill>
                <a:latin typeface="Courier" charset="0"/>
              </a:rPr>
              <a:t>=</a:t>
            </a:r>
            <a:r>
              <a:rPr lang="en-US" altLang="zh-TW" sz="1800" dirty="0" smtClean="0">
                <a:solidFill>
                  <a:srgbClr val="9194C7"/>
                </a:solidFill>
                <a:latin typeface="Courier" charset="0"/>
              </a:rPr>
              <a:t>'</a:t>
            </a:r>
            <a:r>
              <a:rPr lang="en-US" altLang="zh-TW" sz="1800" dirty="0" err="1" smtClean="0">
                <a:solidFill>
                  <a:srgbClr val="9194C7"/>
                </a:solidFill>
                <a:latin typeface="Courier" charset="0"/>
              </a:rPr>
              <a:t>jabber:client</a:t>
            </a:r>
            <a:r>
              <a:rPr lang="en-US" altLang="zh-TW" sz="1800" dirty="0" smtClean="0">
                <a:solidFill>
                  <a:srgbClr val="9194C7"/>
                </a:solidFill>
                <a:latin typeface="Courier" charset="0"/>
              </a:rPr>
              <a:t>'</a:t>
            </a:r>
            <a:br>
              <a:rPr lang="en-US" altLang="zh-TW" sz="1800" dirty="0" smtClean="0">
                <a:solidFill>
                  <a:srgbClr val="9194C7"/>
                </a:solidFill>
                <a:latin typeface="Courier" charset="0"/>
              </a:rPr>
            </a:br>
            <a:r>
              <a:rPr lang="en-US" altLang="zh-TW" sz="1800" dirty="0" smtClean="0">
                <a:solidFill>
                  <a:srgbClr val="9194C7"/>
                </a:solidFill>
                <a:latin typeface="Courier" charset="0"/>
              </a:rPr>
              <a:t>               </a:t>
            </a:r>
            <a:r>
              <a:rPr lang="en-US" altLang="zh-TW" sz="1800" dirty="0" err="1" smtClean="0">
                <a:solidFill>
                  <a:srgbClr val="8A2BE2"/>
                </a:solidFill>
                <a:latin typeface="Courier" charset="0"/>
              </a:rPr>
              <a:t>xmlns:stream</a:t>
            </a:r>
            <a:r>
              <a:rPr lang="en-US" altLang="zh-TW" sz="1800" dirty="0" smtClean="0">
                <a:solidFill>
                  <a:srgbClr val="393D79"/>
                </a:solidFill>
                <a:latin typeface="Courier" charset="0"/>
              </a:rPr>
              <a:t>=</a:t>
            </a:r>
            <a:r>
              <a:rPr lang="en-US" altLang="zh-TW" sz="1200" dirty="0" smtClean="0">
                <a:solidFill>
                  <a:srgbClr val="9194C7"/>
                </a:solidFill>
                <a:latin typeface="Courier" charset="0"/>
              </a:rPr>
              <a:t>'http://etherx.jabber.org/streams'</a:t>
            </a:r>
            <a:r>
              <a:rPr lang="en-US" altLang="zh-TW" sz="1800" dirty="0" smtClean="0">
                <a:solidFill>
                  <a:srgbClr val="9194C7"/>
                </a:solidFill>
                <a:latin typeface="Courier" charset="0"/>
              </a:rPr>
              <a:t/>
            </a:r>
            <a:br>
              <a:rPr lang="en-US" altLang="zh-TW" sz="1800" dirty="0" smtClean="0">
                <a:solidFill>
                  <a:srgbClr val="9194C7"/>
                </a:solidFill>
                <a:latin typeface="Courier" charset="0"/>
              </a:rPr>
            </a:br>
            <a:r>
              <a:rPr lang="en-US" altLang="zh-TW" sz="1800" dirty="0" smtClean="0">
                <a:solidFill>
                  <a:srgbClr val="9194C7"/>
                </a:solidFill>
                <a:latin typeface="Courier" charset="0"/>
              </a:rPr>
              <a:t>               </a:t>
            </a:r>
            <a:r>
              <a:rPr lang="en-US" altLang="zh-TW" sz="1800" dirty="0" smtClean="0">
                <a:solidFill>
                  <a:srgbClr val="3A772C"/>
                </a:solidFill>
                <a:latin typeface="Courier" charset="0"/>
              </a:rPr>
              <a:t>to</a:t>
            </a:r>
            <a:r>
              <a:rPr lang="en-US" altLang="zh-TW" sz="1800" dirty="0" smtClean="0">
                <a:solidFill>
                  <a:srgbClr val="393D79"/>
                </a:solidFill>
                <a:latin typeface="Courier" charset="0"/>
              </a:rPr>
              <a:t>=</a:t>
            </a:r>
            <a:r>
              <a:rPr lang="en-US" altLang="zh-TW" sz="1800" dirty="0" smtClean="0">
                <a:solidFill>
                  <a:srgbClr val="9194C7"/>
                </a:solidFill>
                <a:latin typeface="Courier" charset="0"/>
              </a:rPr>
              <a:t>'example.com'</a:t>
            </a:r>
            <a:br>
              <a:rPr lang="en-US" altLang="zh-TW" sz="1800" dirty="0" smtClean="0">
                <a:solidFill>
                  <a:srgbClr val="9194C7"/>
                </a:solidFill>
                <a:latin typeface="Courier" charset="0"/>
              </a:rPr>
            </a:br>
            <a:r>
              <a:rPr lang="en-US" altLang="zh-TW" sz="1800" dirty="0" smtClean="0">
                <a:solidFill>
                  <a:srgbClr val="9194C7"/>
                </a:solidFill>
                <a:latin typeface="Courier" charset="0"/>
              </a:rPr>
              <a:t>               </a:t>
            </a:r>
            <a:r>
              <a:rPr lang="en-US" altLang="zh-TW" sz="1800" dirty="0" smtClean="0">
                <a:solidFill>
                  <a:srgbClr val="3A772C"/>
                </a:solidFill>
                <a:latin typeface="Courier" charset="0"/>
              </a:rPr>
              <a:t>version</a:t>
            </a:r>
            <a:r>
              <a:rPr lang="en-US" altLang="zh-TW" sz="1800" dirty="0" smtClean="0">
                <a:solidFill>
                  <a:srgbClr val="393D79"/>
                </a:solidFill>
                <a:latin typeface="Courier" charset="0"/>
              </a:rPr>
              <a:t>=</a:t>
            </a:r>
            <a:r>
              <a:rPr lang="en-US" altLang="zh-TW" sz="1800" dirty="0" smtClean="0">
                <a:solidFill>
                  <a:srgbClr val="9194C7"/>
                </a:solidFill>
                <a:latin typeface="Courier" charset="0"/>
              </a:rPr>
              <a:t>'1.0'&gt;</a:t>
            </a:r>
          </a:p>
          <a:p>
            <a:r>
              <a:rPr lang="en-US" altLang="zh-TW" dirty="0" smtClean="0"/>
              <a:t>Server sends stream start tag back:</a:t>
            </a:r>
            <a:br>
              <a:rPr lang="en-US" altLang="zh-TW" dirty="0" smtClean="0"/>
            </a:br>
            <a:r>
              <a:rPr lang="en-US" altLang="zh-TW" sz="1800" dirty="0" smtClean="0">
                <a:solidFill>
                  <a:srgbClr val="9194C7"/>
                </a:solidFill>
                <a:latin typeface="Courier" charset="0"/>
              </a:rPr>
              <a:t>&lt;</a:t>
            </a:r>
            <a:r>
              <a:rPr lang="en-US" altLang="zh-TW" sz="1800" dirty="0" err="1" smtClean="0">
                <a:solidFill>
                  <a:srgbClr val="3A772C"/>
                </a:solidFill>
                <a:latin typeface="Courier" charset="0"/>
              </a:rPr>
              <a:t>stream:stream</a:t>
            </a:r>
            <a:r>
              <a:rPr lang="en-US" altLang="zh-TW" sz="1800" dirty="0" smtClean="0">
                <a:solidFill>
                  <a:srgbClr val="3A772C"/>
                </a:solidFill>
                <a:latin typeface="Courier" charset="0"/>
              </a:rPr>
              <a:t> </a:t>
            </a:r>
            <a:r>
              <a:rPr lang="en-US" altLang="zh-TW" sz="1800" dirty="0" err="1" smtClean="0">
                <a:solidFill>
                  <a:srgbClr val="8A2BE2"/>
                </a:solidFill>
                <a:latin typeface="Courier" charset="0"/>
              </a:rPr>
              <a:t>xmlns</a:t>
            </a:r>
            <a:r>
              <a:rPr lang="en-US" altLang="zh-TW" sz="1800" dirty="0" smtClean="0">
                <a:solidFill>
                  <a:srgbClr val="393D79"/>
                </a:solidFill>
                <a:latin typeface="Courier" charset="0"/>
              </a:rPr>
              <a:t>=</a:t>
            </a:r>
            <a:r>
              <a:rPr lang="en-US" altLang="zh-TW" sz="1800" dirty="0" smtClean="0">
                <a:solidFill>
                  <a:srgbClr val="9194C7"/>
                </a:solidFill>
                <a:latin typeface="Courier" charset="0"/>
              </a:rPr>
              <a:t>'</a:t>
            </a:r>
            <a:r>
              <a:rPr lang="en-US" altLang="zh-TW" sz="1800" dirty="0" err="1" smtClean="0">
                <a:solidFill>
                  <a:srgbClr val="9194C7"/>
                </a:solidFill>
                <a:latin typeface="Courier" charset="0"/>
              </a:rPr>
              <a:t>jabber:client</a:t>
            </a:r>
            <a:r>
              <a:rPr lang="en-US" altLang="zh-TW" sz="1800" dirty="0" smtClean="0">
                <a:solidFill>
                  <a:srgbClr val="9194C7"/>
                </a:solidFill>
                <a:latin typeface="Courier" charset="0"/>
              </a:rPr>
              <a:t>'</a:t>
            </a:r>
            <a:br>
              <a:rPr lang="en-US" altLang="zh-TW" sz="1800" dirty="0" smtClean="0">
                <a:solidFill>
                  <a:srgbClr val="9194C7"/>
                </a:solidFill>
                <a:latin typeface="Courier" charset="0"/>
              </a:rPr>
            </a:br>
            <a:r>
              <a:rPr lang="en-US" altLang="zh-TW" sz="1800" dirty="0" smtClean="0">
                <a:solidFill>
                  <a:srgbClr val="9194C7"/>
                </a:solidFill>
                <a:latin typeface="Courier" charset="0"/>
              </a:rPr>
              <a:t>               </a:t>
            </a:r>
            <a:r>
              <a:rPr lang="en-US" altLang="zh-TW" sz="1800" dirty="0" err="1" smtClean="0">
                <a:solidFill>
                  <a:srgbClr val="8A2BE2"/>
                </a:solidFill>
                <a:latin typeface="Courier" charset="0"/>
              </a:rPr>
              <a:t>xmlns:</a:t>
            </a:r>
            <a:r>
              <a:rPr lang="en-US" altLang="zh-TW" sz="1200" dirty="0" err="1" smtClean="0">
                <a:solidFill>
                  <a:srgbClr val="8A2BE2"/>
                </a:solidFill>
                <a:latin typeface="Courier" charset="0"/>
              </a:rPr>
              <a:t>stream</a:t>
            </a:r>
            <a:r>
              <a:rPr lang="en-US" altLang="zh-TW" sz="1200" dirty="0" smtClean="0">
                <a:solidFill>
                  <a:srgbClr val="393D79"/>
                </a:solidFill>
                <a:latin typeface="Courier" charset="0"/>
              </a:rPr>
              <a:t>=</a:t>
            </a:r>
            <a:r>
              <a:rPr lang="en-US" altLang="zh-TW" sz="1200" dirty="0" smtClean="0">
                <a:solidFill>
                  <a:srgbClr val="9194C7"/>
                </a:solidFill>
                <a:latin typeface="Courier" charset="0"/>
              </a:rPr>
              <a:t>'http://etherx.jabber.org/streams'</a:t>
            </a:r>
            <a:br>
              <a:rPr lang="en-US" altLang="zh-TW" sz="1200" dirty="0" smtClean="0">
                <a:solidFill>
                  <a:srgbClr val="9194C7"/>
                </a:solidFill>
                <a:latin typeface="Courier" charset="0"/>
              </a:rPr>
            </a:br>
            <a:r>
              <a:rPr lang="en-US" altLang="zh-TW" sz="1800" dirty="0" smtClean="0">
                <a:solidFill>
                  <a:srgbClr val="9194C7"/>
                </a:solidFill>
                <a:latin typeface="Courier" charset="0"/>
              </a:rPr>
              <a:t>               </a:t>
            </a:r>
            <a:r>
              <a:rPr lang="en-US" altLang="zh-TW" sz="1800" dirty="0" smtClean="0">
                <a:solidFill>
                  <a:srgbClr val="3A772C"/>
                </a:solidFill>
                <a:latin typeface="Courier" charset="0"/>
              </a:rPr>
              <a:t>from</a:t>
            </a:r>
            <a:r>
              <a:rPr lang="en-US" altLang="zh-TW" sz="1800" dirty="0" smtClean="0">
                <a:solidFill>
                  <a:srgbClr val="393D79"/>
                </a:solidFill>
                <a:latin typeface="Courier" charset="0"/>
              </a:rPr>
              <a:t>=</a:t>
            </a:r>
            <a:r>
              <a:rPr lang="en-US" altLang="zh-TW" sz="1800" dirty="0" smtClean="0">
                <a:solidFill>
                  <a:srgbClr val="9194C7"/>
                </a:solidFill>
                <a:latin typeface="Courier" charset="0"/>
              </a:rPr>
              <a:t>'example.com’</a:t>
            </a:r>
            <a:br>
              <a:rPr lang="en-US" altLang="zh-TW" sz="1800" dirty="0" smtClean="0">
                <a:solidFill>
                  <a:srgbClr val="9194C7"/>
                </a:solidFill>
                <a:latin typeface="Courier" charset="0"/>
              </a:rPr>
            </a:br>
            <a:r>
              <a:rPr lang="en-US" altLang="zh-TW" sz="1800" dirty="0" smtClean="0">
                <a:solidFill>
                  <a:srgbClr val="9194C7"/>
                </a:solidFill>
                <a:latin typeface="Courier" charset="0"/>
              </a:rPr>
              <a:t>               </a:t>
            </a:r>
            <a:r>
              <a:rPr lang="en-US" altLang="zh-TW" sz="1800" dirty="0" smtClean="0">
                <a:solidFill>
                  <a:srgbClr val="3A772C"/>
                </a:solidFill>
                <a:latin typeface="Courier" charset="0"/>
              </a:rPr>
              <a:t>id</a:t>
            </a:r>
            <a:r>
              <a:rPr lang="en-US" altLang="zh-TW" sz="1800" dirty="0" smtClean="0">
                <a:solidFill>
                  <a:srgbClr val="393D79"/>
                </a:solidFill>
                <a:latin typeface="Courier" charset="0"/>
              </a:rPr>
              <a:t>=</a:t>
            </a:r>
            <a:r>
              <a:rPr lang="en-US" altLang="zh-TW" sz="1800" dirty="0" smtClean="0">
                <a:solidFill>
                  <a:srgbClr val="9194C7"/>
                </a:solidFill>
                <a:latin typeface="Courier" charset="0"/>
              </a:rPr>
              <a:t>'</a:t>
            </a:r>
            <a:r>
              <a:rPr lang="en-US" altLang="zh-TW" sz="1800" dirty="0" err="1" smtClean="0">
                <a:solidFill>
                  <a:srgbClr val="9194C7"/>
                </a:solidFill>
                <a:latin typeface="Courier" charset="0"/>
              </a:rPr>
              <a:t>someid</a:t>
            </a:r>
            <a:r>
              <a:rPr lang="en-US" altLang="zh-TW" sz="1800" dirty="0" smtClean="0">
                <a:solidFill>
                  <a:srgbClr val="9194C7"/>
                </a:solidFill>
                <a:latin typeface="Courier" charset="0"/>
              </a:rPr>
              <a:t>'</a:t>
            </a:r>
            <a:br>
              <a:rPr lang="en-US" altLang="zh-TW" sz="1800" dirty="0" smtClean="0">
                <a:solidFill>
                  <a:srgbClr val="9194C7"/>
                </a:solidFill>
                <a:latin typeface="Courier" charset="0"/>
              </a:rPr>
            </a:br>
            <a:r>
              <a:rPr lang="en-US" altLang="zh-TW" sz="1800" dirty="0" smtClean="0">
                <a:solidFill>
                  <a:srgbClr val="9194C7"/>
                </a:solidFill>
                <a:latin typeface="Courier" charset="0"/>
              </a:rPr>
              <a:t>               </a:t>
            </a:r>
            <a:r>
              <a:rPr lang="en-US" altLang="zh-TW" sz="1800" dirty="0" smtClean="0">
                <a:solidFill>
                  <a:srgbClr val="3A772C"/>
                </a:solidFill>
                <a:latin typeface="Courier" charset="0"/>
              </a:rPr>
              <a:t>version</a:t>
            </a:r>
            <a:r>
              <a:rPr lang="en-US" altLang="zh-TW" sz="1800" dirty="0" smtClean="0">
                <a:solidFill>
                  <a:srgbClr val="393D79"/>
                </a:solidFill>
                <a:latin typeface="Courier" charset="0"/>
              </a:rPr>
              <a:t>=</a:t>
            </a:r>
            <a:r>
              <a:rPr lang="en-US" altLang="zh-TW" sz="1800" dirty="0" smtClean="0">
                <a:solidFill>
                  <a:srgbClr val="9194C7"/>
                </a:solidFill>
                <a:latin typeface="Courier" charset="0"/>
              </a:rPr>
              <a:t>'1.0'&gt;</a:t>
            </a:r>
            <a:endParaRPr lang="en-US" altLang="zh-TW" dirty="0" smtClean="0"/>
          </a:p>
          <a:p>
            <a:r>
              <a:rPr lang="en-US" altLang="zh-TW" dirty="0" smtClean="0"/>
              <a:t>Each child element of stream: a “</a:t>
            </a:r>
            <a:r>
              <a:rPr lang="en-US" altLang="zh-TW" i="1" dirty="0" smtClean="0"/>
              <a:t>stanza</a:t>
            </a:r>
            <a:r>
              <a:rPr lang="en-US" altLang="zh-TW" dirty="0" smtClean="0"/>
              <a:t>”</a:t>
            </a:r>
          </a:p>
        </p:txBody>
      </p:sp>
    </p:spTree>
  </p:cSld>
  <p:clrMapOvr>
    <a:masterClrMapping/>
  </p:clrMapOvr>
  <p:transition>
    <p:wipe dir="r"/>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Rectangle 2"/>
          <p:cNvSpPr>
            <a:spLocks noGrp="1" noChangeArrowheads="1"/>
          </p:cNvSpPr>
          <p:nvPr>
            <p:ph type="title"/>
          </p:nvPr>
        </p:nvSpPr>
        <p:spPr/>
        <p:txBody>
          <a:bodyPr/>
          <a:lstStyle/>
          <a:p>
            <a:r>
              <a:rPr lang="en-US" altLang="zh-TW" smtClean="0"/>
              <a:t>Stream features</a:t>
            </a:r>
          </a:p>
        </p:txBody>
      </p:sp>
      <p:sp>
        <p:nvSpPr>
          <p:cNvPr id="23555" name="Rectangle 3"/>
          <p:cNvSpPr>
            <a:spLocks noGrp="1" noChangeArrowheads="1"/>
          </p:cNvSpPr>
          <p:nvPr>
            <p:ph type="body" idx="1"/>
          </p:nvPr>
        </p:nvSpPr>
        <p:spPr/>
        <p:txBody>
          <a:bodyPr/>
          <a:lstStyle/>
          <a:p>
            <a:r>
              <a:rPr lang="en-US" altLang="zh-TW" smtClean="0"/>
              <a:t>After stream start, server sends feature list:</a:t>
            </a:r>
            <a:br>
              <a:rPr lang="en-US" altLang="zh-TW" smtClean="0"/>
            </a:br>
            <a:r>
              <a:rPr lang="en-US" altLang="zh-TW" sz="1800" smtClean="0">
                <a:solidFill>
                  <a:srgbClr val="9194C7"/>
                </a:solidFill>
                <a:latin typeface="Courier" charset="0"/>
              </a:rPr>
              <a:t>&lt;</a:t>
            </a:r>
            <a:r>
              <a:rPr lang="en-US" altLang="zh-TW" sz="1800" smtClean="0">
                <a:solidFill>
                  <a:srgbClr val="3A772C"/>
                </a:solidFill>
                <a:latin typeface="Courier" charset="0"/>
              </a:rPr>
              <a:t>stream:features</a:t>
            </a:r>
            <a:r>
              <a:rPr lang="en-US" altLang="zh-TW" sz="1800" smtClean="0">
                <a:solidFill>
                  <a:srgbClr val="9194C7"/>
                </a:solidFill>
                <a:latin typeface="Courier" charset="0"/>
              </a:rPr>
              <a:t>&gt;</a:t>
            </a:r>
            <a:br>
              <a:rPr lang="en-US" altLang="zh-TW" sz="1800" smtClean="0">
                <a:solidFill>
                  <a:srgbClr val="9194C7"/>
                </a:solidFill>
                <a:latin typeface="Courier" charset="0"/>
              </a:rPr>
            </a:br>
            <a:r>
              <a:rPr lang="en-US" altLang="zh-TW" sz="1800" smtClean="0">
                <a:solidFill>
                  <a:srgbClr val="9194C7"/>
                </a:solidFill>
                <a:latin typeface="Courier" charset="0"/>
              </a:rPr>
              <a:t>  &lt;</a:t>
            </a:r>
            <a:r>
              <a:rPr lang="en-US" altLang="zh-TW" sz="1800" smtClean="0">
                <a:solidFill>
                  <a:srgbClr val="3A772C"/>
                </a:solidFill>
                <a:latin typeface="Courier" charset="0"/>
              </a:rPr>
              <a:t>starttls </a:t>
            </a:r>
            <a:r>
              <a:rPr lang="en-US" altLang="zh-TW" sz="1800" smtClean="0">
                <a:solidFill>
                  <a:srgbClr val="8A2BE2"/>
                </a:solidFill>
                <a:latin typeface="Courier" charset="0"/>
              </a:rPr>
              <a:t>xmlns</a:t>
            </a:r>
            <a:r>
              <a:rPr lang="en-US" altLang="zh-TW" sz="1800" smtClean="0">
                <a:solidFill>
                  <a:srgbClr val="393D79"/>
                </a:solidFill>
                <a:latin typeface="Courier" charset="0"/>
              </a:rPr>
              <a:t>=</a:t>
            </a:r>
            <a:r>
              <a:rPr lang="en-US" altLang="zh-TW" sz="1200" smtClean="0">
                <a:solidFill>
                  <a:srgbClr val="9194C7"/>
                </a:solidFill>
                <a:latin typeface="Courier" charset="0"/>
              </a:rPr>
              <a:t>'urn:ietf:params:xml:ns:xmpp-tls'</a:t>
            </a:r>
            <a:r>
              <a:rPr lang="en-US" altLang="zh-TW" sz="1800" smtClean="0">
                <a:solidFill>
                  <a:srgbClr val="9194C7"/>
                </a:solidFill>
                <a:latin typeface="Courier" charset="0"/>
              </a:rPr>
              <a:t>/&gt;</a:t>
            </a:r>
            <a:br>
              <a:rPr lang="en-US" altLang="zh-TW" sz="1800" smtClean="0">
                <a:solidFill>
                  <a:srgbClr val="9194C7"/>
                </a:solidFill>
                <a:latin typeface="Courier" charset="0"/>
              </a:rPr>
            </a:br>
            <a:r>
              <a:rPr lang="en-US" altLang="zh-TW" sz="1800" smtClean="0">
                <a:solidFill>
                  <a:srgbClr val="9194C7"/>
                </a:solidFill>
                <a:latin typeface="Courier" charset="0"/>
              </a:rPr>
              <a:t>  &lt;</a:t>
            </a:r>
            <a:r>
              <a:rPr lang="en-US" altLang="zh-TW" sz="1800" smtClean="0">
                <a:solidFill>
                  <a:srgbClr val="3A772C"/>
                </a:solidFill>
                <a:latin typeface="Courier" charset="0"/>
              </a:rPr>
              <a:t>mechanisms </a:t>
            </a:r>
            <a:r>
              <a:rPr lang="en-US" altLang="zh-TW" sz="1800" smtClean="0">
                <a:solidFill>
                  <a:srgbClr val="8A2BE2"/>
                </a:solidFill>
                <a:latin typeface="Courier" charset="0"/>
              </a:rPr>
              <a:t>xmlns</a:t>
            </a:r>
            <a:r>
              <a:rPr lang="en-US" altLang="zh-TW" sz="1800" smtClean="0">
                <a:solidFill>
                  <a:srgbClr val="393D79"/>
                </a:solidFill>
                <a:latin typeface="Courier" charset="0"/>
              </a:rPr>
              <a:t>=</a:t>
            </a:r>
            <a:r>
              <a:rPr lang="en-US" altLang="zh-TW" sz="1200" smtClean="0">
                <a:solidFill>
                  <a:srgbClr val="9194C7"/>
                </a:solidFill>
                <a:latin typeface="Courier" charset="0"/>
              </a:rPr>
              <a:t>'urn:ietf:params:xml:ns:xmpp-sasl'</a:t>
            </a:r>
            <a:r>
              <a:rPr lang="en-US" altLang="zh-TW" sz="1800" smtClean="0">
                <a:solidFill>
                  <a:srgbClr val="9194C7"/>
                </a:solidFill>
                <a:latin typeface="Courier" charset="0"/>
              </a:rPr>
              <a:t>&gt;</a:t>
            </a:r>
            <a:br>
              <a:rPr lang="en-US" altLang="zh-TW" sz="1800" smtClean="0">
                <a:solidFill>
                  <a:srgbClr val="9194C7"/>
                </a:solidFill>
                <a:latin typeface="Courier" charset="0"/>
              </a:rPr>
            </a:br>
            <a:r>
              <a:rPr lang="en-US" altLang="zh-TW" sz="1800" smtClean="0">
                <a:solidFill>
                  <a:srgbClr val="9194C7"/>
                </a:solidFill>
                <a:latin typeface="Courier" charset="0"/>
              </a:rPr>
              <a:t>    &lt;</a:t>
            </a:r>
            <a:r>
              <a:rPr lang="en-US" altLang="zh-TW" sz="1800" smtClean="0">
                <a:solidFill>
                  <a:srgbClr val="3A772C"/>
                </a:solidFill>
                <a:latin typeface="Courier" charset="0"/>
              </a:rPr>
              <a:t>mechanism</a:t>
            </a:r>
            <a:r>
              <a:rPr lang="en-US" altLang="zh-TW" sz="1800" smtClean="0">
                <a:solidFill>
                  <a:srgbClr val="9194C7"/>
                </a:solidFill>
                <a:latin typeface="Courier" charset="0"/>
              </a:rPr>
              <a:t>&gt;DIGEST-MD5&lt;</a:t>
            </a:r>
            <a:r>
              <a:rPr lang="en-US" altLang="zh-TW" sz="1800" smtClean="0">
                <a:solidFill>
                  <a:srgbClr val="3A772C"/>
                </a:solidFill>
                <a:latin typeface="Courier" charset="0"/>
              </a:rPr>
              <a:t>/mechanism</a:t>
            </a:r>
            <a:r>
              <a:rPr lang="en-US" altLang="zh-TW" sz="1800" smtClean="0">
                <a:solidFill>
                  <a:srgbClr val="9194C7"/>
                </a:solidFill>
                <a:latin typeface="Courier" charset="0"/>
              </a:rPr>
              <a:t>&gt;</a:t>
            </a:r>
            <a:br>
              <a:rPr lang="en-US" altLang="zh-TW" sz="1800" smtClean="0">
                <a:solidFill>
                  <a:srgbClr val="9194C7"/>
                </a:solidFill>
                <a:latin typeface="Courier" charset="0"/>
              </a:rPr>
            </a:br>
            <a:r>
              <a:rPr lang="en-US" altLang="zh-TW" sz="1800" smtClean="0">
                <a:solidFill>
                  <a:srgbClr val="9194C7"/>
                </a:solidFill>
                <a:latin typeface="Courier" charset="0"/>
              </a:rPr>
              <a:t>  &lt;</a:t>
            </a:r>
            <a:r>
              <a:rPr lang="en-US" altLang="zh-TW" sz="1800" smtClean="0">
                <a:solidFill>
                  <a:srgbClr val="3A772C"/>
                </a:solidFill>
                <a:latin typeface="Courier" charset="0"/>
              </a:rPr>
              <a:t>/mechanisms</a:t>
            </a:r>
            <a:r>
              <a:rPr lang="en-US" altLang="zh-TW" sz="1800" smtClean="0">
                <a:solidFill>
                  <a:srgbClr val="9194C7"/>
                </a:solidFill>
                <a:latin typeface="Courier" charset="0"/>
              </a:rPr>
              <a:t>&gt;</a:t>
            </a:r>
            <a:br>
              <a:rPr lang="en-US" altLang="zh-TW" sz="1800" smtClean="0">
                <a:solidFill>
                  <a:srgbClr val="9194C7"/>
                </a:solidFill>
                <a:latin typeface="Courier" charset="0"/>
              </a:rPr>
            </a:br>
            <a:r>
              <a:rPr lang="en-US" altLang="zh-TW" sz="1800" smtClean="0">
                <a:solidFill>
                  <a:srgbClr val="9194C7"/>
                </a:solidFill>
                <a:latin typeface="Courier" charset="0"/>
              </a:rPr>
              <a:t>  &lt;</a:t>
            </a:r>
            <a:r>
              <a:rPr lang="en-US" altLang="zh-TW" sz="1800" smtClean="0">
                <a:solidFill>
                  <a:srgbClr val="3A772C"/>
                </a:solidFill>
                <a:latin typeface="Courier" charset="0"/>
              </a:rPr>
              <a:t>compression </a:t>
            </a:r>
            <a:r>
              <a:rPr lang="en-US" altLang="zh-TW" sz="1800" smtClean="0">
                <a:solidFill>
                  <a:srgbClr val="8A2BE2"/>
                </a:solidFill>
                <a:latin typeface="Courier" charset="0"/>
              </a:rPr>
              <a:t>xmlns</a:t>
            </a:r>
            <a:r>
              <a:rPr lang="en-US" altLang="zh-TW" sz="1800" smtClean="0">
                <a:solidFill>
                  <a:srgbClr val="393D79"/>
                </a:solidFill>
                <a:latin typeface="Courier" charset="0"/>
              </a:rPr>
              <a:t>=</a:t>
            </a:r>
            <a:r>
              <a:rPr lang="en-US" altLang="zh-TW" sz="1200" smtClean="0">
                <a:solidFill>
                  <a:srgbClr val="9194C7"/>
                </a:solidFill>
                <a:latin typeface="Courier" charset="0"/>
              </a:rPr>
              <a:t>'http://jabber.org/features/compress'</a:t>
            </a:r>
            <a:r>
              <a:rPr lang="en-US" altLang="zh-TW" sz="1800" smtClean="0">
                <a:solidFill>
                  <a:srgbClr val="9194C7"/>
                </a:solidFill>
                <a:latin typeface="Courier" charset="0"/>
              </a:rPr>
              <a:t>&gt;</a:t>
            </a:r>
            <a:br>
              <a:rPr lang="en-US" altLang="zh-TW" sz="1800" smtClean="0">
                <a:solidFill>
                  <a:srgbClr val="9194C7"/>
                </a:solidFill>
                <a:latin typeface="Courier" charset="0"/>
              </a:rPr>
            </a:br>
            <a:r>
              <a:rPr lang="en-US" altLang="zh-TW" sz="1800" smtClean="0">
                <a:solidFill>
                  <a:srgbClr val="9194C7"/>
                </a:solidFill>
                <a:latin typeface="Courier" charset="0"/>
              </a:rPr>
              <a:t>    &lt;</a:t>
            </a:r>
            <a:r>
              <a:rPr lang="en-US" altLang="zh-TW" sz="1800" smtClean="0">
                <a:solidFill>
                  <a:srgbClr val="3A772C"/>
                </a:solidFill>
                <a:latin typeface="Courier" charset="0"/>
              </a:rPr>
              <a:t>method</a:t>
            </a:r>
            <a:r>
              <a:rPr lang="en-US" altLang="zh-TW" sz="1800" smtClean="0">
                <a:solidFill>
                  <a:srgbClr val="9194C7"/>
                </a:solidFill>
                <a:latin typeface="Courier" charset="0"/>
              </a:rPr>
              <a:t>&gt;zlib&lt;</a:t>
            </a:r>
            <a:r>
              <a:rPr lang="en-US" altLang="zh-TW" sz="1800" smtClean="0">
                <a:solidFill>
                  <a:srgbClr val="3A772C"/>
                </a:solidFill>
                <a:latin typeface="Courier" charset="0"/>
              </a:rPr>
              <a:t>/method</a:t>
            </a:r>
            <a:r>
              <a:rPr lang="en-US" altLang="zh-TW" sz="1800" smtClean="0">
                <a:solidFill>
                  <a:srgbClr val="9194C7"/>
                </a:solidFill>
                <a:latin typeface="Courier" charset="0"/>
              </a:rPr>
              <a:t>&gt;</a:t>
            </a:r>
            <a:br>
              <a:rPr lang="en-US" altLang="zh-TW" sz="1800" smtClean="0">
                <a:solidFill>
                  <a:srgbClr val="9194C7"/>
                </a:solidFill>
                <a:latin typeface="Courier" charset="0"/>
              </a:rPr>
            </a:br>
            <a:r>
              <a:rPr lang="en-US" altLang="zh-TW" sz="1800" smtClean="0">
                <a:solidFill>
                  <a:srgbClr val="9194C7"/>
                </a:solidFill>
                <a:latin typeface="Courier" charset="0"/>
              </a:rPr>
              <a:t>  &lt;</a:t>
            </a:r>
            <a:r>
              <a:rPr lang="en-US" altLang="zh-TW" sz="1800" smtClean="0">
                <a:solidFill>
                  <a:srgbClr val="3A772C"/>
                </a:solidFill>
                <a:latin typeface="Courier" charset="0"/>
              </a:rPr>
              <a:t>/compression</a:t>
            </a:r>
            <a:r>
              <a:rPr lang="en-US" altLang="zh-TW" sz="1800" smtClean="0">
                <a:solidFill>
                  <a:srgbClr val="9194C7"/>
                </a:solidFill>
                <a:latin typeface="Courier" charset="0"/>
              </a:rPr>
              <a:t>&gt;</a:t>
            </a:r>
            <a:br>
              <a:rPr lang="en-US" altLang="zh-TW" sz="1800" smtClean="0">
                <a:solidFill>
                  <a:srgbClr val="9194C7"/>
                </a:solidFill>
                <a:latin typeface="Courier" charset="0"/>
              </a:rPr>
            </a:br>
            <a:r>
              <a:rPr lang="en-US" altLang="zh-TW" sz="1800" smtClean="0">
                <a:solidFill>
                  <a:srgbClr val="9194C7"/>
                </a:solidFill>
                <a:latin typeface="Courier" charset="0"/>
              </a:rPr>
              <a:t>&lt;</a:t>
            </a:r>
            <a:r>
              <a:rPr lang="en-US" altLang="zh-TW" sz="1800" smtClean="0">
                <a:solidFill>
                  <a:srgbClr val="3A772C"/>
                </a:solidFill>
                <a:latin typeface="Courier" charset="0"/>
              </a:rPr>
              <a:t>/stream:features</a:t>
            </a:r>
            <a:r>
              <a:rPr lang="en-US" altLang="zh-TW" sz="1800" smtClean="0">
                <a:solidFill>
                  <a:srgbClr val="9194C7"/>
                </a:solidFill>
                <a:latin typeface="Courier" charset="0"/>
              </a:rPr>
              <a:t>&gt;</a:t>
            </a:r>
            <a:endParaRPr lang="en-US" altLang="zh-TW" smtClean="0"/>
          </a:p>
          <a:p>
            <a:endParaRPr lang="en-US" altLang="zh-TW" smtClean="0"/>
          </a:p>
          <a:p>
            <a:r>
              <a:rPr lang="en-US" altLang="zh-TW" smtClean="0"/>
              <a:t>Client can negotiate any of these features</a:t>
            </a:r>
          </a:p>
        </p:txBody>
      </p:sp>
    </p:spTree>
  </p:cSld>
  <p:clrMapOvr>
    <a:masterClrMapping/>
  </p:clrMapOvr>
  <p:transition>
    <p:wipe dir="r"/>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Rectangle 2"/>
          <p:cNvSpPr>
            <a:spLocks noGrp="1" noChangeArrowheads="1"/>
          </p:cNvSpPr>
          <p:nvPr>
            <p:ph type="title"/>
          </p:nvPr>
        </p:nvSpPr>
        <p:spPr/>
        <p:txBody>
          <a:bodyPr/>
          <a:lstStyle/>
          <a:p>
            <a:r>
              <a:rPr lang="en-US" altLang="zh-TW" smtClean="0"/>
              <a:t>Stream features</a:t>
            </a:r>
          </a:p>
        </p:txBody>
      </p:sp>
      <p:sp>
        <p:nvSpPr>
          <p:cNvPr id="23555" name="Rectangle 3"/>
          <p:cNvSpPr>
            <a:spLocks noGrp="1" noChangeArrowheads="1"/>
          </p:cNvSpPr>
          <p:nvPr>
            <p:ph type="body" idx="1"/>
          </p:nvPr>
        </p:nvSpPr>
        <p:spPr/>
        <p:txBody>
          <a:bodyPr/>
          <a:lstStyle/>
          <a:p>
            <a:r>
              <a:rPr lang="en-US" dirty="0" smtClean="0"/>
              <a:t>Presence stanza is the notification part of the basic publish-subscribe mechanism; it is used to deliver information from one entity to multiple recipients.</a:t>
            </a:r>
          </a:p>
          <a:p>
            <a:r>
              <a:rPr lang="en-US" dirty="0" smtClean="0"/>
              <a:t>IQ (Info/Query) is a request-response interaction, with which an entity is able to request some information from another entity.</a:t>
            </a:r>
            <a:br>
              <a:rPr lang="en-US" dirty="0" smtClean="0"/>
            </a:br>
            <a:endParaRPr lang="en-US" altLang="zh-TW" dirty="0" smtClean="0"/>
          </a:p>
        </p:txBody>
      </p:sp>
    </p:spTree>
  </p:cSld>
  <p:clrMapOvr>
    <a:masterClrMapping/>
  </p:clrMapOvr>
  <p:transition>
    <p:wipe dir="r"/>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a:t>XML Stream </a:t>
            </a:r>
            <a:r>
              <a:rPr lang="en-US" altLang="zh-TW" dirty="0" smtClean="0"/>
              <a:t>Features</a:t>
            </a:r>
            <a:endParaRPr lang="zh-TW" altLang="en-US" dirty="0"/>
          </a:p>
        </p:txBody>
      </p:sp>
      <p:pic>
        <p:nvPicPr>
          <p:cNvPr id="4" name="圖片 3"/>
          <p:cNvPicPr>
            <a:picLocks noChangeAspect="1"/>
          </p:cNvPicPr>
          <p:nvPr/>
        </p:nvPicPr>
        <p:blipFill>
          <a:blip r:embed="rId2"/>
          <a:stretch>
            <a:fillRect/>
          </a:stretch>
        </p:blipFill>
        <p:spPr>
          <a:xfrm>
            <a:off x="7284" y="1295400"/>
            <a:ext cx="9144000" cy="5533293"/>
          </a:xfrm>
          <a:prstGeom prst="rect">
            <a:avLst/>
          </a:prstGeom>
        </p:spPr>
      </p:pic>
    </p:spTree>
    <p:extLst>
      <p:ext uri="{BB962C8B-B14F-4D97-AF65-F5344CB8AC3E}">
        <p14:creationId xmlns:p14="http://schemas.microsoft.com/office/powerpoint/2010/main" xmlns="" val="2683031077"/>
      </p:ext>
    </p:extLst>
  </p:cSld>
  <p:clrMapOvr>
    <a:masterClrMapping/>
  </p:clrMapOvr>
  <p:transition>
    <p:wipe dir="r"/>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Rectangle 2"/>
          <p:cNvSpPr>
            <a:spLocks noGrp="1" noChangeArrowheads="1"/>
          </p:cNvSpPr>
          <p:nvPr>
            <p:ph type="title"/>
          </p:nvPr>
        </p:nvSpPr>
        <p:spPr/>
        <p:txBody>
          <a:bodyPr/>
          <a:lstStyle/>
          <a:p>
            <a:r>
              <a:rPr lang="en-US" b="0" dirty="0" smtClean="0"/>
              <a:t>Presence Stanzas</a:t>
            </a:r>
            <a:r>
              <a:rPr lang="en-US" dirty="0" smtClean="0"/>
              <a:t> </a:t>
            </a:r>
            <a:r>
              <a:rPr lang="en-US" b="0" dirty="0" smtClean="0"/>
              <a:t>Example</a:t>
            </a:r>
            <a:endParaRPr lang="en-US" altLang="zh-TW" dirty="0" smtClean="0"/>
          </a:p>
        </p:txBody>
      </p:sp>
      <p:sp>
        <p:nvSpPr>
          <p:cNvPr id="23555" name="Rectangle 3"/>
          <p:cNvSpPr>
            <a:spLocks noGrp="1" noChangeArrowheads="1"/>
          </p:cNvSpPr>
          <p:nvPr>
            <p:ph type="body" idx="1"/>
          </p:nvPr>
        </p:nvSpPr>
        <p:spPr/>
        <p:txBody>
          <a:bodyPr/>
          <a:lstStyle/>
          <a:p>
            <a:pPr>
              <a:buNone/>
            </a:pPr>
            <a:r>
              <a:rPr lang="en-US" dirty="0" smtClean="0"/>
              <a:t>&lt;presence </a:t>
            </a:r>
            <a:r>
              <a:rPr lang="en-US" dirty="0" err="1" smtClean="0"/>
              <a:t>xml:lang</a:t>
            </a:r>
            <a:r>
              <a:rPr lang="en-US" dirty="0" smtClean="0"/>
              <a:t>='en'&gt;</a:t>
            </a:r>
          </a:p>
          <a:p>
            <a:pPr>
              <a:buNone/>
            </a:pPr>
            <a:r>
              <a:rPr lang="en-US" dirty="0" smtClean="0"/>
              <a:t>	&lt;show&gt;</a:t>
            </a:r>
            <a:r>
              <a:rPr lang="en-US" dirty="0" err="1" smtClean="0"/>
              <a:t>dnd</a:t>
            </a:r>
            <a:r>
              <a:rPr lang="en-US" dirty="0" smtClean="0"/>
              <a:t>&lt;/show&gt;</a:t>
            </a:r>
          </a:p>
          <a:p>
            <a:pPr>
              <a:buNone/>
            </a:pPr>
            <a:r>
              <a:rPr lang="en-US" dirty="0" smtClean="0"/>
              <a:t>	&lt;status&gt;Having a coffee break&lt;/status&gt;</a:t>
            </a:r>
          </a:p>
          <a:p>
            <a:pPr>
              <a:buNone/>
            </a:pPr>
            <a:r>
              <a:rPr lang="en-US" dirty="0" smtClean="0"/>
              <a:t>	&lt;status </a:t>
            </a:r>
            <a:r>
              <a:rPr lang="en-US" dirty="0" err="1" smtClean="0"/>
              <a:t>xml:lang</a:t>
            </a:r>
            <a:r>
              <a:rPr lang="en-US" dirty="0" smtClean="0"/>
              <a:t>='</a:t>
            </a:r>
            <a:r>
              <a:rPr lang="en-US" dirty="0" err="1" smtClean="0"/>
              <a:t>fi</a:t>
            </a:r>
            <a:r>
              <a:rPr lang="en-US" dirty="0" smtClean="0"/>
              <a:t>'&gt;</a:t>
            </a:r>
            <a:r>
              <a:rPr lang="en-US" dirty="0" err="1" smtClean="0"/>
              <a:t>Kahvitauolla</a:t>
            </a:r>
            <a:r>
              <a:rPr lang="en-US" dirty="0" smtClean="0"/>
              <a:t>&lt;/status&gt;</a:t>
            </a:r>
          </a:p>
          <a:p>
            <a:pPr>
              <a:buNone/>
            </a:pPr>
            <a:r>
              <a:rPr lang="en-US" dirty="0" smtClean="0"/>
              <a:t>	&lt;priority&gt;1&lt;/priority&gt;</a:t>
            </a:r>
          </a:p>
          <a:p>
            <a:pPr>
              <a:buNone/>
            </a:pPr>
            <a:r>
              <a:rPr lang="en-US" dirty="0" smtClean="0"/>
              <a:t>&lt;/presence&gt; </a:t>
            </a:r>
            <a:br>
              <a:rPr lang="en-US" dirty="0" smtClean="0"/>
            </a:br>
            <a:endParaRPr lang="en-US" altLang="zh-TW" dirty="0" smtClean="0"/>
          </a:p>
        </p:txBody>
      </p:sp>
    </p:spTree>
  </p:cSld>
  <p:clrMapOvr>
    <a:masterClrMapping/>
  </p:clrMapOvr>
  <p:transition>
    <p:wipe dir="r"/>
  </p:transition>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Title 1"/>
          <p:cNvSpPr>
            <a:spLocks noGrp="1"/>
          </p:cNvSpPr>
          <p:nvPr>
            <p:ph type="title"/>
          </p:nvPr>
        </p:nvSpPr>
        <p:spPr/>
        <p:txBody>
          <a:bodyPr/>
          <a:lstStyle/>
          <a:p>
            <a:r>
              <a:rPr lang="en-US" altLang="zh-TW" smtClean="0"/>
              <a:t>Security Stuff</a:t>
            </a:r>
          </a:p>
        </p:txBody>
      </p:sp>
      <p:sp>
        <p:nvSpPr>
          <p:cNvPr id="24579" name="Content Placeholder 2"/>
          <p:cNvSpPr>
            <a:spLocks noGrp="1"/>
          </p:cNvSpPr>
          <p:nvPr>
            <p:ph idx="1"/>
          </p:nvPr>
        </p:nvSpPr>
        <p:spPr/>
        <p:txBody>
          <a:bodyPr/>
          <a:lstStyle/>
          <a:p>
            <a:r>
              <a:rPr lang="en-US" altLang="zh-TW" dirty="0" smtClean="0"/>
              <a:t>Start-TLS</a:t>
            </a:r>
          </a:p>
          <a:p>
            <a:pPr lvl="1"/>
            <a:r>
              <a:rPr lang="en-US" altLang="zh-TW" dirty="0" smtClean="0"/>
              <a:t>Prove the identity of the server</a:t>
            </a:r>
          </a:p>
          <a:p>
            <a:pPr lvl="1"/>
            <a:r>
              <a:rPr lang="en-US" altLang="zh-TW" dirty="0" smtClean="0"/>
              <a:t>Prove the identity of the user (optional)</a:t>
            </a:r>
          </a:p>
          <a:p>
            <a:pPr lvl="1"/>
            <a:r>
              <a:rPr lang="en-US" altLang="zh-TW" dirty="0" smtClean="0"/>
              <a:t>Encryption</a:t>
            </a:r>
          </a:p>
          <a:p>
            <a:pPr lvl="1"/>
            <a:r>
              <a:rPr lang="en-US" altLang="zh-TW" dirty="0" smtClean="0"/>
              <a:t>Data integrity</a:t>
            </a:r>
          </a:p>
          <a:p>
            <a:r>
              <a:rPr lang="en-US" altLang="zh-TW" dirty="0" smtClean="0"/>
              <a:t>SASL(Simple Authentication and Security Layer protocol) (</a:t>
            </a:r>
            <a:r>
              <a:rPr lang="en-US" altLang="zh-TW" dirty="0" smtClean="0">
                <a:hlinkClick r:id="rId2"/>
              </a:rPr>
              <a:t>RFC 4422</a:t>
            </a:r>
            <a:r>
              <a:rPr lang="en-US" altLang="zh-TW" dirty="0" smtClean="0"/>
              <a:t>)</a:t>
            </a:r>
          </a:p>
          <a:p>
            <a:pPr lvl="1"/>
            <a:r>
              <a:rPr lang="en-US" altLang="zh-TW" dirty="0" smtClean="0"/>
              <a:t>Authentication</a:t>
            </a:r>
          </a:p>
          <a:p>
            <a:pPr lvl="1"/>
            <a:r>
              <a:rPr lang="en-US" altLang="zh-TW" dirty="0" smtClean="0"/>
              <a:t>Optional encryption (rarely used)</a:t>
            </a:r>
          </a:p>
          <a:p>
            <a:pPr lvl="1"/>
            <a:r>
              <a:rPr lang="en-US" altLang="zh-TW" dirty="0" smtClean="0"/>
              <a:t>Pluggable (e.g. passwords, Kerberos, X.509, SAML, etc.)</a:t>
            </a:r>
          </a:p>
        </p:txBody>
      </p:sp>
    </p:spTree>
  </p:cSld>
  <p:clrMapOvr>
    <a:masterClrMapping/>
  </p:clrMapOvr>
  <p:transition>
    <p:wipe dir="r"/>
  </p:transition>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Rectangle 2"/>
          <p:cNvSpPr>
            <a:spLocks noGrp="1" noChangeArrowheads="1"/>
          </p:cNvSpPr>
          <p:nvPr>
            <p:ph type="title"/>
          </p:nvPr>
        </p:nvSpPr>
        <p:spPr/>
        <p:txBody>
          <a:bodyPr/>
          <a:lstStyle/>
          <a:p>
            <a:r>
              <a:rPr lang="en-US" altLang="zh-TW" smtClean="0"/>
              <a:t>Stanzas</a:t>
            </a:r>
          </a:p>
        </p:txBody>
      </p:sp>
      <p:sp>
        <p:nvSpPr>
          <p:cNvPr id="25603" name="Rectangle 3"/>
          <p:cNvSpPr>
            <a:spLocks noGrp="1" noChangeArrowheads="1"/>
          </p:cNvSpPr>
          <p:nvPr>
            <p:ph type="body" idx="1"/>
          </p:nvPr>
        </p:nvSpPr>
        <p:spPr/>
        <p:txBody>
          <a:bodyPr/>
          <a:lstStyle/>
          <a:p>
            <a:r>
              <a:rPr lang="en-US" altLang="zh-TW" smtClean="0"/>
              <a:t>All have </a:t>
            </a:r>
            <a:r>
              <a:rPr lang="en-US" altLang="zh-TW" smtClean="0">
                <a:solidFill>
                  <a:srgbClr val="3A772C"/>
                </a:solidFill>
                <a:latin typeface="Courier" charset="0"/>
              </a:rPr>
              <a:t>to</a:t>
            </a:r>
            <a:r>
              <a:rPr lang="en-US" altLang="zh-TW" smtClean="0">
                <a:solidFill>
                  <a:srgbClr val="393D79"/>
                </a:solidFill>
                <a:latin typeface="Courier" charset="0"/>
              </a:rPr>
              <a:t>=</a:t>
            </a:r>
            <a:r>
              <a:rPr lang="en-US" altLang="zh-TW" smtClean="0">
                <a:solidFill>
                  <a:srgbClr val="9194C7"/>
                </a:solidFill>
                <a:latin typeface="Courier" charset="0"/>
              </a:rPr>
              <a:t>'JID'</a:t>
            </a:r>
            <a:r>
              <a:rPr lang="en-US" altLang="zh-TW" smtClean="0"/>
              <a:t> and </a:t>
            </a:r>
            <a:r>
              <a:rPr lang="en-US" altLang="zh-TW" smtClean="0">
                <a:solidFill>
                  <a:srgbClr val="3A772C"/>
                </a:solidFill>
                <a:latin typeface="Courier" charset="0"/>
              </a:rPr>
              <a:t>from</a:t>
            </a:r>
            <a:r>
              <a:rPr lang="en-US" altLang="zh-TW" smtClean="0">
                <a:solidFill>
                  <a:srgbClr val="393D79"/>
                </a:solidFill>
                <a:latin typeface="Courier" charset="0"/>
              </a:rPr>
              <a:t>=</a:t>
            </a:r>
            <a:r>
              <a:rPr lang="en-US" altLang="zh-TW" smtClean="0">
                <a:solidFill>
                  <a:srgbClr val="9194C7"/>
                </a:solidFill>
                <a:latin typeface="Courier" charset="0"/>
              </a:rPr>
              <a:t>'JID'</a:t>
            </a:r>
            <a:r>
              <a:rPr lang="en-US" altLang="zh-TW" smtClean="0"/>
              <a:t> addresses</a:t>
            </a:r>
          </a:p>
          <a:p>
            <a:pPr lvl="1"/>
            <a:r>
              <a:rPr lang="en-US" altLang="zh-TW" smtClean="0"/>
              <a:t>To gives destination</a:t>
            </a:r>
          </a:p>
          <a:p>
            <a:pPr lvl="1"/>
            <a:r>
              <a:rPr lang="en-US" altLang="zh-TW" smtClean="0"/>
              <a:t>From added by local server</a:t>
            </a:r>
          </a:p>
          <a:p>
            <a:r>
              <a:rPr lang="en-US" altLang="zh-TW" smtClean="0"/>
              <a:t>Each stanza routed separately</a:t>
            </a:r>
          </a:p>
          <a:p>
            <a:r>
              <a:rPr lang="en-US" altLang="zh-TW" smtClean="0"/>
              <a:t>All contents of stanza passed along</a:t>
            </a:r>
          </a:p>
          <a:p>
            <a:r>
              <a:rPr lang="en-US" altLang="zh-TW" smtClean="0"/>
              <a:t>Extend with any XML from your namespace</a:t>
            </a:r>
          </a:p>
          <a:p>
            <a:r>
              <a:rPr lang="en-US" altLang="zh-TW" smtClean="0"/>
              <a:t>Different types for delivery semantics</a:t>
            </a:r>
          </a:p>
          <a:p>
            <a:pPr lvl="1">
              <a:buFontTx/>
              <a:buNone/>
            </a:pPr>
            <a:r>
              <a:rPr lang="en-US" altLang="zh-TW" sz="1800" smtClean="0">
                <a:solidFill>
                  <a:srgbClr val="9194C7"/>
                </a:solidFill>
                <a:latin typeface="Courier" charset="0"/>
              </a:rPr>
              <a:t>&lt;</a:t>
            </a:r>
            <a:r>
              <a:rPr lang="en-US" altLang="zh-TW" sz="1800" smtClean="0">
                <a:solidFill>
                  <a:srgbClr val="FF0000"/>
                </a:solidFill>
                <a:latin typeface="Courier" charset="0"/>
              </a:rPr>
              <a:t>message</a:t>
            </a:r>
            <a:r>
              <a:rPr lang="en-US" altLang="zh-TW" sz="1800" smtClean="0">
                <a:solidFill>
                  <a:srgbClr val="3A772C"/>
                </a:solidFill>
                <a:latin typeface="Courier" charset="0"/>
              </a:rPr>
              <a:t>/</a:t>
            </a:r>
            <a:r>
              <a:rPr lang="en-US" altLang="zh-TW" sz="1800" smtClean="0">
                <a:solidFill>
                  <a:srgbClr val="9194C7"/>
                </a:solidFill>
                <a:latin typeface="Courier" charset="0"/>
              </a:rPr>
              <a:t>&gt;</a:t>
            </a:r>
            <a:r>
              <a:rPr lang="en-US" altLang="zh-TW" smtClean="0"/>
              <a:t>: one direction, one recipient</a:t>
            </a:r>
            <a:r>
              <a:rPr lang="en-US" altLang="zh-TW" sz="1800" smtClean="0">
                <a:solidFill>
                  <a:srgbClr val="9194C7"/>
                </a:solidFill>
                <a:latin typeface="Courier" charset="0"/>
              </a:rPr>
              <a:t> </a:t>
            </a:r>
          </a:p>
          <a:p>
            <a:pPr lvl="1">
              <a:buFontTx/>
              <a:buNone/>
            </a:pPr>
            <a:r>
              <a:rPr lang="en-US" altLang="zh-TW" smtClean="0">
                <a:solidFill>
                  <a:srgbClr val="9194C7"/>
                </a:solidFill>
                <a:latin typeface="Courier" charset="0"/>
              </a:rPr>
              <a:t>&lt;</a:t>
            </a:r>
            <a:r>
              <a:rPr lang="en-US" altLang="zh-TW" smtClean="0">
                <a:solidFill>
                  <a:srgbClr val="FF0000"/>
                </a:solidFill>
                <a:latin typeface="Courier" charset="0"/>
              </a:rPr>
              <a:t>presence</a:t>
            </a:r>
            <a:r>
              <a:rPr lang="en-US" altLang="zh-TW" smtClean="0">
                <a:solidFill>
                  <a:srgbClr val="3A772C"/>
                </a:solidFill>
                <a:latin typeface="Courier" charset="0"/>
              </a:rPr>
              <a:t>/</a:t>
            </a:r>
            <a:r>
              <a:rPr lang="en-US" altLang="zh-TW" smtClean="0">
                <a:solidFill>
                  <a:srgbClr val="9194C7"/>
                </a:solidFill>
                <a:latin typeface="Courier" charset="0"/>
              </a:rPr>
              <a:t>&gt;</a:t>
            </a:r>
            <a:r>
              <a:rPr lang="en-US" altLang="zh-TW" smtClean="0"/>
              <a:t>: one direction, publish to many</a:t>
            </a:r>
            <a:endParaRPr lang="en-US" altLang="zh-TW" smtClean="0">
              <a:solidFill>
                <a:srgbClr val="9194C7"/>
              </a:solidFill>
              <a:latin typeface="Courier" charset="0"/>
            </a:endParaRPr>
          </a:p>
          <a:p>
            <a:pPr lvl="1">
              <a:buFontTx/>
              <a:buNone/>
            </a:pPr>
            <a:r>
              <a:rPr lang="en-US" altLang="zh-TW" smtClean="0">
                <a:solidFill>
                  <a:srgbClr val="9194C7"/>
                </a:solidFill>
                <a:latin typeface="Courier" charset="0"/>
              </a:rPr>
              <a:t>&lt;</a:t>
            </a:r>
            <a:r>
              <a:rPr lang="en-US" altLang="zh-TW" smtClean="0">
                <a:solidFill>
                  <a:srgbClr val="FF0000"/>
                </a:solidFill>
                <a:latin typeface="Courier" charset="0"/>
              </a:rPr>
              <a:t>iq</a:t>
            </a:r>
            <a:r>
              <a:rPr lang="en-US" altLang="zh-TW" smtClean="0">
                <a:solidFill>
                  <a:srgbClr val="3A772C"/>
                </a:solidFill>
                <a:latin typeface="Courier" charset="0"/>
              </a:rPr>
              <a:t>/</a:t>
            </a:r>
            <a:r>
              <a:rPr lang="en-US" altLang="zh-TW" smtClean="0">
                <a:solidFill>
                  <a:srgbClr val="9194C7"/>
                </a:solidFill>
                <a:latin typeface="Courier" charset="0"/>
              </a:rPr>
              <a:t>&gt;</a:t>
            </a:r>
            <a:r>
              <a:rPr lang="en-US" altLang="zh-TW" smtClean="0"/>
              <a:t>: "info/query", request/response</a:t>
            </a:r>
          </a:p>
        </p:txBody>
      </p:sp>
      <p:sp>
        <p:nvSpPr>
          <p:cNvPr id="2" name="文字方塊 1"/>
          <p:cNvSpPr txBox="1"/>
          <p:nvPr/>
        </p:nvSpPr>
        <p:spPr>
          <a:xfrm>
            <a:off x="7255566" y="5208104"/>
            <a:ext cx="1545534" cy="646331"/>
          </a:xfrm>
          <a:prstGeom prst="rect">
            <a:avLst/>
          </a:prstGeom>
          <a:noFill/>
        </p:spPr>
        <p:txBody>
          <a:bodyPr wrap="square" rtlCol="0">
            <a:spAutoFit/>
          </a:bodyPr>
          <a:lstStyle/>
          <a:p>
            <a:r>
              <a:rPr lang="en-US" altLang="zh-TW" sz="1800" dirty="0" smtClean="0">
                <a:solidFill>
                  <a:srgbClr val="FF0000"/>
                </a:solidFill>
              </a:rPr>
              <a:t>See details </a:t>
            </a:r>
            <a:r>
              <a:rPr lang="en-US" altLang="zh-TW" sz="1800" dirty="0">
                <a:solidFill>
                  <a:srgbClr val="FF0000"/>
                </a:solidFill>
              </a:rPr>
              <a:t>n</a:t>
            </a:r>
            <a:r>
              <a:rPr lang="en-US" altLang="zh-TW" sz="1800" dirty="0" smtClean="0">
                <a:solidFill>
                  <a:srgbClr val="FF0000"/>
                </a:solidFill>
              </a:rPr>
              <a:t>ext page</a:t>
            </a:r>
            <a:endParaRPr lang="zh-TW" altLang="en-US" sz="1800" dirty="0">
              <a:solidFill>
                <a:srgbClr val="FF0000"/>
              </a:solidFill>
            </a:endParaRPr>
          </a:p>
        </p:txBody>
      </p:sp>
    </p:spTree>
  </p:cSld>
  <p:clrMapOvr>
    <a:masterClrMapping/>
  </p:clrMapOvr>
  <p:transition>
    <p:wipe dir="r"/>
  </p:transition>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Rectangle 2"/>
          <p:cNvSpPr>
            <a:spLocks noGrp="1" noChangeArrowheads="1"/>
          </p:cNvSpPr>
          <p:nvPr>
            <p:ph type="title"/>
          </p:nvPr>
        </p:nvSpPr>
        <p:spPr/>
        <p:txBody>
          <a:bodyPr/>
          <a:lstStyle/>
          <a:p>
            <a:r>
              <a:rPr lang="en-US" altLang="zh-TW" smtClean="0"/>
              <a:t>Presence</a:t>
            </a:r>
          </a:p>
        </p:txBody>
      </p:sp>
      <p:sp>
        <p:nvSpPr>
          <p:cNvPr id="27651" name="Rectangle 3"/>
          <p:cNvSpPr>
            <a:spLocks noGrp="1" noChangeArrowheads="1"/>
          </p:cNvSpPr>
          <p:nvPr>
            <p:ph type="body" idx="1"/>
          </p:nvPr>
        </p:nvSpPr>
        <p:spPr/>
        <p:txBody>
          <a:bodyPr/>
          <a:lstStyle/>
          <a:p>
            <a:r>
              <a:rPr lang="en-US" altLang="zh-TW" smtClean="0"/>
              <a:t>Example:</a:t>
            </a:r>
            <a:br>
              <a:rPr lang="en-US" altLang="zh-TW" smtClean="0"/>
            </a:br>
            <a:r>
              <a:rPr lang="en-US" altLang="zh-TW" sz="1800" smtClean="0">
                <a:solidFill>
                  <a:srgbClr val="9194C7"/>
                </a:solidFill>
                <a:latin typeface="Courier" charset="0"/>
              </a:rPr>
              <a:t>&lt;</a:t>
            </a:r>
            <a:r>
              <a:rPr lang="en-US" altLang="zh-TW" sz="1800" smtClean="0">
                <a:solidFill>
                  <a:srgbClr val="FF0000"/>
                </a:solidFill>
                <a:latin typeface="Courier" charset="0"/>
              </a:rPr>
              <a:t>presence</a:t>
            </a:r>
            <a:r>
              <a:rPr lang="en-US" altLang="zh-TW" sz="1800" smtClean="0">
                <a:solidFill>
                  <a:srgbClr val="9194C7"/>
                </a:solidFill>
                <a:latin typeface="Courier" charset="0"/>
              </a:rPr>
              <a:t>&gt;</a:t>
            </a:r>
            <a:br>
              <a:rPr lang="en-US" altLang="zh-TW" sz="1800" smtClean="0">
                <a:solidFill>
                  <a:srgbClr val="9194C7"/>
                </a:solidFill>
                <a:latin typeface="Courier" charset="0"/>
              </a:rPr>
            </a:br>
            <a:r>
              <a:rPr lang="en-US" altLang="zh-TW" sz="1800" smtClean="0">
                <a:solidFill>
                  <a:srgbClr val="9194C7"/>
                </a:solidFill>
                <a:latin typeface="Courier" charset="0"/>
              </a:rPr>
              <a:t>  &lt;</a:t>
            </a:r>
            <a:r>
              <a:rPr lang="en-US" altLang="zh-TW" sz="1800" smtClean="0">
                <a:solidFill>
                  <a:srgbClr val="3A772C"/>
                </a:solidFill>
                <a:latin typeface="Courier" charset="0"/>
              </a:rPr>
              <a:t>show</a:t>
            </a:r>
            <a:r>
              <a:rPr lang="en-US" altLang="zh-TW" sz="1800" smtClean="0">
                <a:solidFill>
                  <a:srgbClr val="9194C7"/>
                </a:solidFill>
                <a:latin typeface="Courier" charset="0"/>
              </a:rPr>
              <a:t>&gt;dnd&lt;</a:t>
            </a:r>
            <a:r>
              <a:rPr lang="en-US" altLang="zh-TW" sz="1800" smtClean="0">
                <a:solidFill>
                  <a:srgbClr val="3A772C"/>
                </a:solidFill>
                <a:latin typeface="Courier" charset="0"/>
              </a:rPr>
              <a:t>/show</a:t>
            </a:r>
            <a:r>
              <a:rPr lang="en-US" altLang="zh-TW" sz="1800" smtClean="0">
                <a:solidFill>
                  <a:srgbClr val="9194C7"/>
                </a:solidFill>
                <a:latin typeface="Courier" charset="0"/>
              </a:rPr>
              <a:t>&gt;</a:t>
            </a:r>
            <a:br>
              <a:rPr lang="en-US" altLang="zh-TW" sz="1800" smtClean="0">
                <a:solidFill>
                  <a:srgbClr val="9194C7"/>
                </a:solidFill>
                <a:latin typeface="Courier" charset="0"/>
              </a:rPr>
            </a:br>
            <a:r>
              <a:rPr lang="en-US" altLang="zh-TW" sz="1800" smtClean="0">
                <a:solidFill>
                  <a:srgbClr val="9194C7"/>
                </a:solidFill>
                <a:latin typeface="Courier" charset="0"/>
              </a:rPr>
              <a:t>  &lt;</a:t>
            </a:r>
            <a:r>
              <a:rPr lang="en-US" altLang="zh-TW" sz="1800" smtClean="0">
                <a:solidFill>
                  <a:srgbClr val="3A772C"/>
                </a:solidFill>
                <a:latin typeface="Courier" charset="0"/>
              </a:rPr>
              <a:t>status</a:t>
            </a:r>
            <a:r>
              <a:rPr lang="en-US" altLang="zh-TW" sz="1800" smtClean="0">
                <a:solidFill>
                  <a:srgbClr val="9194C7"/>
                </a:solidFill>
                <a:latin typeface="Courier" charset="0"/>
              </a:rPr>
              <a:t>&gt;Meeting&lt;</a:t>
            </a:r>
            <a:r>
              <a:rPr lang="en-US" altLang="zh-TW" sz="1800" smtClean="0">
                <a:solidFill>
                  <a:srgbClr val="3A772C"/>
                </a:solidFill>
                <a:latin typeface="Courier" charset="0"/>
              </a:rPr>
              <a:t>/status</a:t>
            </a:r>
            <a:r>
              <a:rPr lang="en-US" altLang="zh-TW" sz="1800" smtClean="0">
                <a:solidFill>
                  <a:srgbClr val="9194C7"/>
                </a:solidFill>
                <a:latin typeface="Courier" charset="0"/>
              </a:rPr>
              <a:t>&gt;</a:t>
            </a:r>
            <a:br>
              <a:rPr lang="en-US" altLang="zh-TW" sz="1800" smtClean="0">
                <a:solidFill>
                  <a:srgbClr val="9194C7"/>
                </a:solidFill>
                <a:latin typeface="Courier" charset="0"/>
              </a:rPr>
            </a:br>
            <a:r>
              <a:rPr lang="en-US" altLang="zh-TW" sz="1800" smtClean="0">
                <a:solidFill>
                  <a:srgbClr val="9194C7"/>
                </a:solidFill>
                <a:latin typeface="Courier" charset="0"/>
              </a:rPr>
              <a:t>  &lt;</a:t>
            </a:r>
            <a:r>
              <a:rPr lang="en-US" altLang="zh-TW" sz="1800" smtClean="0">
                <a:solidFill>
                  <a:srgbClr val="3A772C"/>
                </a:solidFill>
                <a:latin typeface="Courier" charset="0"/>
              </a:rPr>
              <a:t>priority</a:t>
            </a:r>
            <a:r>
              <a:rPr lang="en-US" altLang="zh-TW" sz="1800" smtClean="0">
                <a:solidFill>
                  <a:srgbClr val="9194C7"/>
                </a:solidFill>
                <a:latin typeface="Courier" charset="0"/>
              </a:rPr>
              <a:t>&gt;1&lt;</a:t>
            </a:r>
            <a:r>
              <a:rPr lang="en-US" altLang="zh-TW" sz="1800" smtClean="0">
                <a:solidFill>
                  <a:srgbClr val="3A772C"/>
                </a:solidFill>
                <a:latin typeface="Courier" charset="0"/>
              </a:rPr>
              <a:t>/priority</a:t>
            </a:r>
            <a:r>
              <a:rPr lang="en-US" altLang="zh-TW" sz="1800" smtClean="0">
                <a:solidFill>
                  <a:srgbClr val="9194C7"/>
                </a:solidFill>
                <a:latin typeface="Courier" charset="0"/>
              </a:rPr>
              <a:t>&gt;</a:t>
            </a:r>
            <a:br>
              <a:rPr lang="en-US" altLang="zh-TW" sz="1800" smtClean="0">
                <a:solidFill>
                  <a:srgbClr val="9194C7"/>
                </a:solidFill>
                <a:latin typeface="Courier" charset="0"/>
              </a:rPr>
            </a:br>
            <a:r>
              <a:rPr lang="en-US" altLang="zh-TW" sz="1800" smtClean="0">
                <a:solidFill>
                  <a:srgbClr val="9194C7"/>
                </a:solidFill>
                <a:latin typeface="Courier" charset="0"/>
              </a:rPr>
              <a:t>&lt;</a:t>
            </a:r>
            <a:r>
              <a:rPr lang="en-US" altLang="zh-TW" sz="1800" smtClean="0">
                <a:solidFill>
                  <a:srgbClr val="FF0000"/>
                </a:solidFill>
                <a:latin typeface="Courier" charset="0"/>
              </a:rPr>
              <a:t>/presence</a:t>
            </a:r>
            <a:r>
              <a:rPr lang="en-US" altLang="zh-TW" sz="1800" smtClean="0">
                <a:solidFill>
                  <a:srgbClr val="9194C7"/>
                </a:solidFill>
                <a:latin typeface="Courier" charset="0"/>
              </a:rPr>
              <a:t>&gt;</a:t>
            </a:r>
            <a:endParaRPr lang="en-US" altLang="zh-TW" smtClean="0"/>
          </a:p>
          <a:p>
            <a:r>
              <a:rPr lang="en-US" altLang="zh-TW" smtClean="0"/>
              <a:t>Show: chat, available, away, xa, dnd</a:t>
            </a:r>
          </a:p>
          <a:p>
            <a:r>
              <a:rPr lang="en-US" altLang="zh-TW" smtClean="0"/>
              <a:t>Status: Human-readable text</a:t>
            </a:r>
          </a:p>
          <a:p>
            <a:r>
              <a:rPr lang="en-US" altLang="zh-TW" smtClean="0"/>
              <a:t>Priority: Which resource "most available"?</a:t>
            </a:r>
          </a:p>
        </p:txBody>
      </p:sp>
      <p:sp>
        <p:nvSpPr>
          <p:cNvPr id="2" name="矩形 1"/>
          <p:cNvSpPr/>
          <p:nvPr/>
        </p:nvSpPr>
        <p:spPr>
          <a:xfrm>
            <a:off x="2792896" y="847635"/>
            <a:ext cx="6231835" cy="400110"/>
          </a:xfrm>
          <a:prstGeom prst="rect">
            <a:avLst/>
          </a:prstGeom>
        </p:spPr>
        <p:txBody>
          <a:bodyPr wrap="square">
            <a:spAutoFit/>
          </a:bodyPr>
          <a:lstStyle/>
          <a:p>
            <a:r>
              <a:rPr lang="en-US" altLang="zh-TW" sz="2000" dirty="0">
                <a:solidFill>
                  <a:srgbClr val="000000"/>
                </a:solidFill>
                <a:latin typeface="verdana" panose="020B0604030504040204" pitchFamily="34" charset="0"/>
              </a:rPr>
              <a:t>express an entity's current network </a:t>
            </a:r>
            <a:r>
              <a:rPr lang="en-US" altLang="zh-TW" sz="2000" dirty="0" smtClean="0">
                <a:solidFill>
                  <a:srgbClr val="000000"/>
                </a:solidFill>
                <a:latin typeface="verdana" panose="020B0604030504040204" pitchFamily="34" charset="0"/>
              </a:rPr>
              <a:t>availability</a:t>
            </a:r>
            <a:endParaRPr lang="zh-TW" altLang="en-US" sz="2000" dirty="0"/>
          </a:p>
        </p:txBody>
      </p:sp>
    </p:spTree>
  </p:cSld>
  <p:clrMapOvr>
    <a:masterClrMapping/>
  </p:clrMapOvr>
  <p:transition>
    <p:wipe dir="r"/>
  </p:transition>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Rectangle 2"/>
          <p:cNvSpPr>
            <a:spLocks noGrp="1" noChangeArrowheads="1"/>
          </p:cNvSpPr>
          <p:nvPr>
            <p:ph type="title"/>
          </p:nvPr>
        </p:nvSpPr>
        <p:spPr/>
        <p:txBody>
          <a:bodyPr/>
          <a:lstStyle/>
          <a:p>
            <a:r>
              <a:rPr lang="en-US" altLang="zh-TW" dirty="0" smtClean="0"/>
              <a:t>IQ Request</a:t>
            </a:r>
          </a:p>
        </p:txBody>
      </p:sp>
      <p:sp>
        <p:nvSpPr>
          <p:cNvPr id="28675" name="Rectangle 3"/>
          <p:cNvSpPr>
            <a:spLocks noGrp="1" noChangeArrowheads="1"/>
          </p:cNvSpPr>
          <p:nvPr>
            <p:ph type="body" idx="1"/>
          </p:nvPr>
        </p:nvSpPr>
        <p:spPr/>
        <p:txBody>
          <a:bodyPr/>
          <a:lstStyle/>
          <a:p>
            <a:r>
              <a:rPr lang="en-US" altLang="zh-TW" dirty="0" smtClean="0"/>
              <a:t>Example:</a:t>
            </a:r>
            <a:br>
              <a:rPr lang="en-US" altLang="zh-TW" dirty="0" smtClean="0"/>
            </a:br>
            <a:r>
              <a:rPr lang="en-US" altLang="zh-TW" sz="1800" dirty="0" smtClean="0">
                <a:solidFill>
                  <a:srgbClr val="9194C7"/>
                </a:solidFill>
                <a:latin typeface="Courier" charset="0"/>
              </a:rPr>
              <a:t>&lt;</a:t>
            </a:r>
            <a:r>
              <a:rPr lang="en-US" altLang="zh-TW" sz="1800" dirty="0" err="1" smtClean="0">
                <a:solidFill>
                  <a:srgbClr val="FF0000"/>
                </a:solidFill>
                <a:latin typeface="Courier" charset="0"/>
              </a:rPr>
              <a:t>iq</a:t>
            </a:r>
            <a:r>
              <a:rPr lang="en-US" altLang="zh-TW" sz="1800" dirty="0" smtClean="0">
                <a:solidFill>
                  <a:srgbClr val="FF0000"/>
                </a:solidFill>
                <a:latin typeface="Courier" charset="0"/>
              </a:rPr>
              <a:t> </a:t>
            </a:r>
            <a:r>
              <a:rPr lang="en-US" altLang="zh-TW" sz="1800" dirty="0" smtClean="0">
                <a:solidFill>
                  <a:srgbClr val="3A772C"/>
                </a:solidFill>
                <a:latin typeface="Courier" charset="0"/>
              </a:rPr>
              <a:t>type</a:t>
            </a:r>
            <a:r>
              <a:rPr lang="en-US" altLang="zh-TW" sz="1800" dirty="0" smtClean="0">
                <a:solidFill>
                  <a:srgbClr val="393D79"/>
                </a:solidFill>
                <a:latin typeface="Courier" charset="0"/>
              </a:rPr>
              <a:t>=</a:t>
            </a:r>
            <a:r>
              <a:rPr lang="en-US" altLang="zh-TW" sz="1800" dirty="0" smtClean="0">
                <a:solidFill>
                  <a:srgbClr val="9194C7"/>
                </a:solidFill>
                <a:latin typeface="Courier" charset="0"/>
              </a:rPr>
              <a:t>'get'</a:t>
            </a:r>
            <a:br>
              <a:rPr lang="en-US" altLang="zh-TW" sz="1800" dirty="0" smtClean="0">
                <a:solidFill>
                  <a:srgbClr val="9194C7"/>
                </a:solidFill>
                <a:latin typeface="Courier" charset="0"/>
              </a:rPr>
            </a:br>
            <a:r>
              <a:rPr lang="en-US" altLang="zh-TW" sz="1800" dirty="0" smtClean="0">
                <a:solidFill>
                  <a:srgbClr val="9194C7"/>
                </a:solidFill>
                <a:latin typeface="Courier" charset="0"/>
              </a:rPr>
              <a:t>    </a:t>
            </a:r>
            <a:r>
              <a:rPr lang="en-US" altLang="zh-TW" sz="1800" dirty="0" smtClean="0">
                <a:solidFill>
                  <a:srgbClr val="3A772C"/>
                </a:solidFill>
                <a:latin typeface="Courier" charset="0"/>
              </a:rPr>
              <a:t>id</a:t>
            </a:r>
            <a:r>
              <a:rPr lang="en-US" altLang="zh-TW" sz="1800" dirty="0" smtClean="0">
                <a:solidFill>
                  <a:srgbClr val="393D79"/>
                </a:solidFill>
                <a:latin typeface="Courier" charset="0"/>
              </a:rPr>
              <a:t>=</a:t>
            </a:r>
            <a:r>
              <a:rPr lang="en-US" altLang="zh-TW" sz="1800" dirty="0" smtClean="0">
                <a:solidFill>
                  <a:srgbClr val="9194C7"/>
                </a:solidFill>
                <a:latin typeface="Courier" charset="0"/>
              </a:rPr>
              <a:t>'roster_1'&gt;</a:t>
            </a:r>
            <a:br>
              <a:rPr lang="en-US" altLang="zh-TW" sz="1800" dirty="0" smtClean="0">
                <a:solidFill>
                  <a:srgbClr val="9194C7"/>
                </a:solidFill>
                <a:latin typeface="Courier" charset="0"/>
              </a:rPr>
            </a:br>
            <a:r>
              <a:rPr lang="en-US" altLang="zh-TW" sz="1800" dirty="0" smtClean="0">
                <a:solidFill>
                  <a:srgbClr val="9194C7"/>
                </a:solidFill>
                <a:latin typeface="Courier" charset="0"/>
              </a:rPr>
              <a:t>  &lt;</a:t>
            </a:r>
            <a:r>
              <a:rPr lang="en-US" altLang="zh-TW" sz="1800" dirty="0" smtClean="0">
                <a:solidFill>
                  <a:srgbClr val="3A772C"/>
                </a:solidFill>
                <a:latin typeface="Courier" charset="0"/>
              </a:rPr>
              <a:t>query </a:t>
            </a:r>
            <a:r>
              <a:rPr lang="en-US" altLang="zh-TW" sz="1800" dirty="0" err="1" smtClean="0">
                <a:solidFill>
                  <a:srgbClr val="8A2BE2"/>
                </a:solidFill>
                <a:latin typeface="Courier" charset="0"/>
              </a:rPr>
              <a:t>xmlns</a:t>
            </a:r>
            <a:r>
              <a:rPr lang="en-US" altLang="zh-TW" sz="1800" dirty="0" smtClean="0">
                <a:solidFill>
                  <a:srgbClr val="393D79"/>
                </a:solidFill>
                <a:latin typeface="Courier" charset="0"/>
              </a:rPr>
              <a:t>=</a:t>
            </a:r>
            <a:r>
              <a:rPr lang="en-US" altLang="zh-TW" sz="1800" dirty="0" smtClean="0">
                <a:solidFill>
                  <a:srgbClr val="9194C7"/>
                </a:solidFill>
                <a:latin typeface="Courier" charset="0"/>
              </a:rPr>
              <a:t>'</a:t>
            </a:r>
            <a:r>
              <a:rPr lang="en-US" altLang="zh-TW" sz="1800" dirty="0" err="1" smtClean="0">
                <a:solidFill>
                  <a:srgbClr val="9194C7"/>
                </a:solidFill>
                <a:latin typeface="Courier" charset="0"/>
              </a:rPr>
              <a:t>jabber:iq:roster</a:t>
            </a:r>
            <a:r>
              <a:rPr lang="en-US" altLang="zh-TW" sz="1800" dirty="0" smtClean="0">
                <a:solidFill>
                  <a:srgbClr val="9194C7"/>
                </a:solidFill>
                <a:latin typeface="Courier" charset="0"/>
              </a:rPr>
              <a:t>'</a:t>
            </a:r>
            <a:r>
              <a:rPr lang="en-US" altLang="zh-TW" sz="1800" dirty="0" smtClean="0">
                <a:solidFill>
                  <a:srgbClr val="3A772C"/>
                </a:solidFill>
                <a:latin typeface="Courier" charset="0"/>
              </a:rPr>
              <a:t>/</a:t>
            </a:r>
            <a:r>
              <a:rPr lang="en-US" altLang="zh-TW" sz="1800" dirty="0" smtClean="0">
                <a:solidFill>
                  <a:srgbClr val="9194C7"/>
                </a:solidFill>
                <a:latin typeface="Courier" charset="0"/>
              </a:rPr>
              <a:t>&gt;</a:t>
            </a:r>
            <a:br>
              <a:rPr lang="en-US" altLang="zh-TW" sz="1800" dirty="0" smtClean="0">
                <a:solidFill>
                  <a:srgbClr val="9194C7"/>
                </a:solidFill>
                <a:latin typeface="Courier" charset="0"/>
              </a:rPr>
            </a:br>
            <a:r>
              <a:rPr lang="en-US" altLang="zh-TW" sz="1800" dirty="0" smtClean="0">
                <a:solidFill>
                  <a:srgbClr val="9194C7"/>
                </a:solidFill>
                <a:latin typeface="Courier" charset="0"/>
              </a:rPr>
              <a:t>&lt;</a:t>
            </a:r>
            <a:r>
              <a:rPr lang="en-US" altLang="zh-TW" sz="1800" dirty="0" smtClean="0">
                <a:solidFill>
                  <a:srgbClr val="FF0000"/>
                </a:solidFill>
                <a:latin typeface="Courier" charset="0"/>
              </a:rPr>
              <a:t>/</a:t>
            </a:r>
            <a:r>
              <a:rPr lang="en-US" altLang="zh-TW" sz="1800" dirty="0" err="1" smtClean="0">
                <a:solidFill>
                  <a:srgbClr val="FF0000"/>
                </a:solidFill>
                <a:latin typeface="Courier" charset="0"/>
              </a:rPr>
              <a:t>iq</a:t>
            </a:r>
            <a:r>
              <a:rPr lang="en-US" altLang="zh-TW" sz="1800" dirty="0" smtClean="0">
                <a:solidFill>
                  <a:srgbClr val="9194C7"/>
                </a:solidFill>
                <a:latin typeface="Courier" charset="0"/>
              </a:rPr>
              <a:t>&gt;</a:t>
            </a:r>
            <a:endParaRPr lang="en-US" altLang="zh-TW" sz="1800" dirty="0" smtClean="0"/>
          </a:p>
          <a:p>
            <a:r>
              <a:rPr lang="en-US" altLang="zh-TW" dirty="0" smtClean="0"/>
              <a:t>Type: get, set, result, error</a:t>
            </a:r>
          </a:p>
          <a:p>
            <a:r>
              <a:rPr lang="en-US" altLang="zh-TW" dirty="0" smtClean="0"/>
              <a:t>ID: track the corresponding response</a:t>
            </a:r>
          </a:p>
          <a:p>
            <a:r>
              <a:rPr lang="en-US" altLang="zh-TW" dirty="0" smtClean="0"/>
              <a:t>Query/Namespace: what type of request?</a:t>
            </a:r>
          </a:p>
        </p:txBody>
      </p:sp>
      <p:sp>
        <p:nvSpPr>
          <p:cNvPr id="2" name="矩形 1"/>
          <p:cNvSpPr/>
          <p:nvPr/>
        </p:nvSpPr>
        <p:spPr>
          <a:xfrm>
            <a:off x="3737113" y="876300"/>
            <a:ext cx="5208104" cy="369332"/>
          </a:xfrm>
          <a:prstGeom prst="rect">
            <a:avLst/>
          </a:prstGeom>
        </p:spPr>
        <p:txBody>
          <a:bodyPr wrap="square">
            <a:spAutoFit/>
          </a:bodyPr>
          <a:lstStyle/>
          <a:p>
            <a:r>
              <a:rPr lang="en-US" altLang="zh-TW" sz="1800" dirty="0" smtClean="0">
                <a:solidFill>
                  <a:srgbClr val="000000"/>
                </a:solidFill>
                <a:latin typeface="verdana" panose="020B0604030504040204" pitchFamily="34" charset="0"/>
              </a:rPr>
              <a:t>a </a:t>
            </a:r>
            <a:r>
              <a:rPr lang="en-US" altLang="zh-TW" sz="1800" dirty="0">
                <a:solidFill>
                  <a:srgbClr val="000000"/>
                </a:solidFill>
                <a:latin typeface="verdana" panose="020B0604030504040204" pitchFamily="34" charset="0"/>
              </a:rPr>
              <a:t>structured request-response mechanism</a:t>
            </a:r>
            <a:endParaRPr lang="zh-TW" altLang="en-US" sz="1800" dirty="0"/>
          </a:p>
        </p:txBody>
      </p:sp>
    </p:spTree>
  </p:cSld>
  <p:clrMapOvr>
    <a:masterClrMapping/>
  </p:clrMapOvr>
  <p:transition>
    <p:wipe dir="r"/>
  </p:transition>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Rectangle 2"/>
          <p:cNvSpPr>
            <a:spLocks noGrp="1" noChangeArrowheads="1"/>
          </p:cNvSpPr>
          <p:nvPr>
            <p:ph type="title"/>
          </p:nvPr>
        </p:nvSpPr>
        <p:spPr/>
        <p:txBody>
          <a:bodyPr/>
          <a:lstStyle/>
          <a:p>
            <a:r>
              <a:rPr lang="en-US" altLang="zh-TW" smtClean="0"/>
              <a:t>IQ Response (Roster)</a:t>
            </a:r>
          </a:p>
        </p:txBody>
      </p:sp>
      <p:sp>
        <p:nvSpPr>
          <p:cNvPr id="29699" name="Rectangle 3"/>
          <p:cNvSpPr>
            <a:spLocks noGrp="1" noChangeArrowheads="1"/>
          </p:cNvSpPr>
          <p:nvPr>
            <p:ph type="body" idx="1"/>
          </p:nvPr>
        </p:nvSpPr>
        <p:spPr/>
        <p:txBody>
          <a:bodyPr/>
          <a:lstStyle/>
          <a:p>
            <a:r>
              <a:rPr lang="en-US" altLang="zh-TW" sz="2000" smtClean="0"/>
              <a:t>Example:</a:t>
            </a:r>
            <a:br>
              <a:rPr lang="en-US" altLang="zh-TW" sz="2000" smtClean="0"/>
            </a:br>
            <a:r>
              <a:rPr lang="en-US" altLang="zh-TW" sz="1800" smtClean="0">
                <a:solidFill>
                  <a:srgbClr val="9194C7"/>
                </a:solidFill>
                <a:latin typeface="Courier" charset="0"/>
              </a:rPr>
              <a:t>&lt;</a:t>
            </a:r>
            <a:r>
              <a:rPr lang="en-US" altLang="zh-TW" sz="1800" smtClean="0">
                <a:solidFill>
                  <a:srgbClr val="FF0000"/>
                </a:solidFill>
                <a:latin typeface="Courier" charset="0"/>
              </a:rPr>
              <a:t>iq </a:t>
            </a:r>
            <a:r>
              <a:rPr lang="en-US" altLang="zh-TW" sz="1800" smtClean="0">
                <a:solidFill>
                  <a:srgbClr val="3A772C"/>
                </a:solidFill>
                <a:latin typeface="Courier" charset="0"/>
              </a:rPr>
              <a:t>type</a:t>
            </a:r>
            <a:r>
              <a:rPr lang="en-US" altLang="zh-TW" sz="1800" smtClean="0">
                <a:solidFill>
                  <a:srgbClr val="393D79"/>
                </a:solidFill>
                <a:latin typeface="Courier" charset="0"/>
              </a:rPr>
              <a:t>=</a:t>
            </a:r>
            <a:r>
              <a:rPr lang="en-US" altLang="zh-TW" sz="1800" smtClean="0">
                <a:solidFill>
                  <a:srgbClr val="9194C7"/>
                </a:solidFill>
                <a:latin typeface="Courier" charset="0"/>
              </a:rPr>
              <a:t>'result'</a:t>
            </a:r>
            <a:br>
              <a:rPr lang="en-US" altLang="zh-TW" sz="1800" smtClean="0">
                <a:solidFill>
                  <a:srgbClr val="9194C7"/>
                </a:solidFill>
                <a:latin typeface="Courier" charset="0"/>
              </a:rPr>
            </a:br>
            <a:r>
              <a:rPr lang="en-US" altLang="zh-TW" sz="1800" smtClean="0">
                <a:solidFill>
                  <a:srgbClr val="9194C7"/>
                </a:solidFill>
                <a:latin typeface="Courier" charset="0"/>
              </a:rPr>
              <a:t>    </a:t>
            </a:r>
            <a:r>
              <a:rPr lang="en-US" altLang="zh-TW" sz="1800" smtClean="0">
                <a:solidFill>
                  <a:srgbClr val="3A772C"/>
                </a:solidFill>
                <a:latin typeface="Courier" charset="0"/>
              </a:rPr>
              <a:t>id</a:t>
            </a:r>
            <a:r>
              <a:rPr lang="en-US" altLang="zh-TW" sz="1800" smtClean="0">
                <a:solidFill>
                  <a:srgbClr val="393D79"/>
                </a:solidFill>
                <a:latin typeface="Courier" charset="0"/>
              </a:rPr>
              <a:t>=</a:t>
            </a:r>
            <a:r>
              <a:rPr lang="en-US" altLang="zh-TW" sz="1800" smtClean="0">
                <a:solidFill>
                  <a:srgbClr val="9194C7"/>
                </a:solidFill>
                <a:latin typeface="Courier" charset="0"/>
              </a:rPr>
              <a:t>'roster_1'&gt;</a:t>
            </a:r>
            <a:br>
              <a:rPr lang="en-US" altLang="zh-TW" sz="1800" smtClean="0">
                <a:solidFill>
                  <a:srgbClr val="9194C7"/>
                </a:solidFill>
                <a:latin typeface="Courier" charset="0"/>
              </a:rPr>
            </a:br>
            <a:r>
              <a:rPr lang="en-US" altLang="zh-TW" sz="1800" smtClean="0">
                <a:solidFill>
                  <a:srgbClr val="9194C7"/>
                </a:solidFill>
                <a:latin typeface="Courier" charset="0"/>
              </a:rPr>
              <a:t>  &lt;</a:t>
            </a:r>
            <a:r>
              <a:rPr lang="en-US" altLang="zh-TW" sz="1800" smtClean="0">
                <a:solidFill>
                  <a:srgbClr val="3A772C"/>
                </a:solidFill>
                <a:latin typeface="Courier" charset="0"/>
              </a:rPr>
              <a:t>query </a:t>
            </a:r>
            <a:r>
              <a:rPr lang="en-US" altLang="zh-TW" sz="1800" smtClean="0">
                <a:solidFill>
                  <a:srgbClr val="8A2BE2"/>
                </a:solidFill>
                <a:latin typeface="Courier" charset="0"/>
              </a:rPr>
              <a:t>xmlns</a:t>
            </a:r>
            <a:r>
              <a:rPr lang="en-US" altLang="zh-TW" sz="1800" smtClean="0">
                <a:solidFill>
                  <a:srgbClr val="393D79"/>
                </a:solidFill>
                <a:latin typeface="Courier" charset="0"/>
              </a:rPr>
              <a:t>=</a:t>
            </a:r>
            <a:r>
              <a:rPr lang="en-US" altLang="zh-TW" sz="1800" smtClean="0">
                <a:solidFill>
                  <a:srgbClr val="9194C7"/>
                </a:solidFill>
                <a:latin typeface="Courier" charset="0"/>
              </a:rPr>
              <a:t>'jabber:iq:roster'&gt;</a:t>
            </a:r>
            <a:br>
              <a:rPr lang="en-US" altLang="zh-TW" sz="1800" smtClean="0">
                <a:solidFill>
                  <a:srgbClr val="9194C7"/>
                </a:solidFill>
                <a:latin typeface="Courier" charset="0"/>
              </a:rPr>
            </a:br>
            <a:r>
              <a:rPr lang="en-US" altLang="zh-TW" sz="1800" smtClean="0">
                <a:solidFill>
                  <a:srgbClr val="9194C7"/>
                </a:solidFill>
                <a:latin typeface="Courier" charset="0"/>
              </a:rPr>
              <a:t>    &lt;</a:t>
            </a:r>
            <a:r>
              <a:rPr lang="en-US" altLang="zh-TW" sz="1800" smtClean="0">
                <a:solidFill>
                  <a:srgbClr val="3A772C"/>
                </a:solidFill>
                <a:latin typeface="Courier" charset="0"/>
              </a:rPr>
              <a:t>item jid</a:t>
            </a:r>
            <a:r>
              <a:rPr lang="en-US" altLang="zh-TW" sz="1800" smtClean="0">
                <a:solidFill>
                  <a:srgbClr val="393D79"/>
                </a:solidFill>
                <a:latin typeface="Courier" charset="0"/>
              </a:rPr>
              <a:t>=</a:t>
            </a:r>
            <a:r>
              <a:rPr lang="en-US" altLang="zh-TW" sz="1800" smtClean="0">
                <a:solidFill>
                  <a:srgbClr val="9194C7"/>
                </a:solidFill>
                <a:latin typeface="Courier" charset="0"/>
              </a:rPr>
              <a:t>'romeo@example.net'</a:t>
            </a:r>
            <a:br>
              <a:rPr lang="en-US" altLang="zh-TW" sz="1800" smtClean="0">
                <a:solidFill>
                  <a:srgbClr val="9194C7"/>
                </a:solidFill>
                <a:latin typeface="Courier" charset="0"/>
              </a:rPr>
            </a:br>
            <a:r>
              <a:rPr lang="en-US" altLang="zh-TW" sz="1800" smtClean="0">
                <a:solidFill>
                  <a:srgbClr val="9194C7"/>
                </a:solidFill>
                <a:latin typeface="Courier" charset="0"/>
              </a:rPr>
              <a:t>          </a:t>
            </a:r>
            <a:r>
              <a:rPr lang="en-US" altLang="zh-TW" sz="1800" smtClean="0">
                <a:solidFill>
                  <a:srgbClr val="3A772C"/>
                </a:solidFill>
                <a:latin typeface="Courier" charset="0"/>
              </a:rPr>
              <a:t>name</a:t>
            </a:r>
            <a:r>
              <a:rPr lang="en-US" altLang="zh-TW" sz="1800" smtClean="0">
                <a:solidFill>
                  <a:srgbClr val="393D79"/>
                </a:solidFill>
                <a:latin typeface="Courier" charset="0"/>
              </a:rPr>
              <a:t>=</a:t>
            </a:r>
            <a:r>
              <a:rPr lang="en-US" altLang="zh-TW" sz="1800" smtClean="0">
                <a:solidFill>
                  <a:srgbClr val="9194C7"/>
                </a:solidFill>
                <a:latin typeface="Courier" charset="0"/>
              </a:rPr>
              <a:t>'Romeo'</a:t>
            </a:r>
            <a:br>
              <a:rPr lang="en-US" altLang="zh-TW" sz="1800" smtClean="0">
                <a:solidFill>
                  <a:srgbClr val="9194C7"/>
                </a:solidFill>
                <a:latin typeface="Courier" charset="0"/>
              </a:rPr>
            </a:br>
            <a:r>
              <a:rPr lang="en-US" altLang="zh-TW" sz="1800" smtClean="0">
                <a:solidFill>
                  <a:srgbClr val="9194C7"/>
                </a:solidFill>
                <a:latin typeface="Courier" charset="0"/>
              </a:rPr>
              <a:t>          </a:t>
            </a:r>
            <a:r>
              <a:rPr lang="en-US" altLang="zh-TW" sz="1800" smtClean="0">
                <a:solidFill>
                  <a:srgbClr val="3A772C"/>
                </a:solidFill>
                <a:latin typeface="Courier" charset="0"/>
              </a:rPr>
              <a:t>subscription</a:t>
            </a:r>
            <a:r>
              <a:rPr lang="en-US" altLang="zh-TW" sz="1800" smtClean="0">
                <a:solidFill>
                  <a:srgbClr val="393D79"/>
                </a:solidFill>
                <a:latin typeface="Courier" charset="0"/>
              </a:rPr>
              <a:t>=</a:t>
            </a:r>
            <a:r>
              <a:rPr lang="en-US" altLang="zh-TW" sz="1800" smtClean="0">
                <a:solidFill>
                  <a:srgbClr val="9194C7"/>
                </a:solidFill>
                <a:latin typeface="Courier" charset="0"/>
              </a:rPr>
              <a:t>'both'&gt;</a:t>
            </a:r>
            <a:br>
              <a:rPr lang="en-US" altLang="zh-TW" sz="1800" smtClean="0">
                <a:solidFill>
                  <a:srgbClr val="9194C7"/>
                </a:solidFill>
                <a:latin typeface="Courier" charset="0"/>
              </a:rPr>
            </a:br>
            <a:r>
              <a:rPr lang="en-US" altLang="zh-TW" sz="1800" smtClean="0">
                <a:solidFill>
                  <a:srgbClr val="9194C7"/>
                </a:solidFill>
                <a:latin typeface="Courier" charset="0"/>
              </a:rPr>
              <a:t>      &lt;</a:t>
            </a:r>
            <a:r>
              <a:rPr lang="en-US" altLang="zh-TW" sz="1800" smtClean="0">
                <a:solidFill>
                  <a:srgbClr val="3A772C"/>
                </a:solidFill>
                <a:latin typeface="Courier" charset="0"/>
              </a:rPr>
              <a:t>group</a:t>
            </a:r>
            <a:r>
              <a:rPr lang="en-US" altLang="zh-TW" sz="1800" smtClean="0">
                <a:solidFill>
                  <a:srgbClr val="9194C7"/>
                </a:solidFill>
                <a:latin typeface="Courier" charset="0"/>
              </a:rPr>
              <a:t>&gt;Friends&lt;</a:t>
            </a:r>
            <a:r>
              <a:rPr lang="en-US" altLang="zh-TW" sz="1800" smtClean="0">
                <a:solidFill>
                  <a:srgbClr val="3A772C"/>
                </a:solidFill>
                <a:latin typeface="Courier" charset="0"/>
              </a:rPr>
              <a:t>/group</a:t>
            </a:r>
            <a:r>
              <a:rPr lang="en-US" altLang="zh-TW" sz="1800" smtClean="0">
                <a:solidFill>
                  <a:srgbClr val="9194C7"/>
                </a:solidFill>
                <a:latin typeface="Courier" charset="0"/>
              </a:rPr>
              <a:t>&gt;</a:t>
            </a:r>
            <a:br>
              <a:rPr lang="en-US" altLang="zh-TW" sz="1800" smtClean="0">
                <a:solidFill>
                  <a:srgbClr val="9194C7"/>
                </a:solidFill>
                <a:latin typeface="Courier" charset="0"/>
              </a:rPr>
            </a:br>
            <a:r>
              <a:rPr lang="en-US" altLang="zh-TW" sz="1800" smtClean="0">
                <a:solidFill>
                  <a:srgbClr val="9194C7"/>
                </a:solidFill>
                <a:latin typeface="Courier" charset="0"/>
              </a:rPr>
              <a:t>    &lt;</a:t>
            </a:r>
            <a:r>
              <a:rPr lang="en-US" altLang="zh-TW" sz="1800" smtClean="0">
                <a:solidFill>
                  <a:srgbClr val="3A772C"/>
                </a:solidFill>
                <a:latin typeface="Courier" charset="0"/>
              </a:rPr>
              <a:t>/item</a:t>
            </a:r>
            <a:r>
              <a:rPr lang="en-US" altLang="zh-TW" sz="1800" smtClean="0">
                <a:solidFill>
                  <a:srgbClr val="9194C7"/>
                </a:solidFill>
                <a:latin typeface="Courier" charset="0"/>
              </a:rPr>
              <a:t>&gt;</a:t>
            </a:r>
            <a:br>
              <a:rPr lang="en-US" altLang="zh-TW" sz="1800" smtClean="0">
                <a:solidFill>
                  <a:srgbClr val="9194C7"/>
                </a:solidFill>
                <a:latin typeface="Courier" charset="0"/>
              </a:rPr>
            </a:br>
            <a:r>
              <a:rPr lang="en-US" altLang="zh-TW" sz="1800" smtClean="0">
                <a:solidFill>
                  <a:srgbClr val="9194C7"/>
                </a:solidFill>
                <a:latin typeface="Courier" charset="0"/>
              </a:rPr>
              <a:t>  &lt;</a:t>
            </a:r>
            <a:r>
              <a:rPr lang="en-US" altLang="zh-TW" sz="1800" smtClean="0">
                <a:solidFill>
                  <a:srgbClr val="3A772C"/>
                </a:solidFill>
                <a:latin typeface="Courier" charset="0"/>
              </a:rPr>
              <a:t>/query</a:t>
            </a:r>
            <a:r>
              <a:rPr lang="en-US" altLang="zh-TW" sz="1800" smtClean="0">
                <a:solidFill>
                  <a:srgbClr val="9194C7"/>
                </a:solidFill>
                <a:latin typeface="Courier" charset="0"/>
              </a:rPr>
              <a:t>&gt;</a:t>
            </a:r>
            <a:br>
              <a:rPr lang="en-US" altLang="zh-TW" sz="1800" smtClean="0">
                <a:solidFill>
                  <a:srgbClr val="9194C7"/>
                </a:solidFill>
                <a:latin typeface="Courier" charset="0"/>
              </a:rPr>
            </a:br>
            <a:r>
              <a:rPr lang="en-US" altLang="zh-TW" sz="1800" smtClean="0">
                <a:solidFill>
                  <a:srgbClr val="9194C7"/>
                </a:solidFill>
                <a:latin typeface="Courier" charset="0"/>
              </a:rPr>
              <a:t>&lt;</a:t>
            </a:r>
            <a:r>
              <a:rPr lang="en-US" altLang="zh-TW" sz="1800" smtClean="0">
                <a:solidFill>
                  <a:srgbClr val="FF0000"/>
                </a:solidFill>
                <a:latin typeface="Courier" charset="0"/>
              </a:rPr>
              <a:t>/iq</a:t>
            </a:r>
            <a:r>
              <a:rPr lang="en-US" altLang="zh-TW" sz="1800" smtClean="0">
                <a:solidFill>
                  <a:srgbClr val="9194C7"/>
                </a:solidFill>
                <a:latin typeface="Courier" charset="0"/>
              </a:rPr>
              <a:t>&gt;</a:t>
            </a:r>
            <a:endParaRPr lang="en-US" altLang="zh-TW" sz="2000" smtClean="0"/>
          </a:p>
          <a:p>
            <a:r>
              <a:rPr lang="en-US" altLang="zh-TW" sz="2000" smtClean="0"/>
              <a:t>Type: response</a:t>
            </a:r>
          </a:p>
          <a:p>
            <a:r>
              <a:rPr lang="en-US" altLang="zh-TW" sz="2000" smtClean="0"/>
              <a:t>ID matches request</a:t>
            </a:r>
          </a:p>
          <a:p>
            <a:r>
              <a:rPr lang="en-US" altLang="zh-TW" sz="2000" smtClean="0"/>
              <a:t>Subscription state: none, to, from, both</a:t>
            </a:r>
          </a:p>
        </p:txBody>
      </p:sp>
    </p:spTree>
  </p:cSld>
  <p:clrMapOvr>
    <a:masterClrMapping/>
  </p:clrMapOvr>
  <p:transition>
    <p:wipe dir="r"/>
  </p:transition>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Rectangle 2"/>
          <p:cNvSpPr>
            <a:spLocks noGrp="1" noChangeArrowheads="1"/>
          </p:cNvSpPr>
          <p:nvPr>
            <p:ph type="title"/>
          </p:nvPr>
        </p:nvSpPr>
        <p:spPr/>
        <p:txBody>
          <a:bodyPr/>
          <a:lstStyle/>
          <a:p>
            <a:r>
              <a:rPr lang="en-US" altLang="zh-TW" smtClean="0"/>
              <a:t>Subscribing to Presence</a:t>
            </a:r>
          </a:p>
        </p:txBody>
      </p:sp>
      <p:sp>
        <p:nvSpPr>
          <p:cNvPr id="30723" name="Rectangle 3"/>
          <p:cNvSpPr>
            <a:spLocks noGrp="1" noChangeArrowheads="1"/>
          </p:cNvSpPr>
          <p:nvPr>
            <p:ph type="body" idx="1"/>
          </p:nvPr>
        </p:nvSpPr>
        <p:spPr/>
        <p:txBody>
          <a:bodyPr/>
          <a:lstStyle/>
          <a:p>
            <a:r>
              <a:rPr lang="en-US" altLang="zh-TW" dirty="0" smtClean="0"/>
              <a:t>Send a subscription request:</a:t>
            </a:r>
            <a:br>
              <a:rPr lang="en-US" altLang="zh-TW" dirty="0" smtClean="0"/>
            </a:br>
            <a:r>
              <a:rPr lang="en-US" altLang="zh-TW" sz="1800" dirty="0" smtClean="0">
                <a:solidFill>
                  <a:srgbClr val="9194C7"/>
                </a:solidFill>
                <a:latin typeface="Courier" charset="0"/>
              </a:rPr>
              <a:t>&lt;</a:t>
            </a:r>
            <a:r>
              <a:rPr lang="en-US" altLang="zh-TW" sz="1800" dirty="0" smtClean="0">
                <a:solidFill>
                  <a:srgbClr val="FF0000"/>
                </a:solidFill>
                <a:latin typeface="Courier" charset="0"/>
              </a:rPr>
              <a:t>presence </a:t>
            </a:r>
            <a:r>
              <a:rPr lang="en-US" altLang="zh-TW" sz="1800" dirty="0" smtClean="0">
                <a:solidFill>
                  <a:srgbClr val="3A772C"/>
                </a:solidFill>
                <a:latin typeface="Courier" charset="0"/>
              </a:rPr>
              <a:t>to</a:t>
            </a:r>
            <a:r>
              <a:rPr lang="en-US" altLang="zh-TW" sz="1800" dirty="0" smtClean="0">
                <a:solidFill>
                  <a:srgbClr val="393D79"/>
                </a:solidFill>
                <a:latin typeface="Courier" charset="0"/>
              </a:rPr>
              <a:t>=</a:t>
            </a:r>
            <a:r>
              <a:rPr lang="en-US" altLang="zh-TW" sz="1800" dirty="0" smtClean="0">
                <a:solidFill>
                  <a:srgbClr val="9194C7"/>
                </a:solidFill>
                <a:latin typeface="Courier" charset="0"/>
              </a:rPr>
              <a:t>'juliet@example.com'</a:t>
            </a:r>
            <a:br>
              <a:rPr lang="en-US" altLang="zh-TW" sz="1800" dirty="0" smtClean="0">
                <a:solidFill>
                  <a:srgbClr val="9194C7"/>
                </a:solidFill>
                <a:latin typeface="Courier" charset="0"/>
              </a:rPr>
            </a:br>
            <a:r>
              <a:rPr lang="en-US" altLang="zh-TW" sz="1800" dirty="0" smtClean="0">
                <a:solidFill>
                  <a:srgbClr val="9194C7"/>
                </a:solidFill>
                <a:latin typeface="Courier" charset="0"/>
              </a:rPr>
              <a:t>          </a:t>
            </a:r>
            <a:r>
              <a:rPr lang="en-US" altLang="zh-TW" sz="1800" dirty="0" smtClean="0">
                <a:solidFill>
                  <a:srgbClr val="3A772C"/>
                </a:solidFill>
                <a:latin typeface="Courier" charset="0"/>
              </a:rPr>
              <a:t>type</a:t>
            </a:r>
            <a:r>
              <a:rPr lang="en-US" altLang="zh-TW" sz="1800" dirty="0" smtClean="0">
                <a:solidFill>
                  <a:srgbClr val="393D79"/>
                </a:solidFill>
                <a:latin typeface="Courier" charset="0"/>
              </a:rPr>
              <a:t>=</a:t>
            </a:r>
            <a:r>
              <a:rPr lang="en-US" altLang="zh-TW" sz="1800" dirty="0" smtClean="0">
                <a:solidFill>
                  <a:srgbClr val="9194C7"/>
                </a:solidFill>
                <a:latin typeface="Courier" charset="0"/>
              </a:rPr>
              <a:t>'subscribe'</a:t>
            </a:r>
            <a:r>
              <a:rPr lang="en-US" altLang="zh-TW" sz="1800" dirty="0" smtClean="0">
                <a:solidFill>
                  <a:srgbClr val="3A772C"/>
                </a:solidFill>
                <a:latin typeface="Courier" charset="0"/>
              </a:rPr>
              <a:t>/</a:t>
            </a:r>
            <a:r>
              <a:rPr lang="en-US" altLang="zh-TW" sz="1800" dirty="0" smtClean="0">
                <a:solidFill>
                  <a:srgbClr val="9194C7"/>
                </a:solidFill>
                <a:latin typeface="Courier" charset="0"/>
              </a:rPr>
              <a:t>&gt;</a:t>
            </a:r>
            <a:endParaRPr lang="en-US" altLang="zh-TW" dirty="0" smtClean="0"/>
          </a:p>
          <a:p>
            <a:r>
              <a:rPr lang="en-US" altLang="zh-TW" dirty="0" smtClean="0"/>
              <a:t>Approving a request:</a:t>
            </a:r>
            <a:br>
              <a:rPr lang="en-US" altLang="zh-TW" dirty="0" smtClean="0"/>
            </a:br>
            <a:r>
              <a:rPr lang="en-US" altLang="zh-TW" sz="1800" dirty="0" smtClean="0">
                <a:solidFill>
                  <a:srgbClr val="9194C7"/>
                </a:solidFill>
                <a:latin typeface="Courier" charset="0"/>
              </a:rPr>
              <a:t>&lt;</a:t>
            </a:r>
            <a:r>
              <a:rPr lang="en-US" altLang="zh-TW" sz="1800" dirty="0" smtClean="0">
                <a:solidFill>
                  <a:srgbClr val="FF0000"/>
                </a:solidFill>
                <a:latin typeface="Courier" charset="0"/>
              </a:rPr>
              <a:t>presence </a:t>
            </a:r>
            <a:r>
              <a:rPr lang="en-US" altLang="zh-TW" sz="1800" dirty="0" smtClean="0">
                <a:solidFill>
                  <a:srgbClr val="3A772C"/>
                </a:solidFill>
                <a:latin typeface="Courier" charset="0"/>
              </a:rPr>
              <a:t>to</a:t>
            </a:r>
            <a:r>
              <a:rPr lang="en-US" altLang="zh-TW" sz="1800" dirty="0" smtClean="0">
                <a:solidFill>
                  <a:srgbClr val="393D79"/>
                </a:solidFill>
                <a:latin typeface="Courier" charset="0"/>
              </a:rPr>
              <a:t>=</a:t>
            </a:r>
            <a:r>
              <a:rPr lang="en-US" altLang="zh-TW" sz="1800" dirty="0" smtClean="0">
                <a:solidFill>
                  <a:srgbClr val="9194C7"/>
                </a:solidFill>
                <a:latin typeface="Courier" charset="0"/>
              </a:rPr>
              <a:t>'romeo@example.net'</a:t>
            </a:r>
            <a:br>
              <a:rPr lang="en-US" altLang="zh-TW" sz="1800" dirty="0" smtClean="0">
                <a:solidFill>
                  <a:srgbClr val="9194C7"/>
                </a:solidFill>
                <a:latin typeface="Courier" charset="0"/>
              </a:rPr>
            </a:br>
            <a:r>
              <a:rPr lang="en-US" altLang="zh-TW" sz="1800" dirty="0" smtClean="0">
                <a:solidFill>
                  <a:srgbClr val="9194C7"/>
                </a:solidFill>
                <a:latin typeface="Courier" charset="0"/>
              </a:rPr>
              <a:t>          </a:t>
            </a:r>
            <a:r>
              <a:rPr lang="en-US" altLang="zh-TW" sz="1800" dirty="0" smtClean="0">
                <a:solidFill>
                  <a:srgbClr val="3A772C"/>
                </a:solidFill>
                <a:latin typeface="Courier" charset="0"/>
              </a:rPr>
              <a:t>type</a:t>
            </a:r>
            <a:r>
              <a:rPr lang="en-US" altLang="zh-TW" sz="1800" dirty="0" smtClean="0">
                <a:solidFill>
                  <a:srgbClr val="393D79"/>
                </a:solidFill>
                <a:latin typeface="Courier" charset="0"/>
              </a:rPr>
              <a:t>=</a:t>
            </a:r>
            <a:r>
              <a:rPr lang="en-US" altLang="zh-TW" sz="1800" dirty="0" smtClean="0">
                <a:solidFill>
                  <a:srgbClr val="9194C7"/>
                </a:solidFill>
                <a:latin typeface="Courier" charset="0"/>
              </a:rPr>
              <a:t>'subscribed'</a:t>
            </a:r>
            <a:r>
              <a:rPr lang="en-US" altLang="zh-TW" sz="1800" dirty="0" smtClean="0">
                <a:solidFill>
                  <a:srgbClr val="3A772C"/>
                </a:solidFill>
                <a:latin typeface="Courier" charset="0"/>
              </a:rPr>
              <a:t>/</a:t>
            </a:r>
            <a:r>
              <a:rPr lang="en-US" altLang="zh-TW" sz="1800" dirty="0" smtClean="0">
                <a:solidFill>
                  <a:srgbClr val="9194C7"/>
                </a:solidFill>
                <a:latin typeface="Courier" charset="0"/>
              </a:rPr>
              <a:t>&gt;</a:t>
            </a:r>
            <a:endParaRPr lang="en-US" altLang="zh-TW" dirty="0" smtClean="0"/>
          </a:p>
          <a:p>
            <a:r>
              <a:rPr lang="en-US" altLang="zh-TW" dirty="0" smtClean="0"/>
              <a:t>Every time you change a subscription, you get a </a:t>
            </a:r>
            <a:br>
              <a:rPr lang="en-US" altLang="zh-TW" dirty="0" smtClean="0"/>
            </a:br>
            <a:r>
              <a:rPr lang="en-US" altLang="zh-TW" dirty="0" smtClean="0"/>
              <a:t>"roster push":</a:t>
            </a:r>
            <a:br>
              <a:rPr lang="en-US" altLang="zh-TW" dirty="0" smtClean="0"/>
            </a:br>
            <a:r>
              <a:rPr lang="en-US" altLang="zh-TW" sz="1800" dirty="0" smtClean="0">
                <a:solidFill>
                  <a:srgbClr val="9194C7"/>
                </a:solidFill>
                <a:latin typeface="Courier" charset="0"/>
              </a:rPr>
              <a:t>&lt;</a:t>
            </a:r>
            <a:r>
              <a:rPr lang="en-US" altLang="zh-TW" sz="1800" dirty="0" err="1" smtClean="0">
                <a:solidFill>
                  <a:srgbClr val="FF0000"/>
                </a:solidFill>
                <a:latin typeface="Courier" charset="0"/>
              </a:rPr>
              <a:t>iq</a:t>
            </a:r>
            <a:r>
              <a:rPr lang="en-US" altLang="zh-TW" sz="1800" dirty="0" smtClean="0">
                <a:solidFill>
                  <a:srgbClr val="FF0000"/>
                </a:solidFill>
                <a:latin typeface="Courier" charset="0"/>
              </a:rPr>
              <a:t> </a:t>
            </a:r>
            <a:r>
              <a:rPr lang="en-US" altLang="zh-TW" sz="1800" dirty="0" smtClean="0">
                <a:solidFill>
                  <a:srgbClr val="3A772C"/>
                </a:solidFill>
                <a:latin typeface="Courier" charset="0"/>
              </a:rPr>
              <a:t>type</a:t>
            </a:r>
            <a:r>
              <a:rPr lang="en-US" altLang="zh-TW" sz="1800" dirty="0" smtClean="0">
                <a:solidFill>
                  <a:srgbClr val="393D79"/>
                </a:solidFill>
                <a:latin typeface="Courier" charset="0"/>
              </a:rPr>
              <a:t>=</a:t>
            </a:r>
            <a:r>
              <a:rPr lang="en-US" altLang="zh-TW" sz="1800" dirty="0" smtClean="0">
                <a:solidFill>
                  <a:srgbClr val="9194C7"/>
                </a:solidFill>
                <a:latin typeface="Courier" charset="0"/>
              </a:rPr>
              <a:t>'set'&gt;</a:t>
            </a:r>
            <a:br>
              <a:rPr lang="en-US" altLang="zh-TW" sz="1800" dirty="0" smtClean="0">
                <a:solidFill>
                  <a:srgbClr val="9194C7"/>
                </a:solidFill>
                <a:latin typeface="Courier" charset="0"/>
              </a:rPr>
            </a:br>
            <a:r>
              <a:rPr lang="en-US" altLang="zh-TW" sz="1800" dirty="0" smtClean="0">
                <a:solidFill>
                  <a:srgbClr val="9194C7"/>
                </a:solidFill>
                <a:latin typeface="Courier" charset="0"/>
              </a:rPr>
              <a:t>  &lt;</a:t>
            </a:r>
            <a:r>
              <a:rPr lang="en-US" altLang="zh-TW" sz="1800" dirty="0" smtClean="0">
                <a:solidFill>
                  <a:srgbClr val="3A772C"/>
                </a:solidFill>
                <a:latin typeface="Courier" charset="0"/>
              </a:rPr>
              <a:t>query </a:t>
            </a:r>
            <a:r>
              <a:rPr lang="en-US" altLang="zh-TW" sz="1800" dirty="0" err="1" smtClean="0">
                <a:solidFill>
                  <a:srgbClr val="8A2BE2"/>
                </a:solidFill>
                <a:latin typeface="Courier" charset="0"/>
              </a:rPr>
              <a:t>xmlns</a:t>
            </a:r>
            <a:r>
              <a:rPr lang="en-US" altLang="zh-TW" sz="1800" dirty="0" smtClean="0">
                <a:solidFill>
                  <a:srgbClr val="393D79"/>
                </a:solidFill>
                <a:latin typeface="Courier" charset="0"/>
              </a:rPr>
              <a:t>=</a:t>
            </a:r>
            <a:r>
              <a:rPr lang="en-US" altLang="zh-TW" sz="1800" dirty="0" smtClean="0">
                <a:solidFill>
                  <a:srgbClr val="9194C7"/>
                </a:solidFill>
                <a:latin typeface="Courier" charset="0"/>
              </a:rPr>
              <a:t>'</a:t>
            </a:r>
            <a:r>
              <a:rPr lang="en-US" altLang="zh-TW" sz="1800" dirty="0" err="1" smtClean="0">
                <a:solidFill>
                  <a:srgbClr val="9194C7"/>
                </a:solidFill>
                <a:latin typeface="Courier" charset="0"/>
              </a:rPr>
              <a:t>jabber:iq:roster</a:t>
            </a:r>
            <a:r>
              <a:rPr lang="en-US" altLang="zh-TW" sz="1800" dirty="0" smtClean="0">
                <a:solidFill>
                  <a:srgbClr val="9194C7"/>
                </a:solidFill>
                <a:latin typeface="Courier" charset="0"/>
              </a:rPr>
              <a:t>'&gt;</a:t>
            </a:r>
            <a:br>
              <a:rPr lang="en-US" altLang="zh-TW" sz="1800" dirty="0" smtClean="0">
                <a:solidFill>
                  <a:srgbClr val="9194C7"/>
                </a:solidFill>
                <a:latin typeface="Courier" charset="0"/>
              </a:rPr>
            </a:br>
            <a:r>
              <a:rPr lang="en-US" altLang="zh-TW" sz="1800" dirty="0" smtClean="0">
                <a:solidFill>
                  <a:srgbClr val="9194C7"/>
                </a:solidFill>
                <a:latin typeface="Courier" charset="0"/>
              </a:rPr>
              <a:t>    &lt;</a:t>
            </a:r>
            <a:r>
              <a:rPr lang="en-US" altLang="zh-TW" sz="1800" dirty="0" smtClean="0">
                <a:solidFill>
                  <a:srgbClr val="3A772C"/>
                </a:solidFill>
                <a:latin typeface="Courier" charset="0"/>
              </a:rPr>
              <a:t>item </a:t>
            </a:r>
            <a:r>
              <a:rPr lang="en-US" altLang="zh-TW" sz="1800" dirty="0" err="1" smtClean="0">
                <a:solidFill>
                  <a:srgbClr val="3A772C"/>
                </a:solidFill>
                <a:latin typeface="Courier" charset="0"/>
              </a:rPr>
              <a:t>jid</a:t>
            </a:r>
            <a:r>
              <a:rPr lang="en-US" altLang="zh-TW" sz="1800" dirty="0" smtClean="0">
                <a:solidFill>
                  <a:srgbClr val="393D79"/>
                </a:solidFill>
                <a:latin typeface="Courier" charset="0"/>
              </a:rPr>
              <a:t>=</a:t>
            </a:r>
            <a:r>
              <a:rPr lang="en-US" altLang="zh-TW" sz="1800" dirty="0" smtClean="0">
                <a:solidFill>
                  <a:srgbClr val="9194C7"/>
                </a:solidFill>
                <a:latin typeface="Courier" charset="0"/>
              </a:rPr>
              <a:t>'romeo@example.net'</a:t>
            </a:r>
            <a:br>
              <a:rPr lang="en-US" altLang="zh-TW" sz="1800" dirty="0" smtClean="0">
                <a:solidFill>
                  <a:srgbClr val="9194C7"/>
                </a:solidFill>
                <a:latin typeface="Courier" charset="0"/>
              </a:rPr>
            </a:br>
            <a:r>
              <a:rPr lang="en-US" altLang="zh-TW" sz="1800" dirty="0" smtClean="0">
                <a:solidFill>
                  <a:srgbClr val="9194C7"/>
                </a:solidFill>
                <a:latin typeface="Courier" charset="0"/>
              </a:rPr>
              <a:t>          </a:t>
            </a:r>
            <a:r>
              <a:rPr lang="en-US" altLang="zh-TW" sz="1800" dirty="0" smtClean="0">
                <a:solidFill>
                  <a:srgbClr val="3A772C"/>
                </a:solidFill>
                <a:latin typeface="Courier" charset="0"/>
              </a:rPr>
              <a:t>subscription</a:t>
            </a:r>
            <a:r>
              <a:rPr lang="en-US" altLang="zh-TW" sz="1800" dirty="0" smtClean="0">
                <a:solidFill>
                  <a:srgbClr val="393D79"/>
                </a:solidFill>
                <a:latin typeface="Courier" charset="0"/>
              </a:rPr>
              <a:t>=</a:t>
            </a:r>
            <a:r>
              <a:rPr lang="en-US" altLang="zh-TW" sz="1800" dirty="0" smtClean="0">
                <a:solidFill>
                  <a:srgbClr val="9194C7"/>
                </a:solidFill>
                <a:latin typeface="Courier" charset="0"/>
              </a:rPr>
              <a:t>'from'/&gt;</a:t>
            </a:r>
            <a:br>
              <a:rPr lang="en-US" altLang="zh-TW" sz="1800" dirty="0" smtClean="0">
                <a:solidFill>
                  <a:srgbClr val="9194C7"/>
                </a:solidFill>
                <a:latin typeface="Courier" charset="0"/>
              </a:rPr>
            </a:br>
            <a:r>
              <a:rPr lang="en-US" altLang="zh-TW" sz="1800" dirty="0" smtClean="0">
                <a:solidFill>
                  <a:srgbClr val="9194C7"/>
                </a:solidFill>
                <a:latin typeface="Courier" charset="0"/>
              </a:rPr>
              <a:t>  &lt;</a:t>
            </a:r>
            <a:r>
              <a:rPr lang="en-US" altLang="zh-TW" sz="1800" dirty="0" smtClean="0">
                <a:solidFill>
                  <a:srgbClr val="3A772C"/>
                </a:solidFill>
                <a:latin typeface="Courier" charset="0"/>
              </a:rPr>
              <a:t>/query</a:t>
            </a:r>
            <a:r>
              <a:rPr lang="en-US" altLang="zh-TW" sz="1800" dirty="0" smtClean="0">
                <a:solidFill>
                  <a:srgbClr val="9194C7"/>
                </a:solidFill>
                <a:latin typeface="Courier" charset="0"/>
              </a:rPr>
              <a:t>&gt;</a:t>
            </a:r>
            <a:br>
              <a:rPr lang="en-US" altLang="zh-TW" sz="1800" dirty="0" smtClean="0">
                <a:solidFill>
                  <a:srgbClr val="9194C7"/>
                </a:solidFill>
                <a:latin typeface="Courier" charset="0"/>
              </a:rPr>
            </a:br>
            <a:r>
              <a:rPr lang="en-US" altLang="zh-TW" sz="1800" dirty="0" smtClean="0">
                <a:solidFill>
                  <a:srgbClr val="9194C7"/>
                </a:solidFill>
                <a:latin typeface="Courier" charset="0"/>
              </a:rPr>
              <a:t>&lt;</a:t>
            </a:r>
            <a:r>
              <a:rPr lang="en-US" altLang="zh-TW" sz="1800" dirty="0" smtClean="0">
                <a:solidFill>
                  <a:srgbClr val="FF0000"/>
                </a:solidFill>
                <a:latin typeface="Courier" charset="0"/>
              </a:rPr>
              <a:t>/</a:t>
            </a:r>
            <a:r>
              <a:rPr lang="en-US" altLang="zh-TW" sz="1800" dirty="0" err="1" smtClean="0">
                <a:solidFill>
                  <a:srgbClr val="FF0000"/>
                </a:solidFill>
                <a:latin typeface="Courier" charset="0"/>
              </a:rPr>
              <a:t>iq</a:t>
            </a:r>
            <a:r>
              <a:rPr lang="en-US" altLang="zh-TW" sz="1800" dirty="0" smtClean="0">
                <a:solidFill>
                  <a:srgbClr val="9194C7"/>
                </a:solidFill>
                <a:latin typeface="Courier" charset="0"/>
              </a:rPr>
              <a:t>&gt;</a:t>
            </a:r>
            <a:endParaRPr lang="en-US" altLang="zh-TW" dirty="0" smtClean="0"/>
          </a:p>
        </p:txBody>
      </p:sp>
    </p:spTree>
  </p:cSld>
  <p:clrMapOvr>
    <a:masterClrMapping/>
  </p:clrMapOvr>
  <p:transition>
    <p:wipe dir="r"/>
  </p:transition>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Rectangle 2"/>
          <p:cNvSpPr>
            <a:spLocks noGrp="1" noChangeArrowheads="1"/>
          </p:cNvSpPr>
          <p:nvPr>
            <p:ph type="title"/>
          </p:nvPr>
        </p:nvSpPr>
        <p:spPr/>
        <p:txBody>
          <a:bodyPr/>
          <a:lstStyle/>
          <a:p>
            <a:r>
              <a:rPr lang="en-US" altLang="zh-TW" smtClean="0"/>
              <a:t>Extensibility Example: Message</a:t>
            </a:r>
          </a:p>
        </p:txBody>
      </p:sp>
      <p:sp>
        <p:nvSpPr>
          <p:cNvPr id="31747" name="Rectangle 3"/>
          <p:cNvSpPr>
            <a:spLocks noGrp="1" noChangeArrowheads="1"/>
          </p:cNvSpPr>
          <p:nvPr>
            <p:ph type="body" idx="1"/>
          </p:nvPr>
        </p:nvSpPr>
        <p:spPr/>
        <p:txBody>
          <a:bodyPr/>
          <a:lstStyle/>
          <a:p>
            <a:r>
              <a:rPr lang="en-US" altLang="zh-TW" sz="2000" dirty="0" smtClean="0"/>
              <a:t>Use a new namespace</a:t>
            </a:r>
          </a:p>
          <a:p>
            <a:r>
              <a:rPr lang="en-US" altLang="zh-TW" sz="2000" dirty="0" smtClean="0"/>
              <a:t>Key: if you don't understand it, ignore it</a:t>
            </a:r>
          </a:p>
          <a:p>
            <a:r>
              <a:rPr lang="en-US" altLang="zh-TW" sz="2000" dirty="0" smtClean="0"/>
              <a:t>Example, CAP, </a:t>
            </a:r>
            <a:r>
              <a:rPr lang="en-US" altLang="zh-TW" sz="2000" dirty="0" smtClean="0">
                <a:hlinkClick r:id="rId2"/>
              </a:rPr>
              <a:t>XEP-0127</a:t>
            </a:r>
            <a:r>
              <a:rPr lang="en-US" altLang="zh-TW" sz="2000" dirty="0" smtClean="0"/>
              <a:t>:</a:t>
            </a:r>
            <a:br>
              <a:rPr lang="en-US" altLang="zh-TW" sz="2000" dirty="0" smtClean="0"/>
            </a:br>
            <a:r>
              <a:rPr lang="en-US" altLang="zh-TW" sz="1600" dirty="0" smtClean="0">
                <a:solidFill>
                  <a:srgbClr val="9194C7"/>
                </a:solidFill>
                <a:latin typeface="Courier" charset="0"/>
              </a:rPr>
              <a:t>&lt;</a:t>
            </a:r>
            <a:r>
              <a:rPr lang="en-US" altLang="zh-TW" sz="1600" dirty="0" smtClean="0">
                <a:solidFill>
                  <a:srgbClr val="FF0000"/>
                </a:solidFill>
                <a:latin typeface="Courier" charset="0"/>
              </a:rPr>
              <a:t>message </a:t>
            </a:r>
            <a:r>
              <a:rPr lang="en-US" altLang="zh-TW" sz="1600" dirty="0" smtClean="0">
                <a:solidFill>
                  <a:srgbClr val="3A772C"/>
                </a:solidFill>
                <a:latin typeface="Courier" charset="0"/>
              </a:rPr>
              <a:t>to</a:t>
            </a:r>
            <a:r>
              <a:rPr lang="en-US" altLang="zh-TW" sz="1600" dirty="0" smtClean="0">
                <a:solidFill>
                  <a:srgbClr val="393D79"/>
                </a:solidFill>
                <a:latin typeface="Courier" charset="0"/>
              </a:rPr>
              <a:t>=</a:t>
            </a:r>
            <a:r>
              <a:rPr lang="en-US" altLang="zh-TW" sz="1600" dirty="0" smtClean="0">
                <a:solidFill>
                  <a:srgbClr val="9194C7"/>
                </a:solidFill>
                <a:latin typeface="Courier" charset="0"/>
              </a:rPr>
              <a:t>'weatherbot@jabber.org'</a:t>
            </a:r>
            <a:br>
              <a:rPr lang="en-US" altLang="zh-TW" sz="1600" dirty="0" smtClean="0">
                <a:solidFill>
                  <a:srgbClr val="9194C7"/>
                </a:solidFill>
                <a:latin typeface="Courier" charset="0"/>
              </a:rPr>
            </a:br>
            <a:r>
              <a:rPr lang="en-US" altLang="zh-TW" sz="1600" dirty="0" smtClean="0">
                <a:solidFill>
                  <a:srgbClr val="9194C7"/>
                </a:solidFill>
                <a:latin typeface="Courier" charset="0"/>
              </a:rPr>
              <a:t>         </a:t>
            </a:r>
            <a:r>
              <a:rPr lang="en-US" altLang="zh-TW" sz="1600" dirty="0" smtClean="0">
                <a:solidFill>
                  <a:srgbClr val="3A772C"/>
                </a:solidFill>
                <a:latin typeface="Courier" charset="0"/>
              </a:rPr>
              <a:t>from</a:t>
            </a:r>
            <a:r>
              <a:rPr lang="en-US" altLang="zh-TW" sz="1600" dirty="0" smtClean="0">
                <a:solidFill>
                  <a:srgbClr val="393D79"/>
                </a:solidFill>
                <a:latin typeface="Courier" charset="0"/>
              </a:rPr>
              <a:t>=</a:t>
            </a:r>
            <a:r>
              <a:rPr lang="en-US" altLang="zh-TW" sz="1600" dirty="0" smtClean="0">
                <a:solidFill>
                  <a:srgbClr val="9194C7"/>
                </a:solidFill>
                <a:latin typeface="Courier" charset="0"/>
              </a:rPr>
              <a:t>'KSTO@NWS.NOAA.GOV'&gt;</a:t>
            </a:r>
            <a:br>
              <a:rPr lang="en-US" altLang="zh-TW" sz="1600" dirty="0" smtClean="0">
                <a:solidFill>
                  <a:srgbClr val="9194C7"/>
                </a:solidFill>
                <a:latin typeface="Courier" charset="0"/>
              </a:rPr>
            </a:br>
            <a:r>
              <a:rPr lang="en-US" altLang="zh-TW" sz="1600" dirty="0" smtClean="0">
                <a:solidFill>
                  <a:srgbClr val="9194C7"/>
                </a:solidFill>
                <a:latin typeface="Courier" charset="0"/>
              </a:rPr>
              <a:t>  &lt;</a:t>
            </a:r>
            <a:r>
              <a:rPr lang="en-US" altLang="zh-TW" sz="1600" dirty="0" smtClean="0">
                <a:solidFill>
                  <a:srgbClr val="3A772C"/>
                </a:solidFill>
                <a:latin typeface="Courier" charset="0"/>
              </a:rPr>
              <a:t>alert </a:t>
            </a:r>
            <a:r>
              <a:rPr lang="en-US" altLang="zh-TW" sz="1600" dirty="0" err="1" smtClean="0">
                <a:solidFill>
                  <a:srgbClr val="8A2BE2"/>
                </a:solidFill>
                <a:latin typeface="Courier" charset="0"/>
              </a:rPr>
              <a:t>xmlns</a:t>
            </a:r>
            <a:r>
              <a:rPr lang="en-US" altLang="zh-TW" sz="1600" dirty="0" smtClean="0">
                <a:solidFill>
                  <a:srgbClr val="393D79"/>
                </a:solidFill>
                <a:latin typeface="Courier" charset="0"/>
              </a:rPr>
              <a:t>=</a:t>
            </a:r>
            <a:r>
              <a:rPr lang="en-US" altLang="zh-TW" sz="1100" dirty="0" smtClean="0">
                <a:solidFill>
                  <a:srgbClr val="9194C7"/>
                </a:solidFill>
                <a:latin typeface="Courier" charset="0"/>
              </a:rPr>
              <a:t>'http://www.incident.com/cap/1.0'</a:t>
            </a:r>
            <a:r>
              <a:rPr lang="en-US" altLang="zh-TW" sz="1600" dirty="0" smtClean="0">
                <a:solidFill>
                  <a:srgbClr val="9194C7"/>
                </a:solidFill>
                <a:latin typeface="Courier" charset="0"/>
              </a:rPr>
              <a:t>&gt;</a:t>
            </a:r>
            <a:br>
              <a:rPr lang="en-US" altLang="zh-TW" sz="1600" dirty="0" smtClean="0">
                <a:solidFill>
                  <a:srgbClr val="9194C7"/>
                </a:solidFill>
                <a:latin typeface="Courier" charset="0"/>
              </a:rPr>
            </a:br>
            <a:r>
              <a:rPr lang="en-US" altLang="zh-TW" sz="1600" dirty="0" smtClean="0">
                <a:solidFill>
                  <a:srgbClr val="9194C7"/>
                </a:solidFill>
                <a:latin typeface="Courier" charset="0"/>
              </a:rPr>
              <a:t>    &lt;</a:t>
            </a:r>
            <a:r>
              <a:rPr lang="en-US" altLang="zh-TW" sz="1600" dirty="0" smtClean="0">
                <a:solidFill>
                  <a:srgbClr val="3A772C"/>
                </a:solidFill>
                <a:latin typeface="Courier" charset="0"/>
              </a:rPr>
              <a:t>identifier</a:t>
            </a:r>
            <a:r>
              <a:rPr lang="en-US" altLang="zh-TW" sz="1600" dirty="0" smtClean="0">
                <a:solidFill>
                  <a:srgbClr val="9194C7"/>
                </a:solidFill>
                <a:latin typeface="Courier" charset="0"/>
              </a:rPr>
              <a:t>&gt;KSTO1055887203&lt;</a:t>
            </a:r>
            <a:r>
              <a:rPr lang="en-US" altLang="zh-TW" sz="1600" dirty="0" smtClean="0">
                <a:solidFill>
                  <a:srgbClr val="3A772C"/>
                </a:solidFill>
                <a:latin typeface="Courier" charset="0"/>
              </a:rPr>
              <a:t>/identifier</a:t>
            </a:r>
            <a:r>
              <a:rPr lang="en-US" altLang="zh-TW" sz="1600" dirty="0" smtClean="0">
                <a:solidFill>
                  <a:srgbClr val="9194C7"/>
                </a:solidFill>
                <a:latin typeface="Courier" charset="0"/>
              </a:rPr>
              <a:t>&gt;</a:t>
            </a:r>
            <a:br>
              <a:rPr lang="en-US" altLang="zh-TW" sz="1600" dirty="0" smtClean="0">
                <a:solidFill>
                  <a:srgbClr val="9194C7"/>
                </a:solidFill>
                <a:latin typeface="Courier" charset="0"/>
              </a:rPr>
            </a:br>
            <a:r>
              <a:rPr lang="en-US" altLang="zh-TW" sz="1600" dirty="0" smtClean="0">
                <a:solidFill>
                  <a:srgbClr val="9194C7"/>
                </a:solidFill>
                <a:latin typeface="Courier" charset="0"/>
              </a:rPr>
              <a:t>    &lt;</a:t>
            </a:r>
            <a:r>
              <a:rPr lang="en-US" altLang="zh-TW" sz="1600" dirty="0" smtClean="0">
                <a:solidFill>
                  <a:srgbClr val="3A772C"/>
                </a:solidFill>
                <a:latin typeface="Courier" charset="0"/>
              </a:rPr>
              <a:t>sent</a:t>
            </a:r>
            <a:r>
              <a:rPr lang="en-US" altLang="zh-TW" sz="1600" dirty="0" smtClean="0">
                <a:solidFill>
                  <a:srgbClr val="9194C7"/>
                </a:solidFill>
                <a:latin typeface="Courier" charset="0"/>
              </a:rPr>
              <a:t>&gt;2003-06-17T14:57:00-07:00&lt;</a:t>
            </a:r>
            <a:r>
              <a:rPr lang="en-US" altLang="zh-TW" sz="1600" dirty="0" smtClean="0">
                <a:solidFill>
                  <a:srgbClr val="3A772C"/>
                </a:solidFill>
                <a:latin typeface="Courier" charset="0"/>
              </a:rPr>
              <a:t>/sent</a:t>
            </a:r>
            <a:r>
              <a:rPr lang="en-US" altLang="zh-TW" sz="1600" dirty="0" smtClean="0">
                <a:solidFill>
                  <a:srgbClr val="9194C7"/>
                </a:solidFill>
                <a:latin typeface="Courier" charset="0"/>
              </a:rPr>
              <a:t>&gt;</a:t>
            </a:r>
            <a:br>
              <a:rPr lang="en-US" altLang="zh-TW" sz="1600" dirty="0" smtClean="0">
                <a:solidFill>
                  <a:srgbClr val="9194C7"/>
                </a:solidFill>
                <a:latin typeface="Courier" charset="0"/>
              </a:rPr>
            </a:br>
            <a:r>
              <a:rPr lang="en-US" altLang="zh-TW" sz="1600" dirty="0" smtClean="0">
                <a:solidFill>
                  <a:srgbClr val="9194C7"/>
                </a:solidFill>
                <a:latin typeface="Courier" charset="0"/>
              </a:rPr>
              <a:t>    &lt;</a:t>
            </a:r>
            <a:r>
              <a:rPr lang="en-US" altLang="zh-TW" sz="1600" dirty="0" smtClean="0">
                <a:solidFill>
                  <a:srgbClr val="3A772C"/>
                </a:solidFill>
                <a:latin typeface="Courier" charset="0"/>
              </a:rPr>
              <a:t>info</a:t>
            </a:r>
            <a:r>
              <a:rPr lang="en-US" altLang="zh-TW" sz="1600" dirty="0" smtClean="0">
                <a:solidFill>
                  <a:srgbClr val="9194C7"/>
                </a:solidFill>
                <a:latin typeface="Courier" charset="0"/>
              </a:rPr>
              <a:t>&gt;</a:t>
            </a:r>
            <a:br>
              <a:rPr lang="en-US" altLang="zh-TW" sz="1600" dirty="0" smtClean="0">
                <a:solidFill>
                  <a:srgbClr val="9194C7"/>
                </a:solidFill>
                <a:latin typeface="Courier" charset="0"/>
              </a:rPr>
            </a:br>
            <a:r>
              <a:rPr lang="en-US" altLang="zh-TW" sz="1600" dirty="0" smtClean="0">
                <a:solidFill>
                  <a:srgbClr val="9194C7"/>
                </a:solidFill>
                <a:latin typeface="Courier" charset="0"/>
              </a:rPr>
              <a:t>      &lt;</a:t>
            </a:r>
            <a:r>
              <a:rPr lang="en-US" altLang="zh-TW" sz="1600" dirty="0" smtClean="0">
                <a:solidFill>
                  <a:srgbClr val="3A772C"/>
                </a:solidFill>
                <a:latin typeface="Courier" charset="0"/>
              </a:rPr>
              <a:t>category</a:t>
            </a:r>
            <a:r>
              <a:rPr lang="en-US" altLang="zh-TW" sz="1600" dirty="0" smtClean="0">
                <a:solidFill>
                  <a:srgbClr val="9194C7"/>
                </a:solidFill>
                <a:latin typeface="Courier" charset="0"/>
              </a:rPr>
              <a:t>&gt;Met&lt;</a:t>
            </a:r>
            <a:r>
              <a:rPr lang="en-US" altLang="zh-TW" sz="1600" dirty="0" smtClean="0">
                <a:solidFill>
                  <a:srgbClr val="3A772C"/>
                </a:solidFill>
                <a:latin typeface="Courier" charset="0"/>
              </a:rPr>
              <a:t>/category</a:t>
            </a:r>
            <a:r>
              <a:rPr lang="en-US" altLang="zh-TW" sz="1600" dirty="0" smtClean="0">
                <a:solidFill>
                  <a:srgbClr val="9194C7"/>
                </a:solidFill>
                <a:latin typeface="Courier" charset="0"/>
              </a:rPr>
              <a:t>&gt;</a:t>
            </a:r>
            <a:br>
              <a:rPr lang="en-US" altLang="zh-TW" sz="1600" dirty="0" smtClean="0">
                <a:solidFill>
                  <a:srgbClr val="9194C7"/>
                </a:solidFill>
                <a:latin typeface="Courier" charset="0"/>
              </a:rPr>
            </a:br>
            <a:r>
              <a:rPr lang="en-US" altLang="zh-TW" sz="1600" dirty="0" smtClean="0">
                <a:solidFill>
                  <a:srgbClr val="9194C7"/>
                </a:solidFill>
                <a:latin typeface="Courier" charset="0"/>
              </a:rPr>
              <a:t>      &lt;</a:t>
            </a:r>
            <a:r>
              <a:rPr lang="en-US" altLang="zh-TW" sz="1600" dirty="0" smtClean="0">
                <a:solidFill>
                  <a:srgbClr val="3A772C"/>
                </a:solidFill>
                <a:latin typeface="Courier" charset="0"/>
              </a:rPr>
              <a:t>event</a:t>
            </a:r>
            <a:r>
              <a:rPr lang="en-US" altLang="zh-TW" sz="1600" dirty="0" smtClean="0">
                <a:solidFill>
                  <a:srgbClr val="9194C7"/>
                </a:solidFill>
                <a:latin typeface="Courier" charset="0"/>
              </a:rPr>
              <a:t>&gt;SEVERE THUNDERSTORM&lt;</a:t>
            </a:r>
            <a:r>
              <a:rPr lang="en-US" altLang="zh-TW" sz="1600" dirty="0" smtClean="0">
                <a:solidFill>
                  <a:srgbClr val="3A772C"/>
                </a:solidFill>
                <a:latin typeface="Courier" charset="0"/>
              </a:rPr>
              <a:t>/event</a:t>
            </a:r>
            <a:r>
              <a:rPr lang="en-US" altLang="zh-TW" sz="1600" dirty="0" smtClean="0">
                <a:solidFill>
                  <a:srgbClr val="9194C7"/>
                </a:solidFill>
                <a:latin typeface="Courier" charset="0"/>
              </a:rPr>
              <a:t>&gt;</a:t>
            </a:r>
            <a:br>
              <a:rPr lang="en-US" altLang="zh-TW" sz="1600" dirty="0" smtClean="0">
                <a:solidFill>
                  <a:srgbClr val="9194C7"/>
                </a:solidFill>
                <a:latin typeface="Courier" charset="0"/>
              </a:rPr>
            </a:br>
            <a:r>
              <a:rPr lang="en-US" altLang="zh-TW" sz="1600" dirty="0" smtClean="0">
                <a:latin typeface="Courier" charset="0"/>
              </a:rPr>
              <a:t>...</a:t>
            </a:r>
            <a:r>
              <a:rPr lang="en-US" altLang="zh-TW" sz="1600" dirty="0" smtClean="0">
                <a:solidFill>
                  <a:srgbClr val="9194C7"/>
                </a:solidFill>
                <a:latin typeface="Courier" charset="0"/>
              </a:rPr>
              <a:t/>
            </a:r>
            <a:br>
              <a:rPr lang="en-US" altLang="zh-TW" sz="1600" dirty="0" smtClean="0">
                <a:solidFill>
                  <a:srgbClr val="9194C7"/>
                </a:solidFill>
                <a:latin typeface="Courier" charset="0"/>
              </a:rPr>
            </a:br>
            <a:r>
              <a:rPr lang="en-US" altLang="zh-TW" sz="1600" dirty="0" smtClean="0">
                <a:solidFill>
                  <a:srgbClr val="9194C7"/>
                </a:solidFill>
                <a:latin typeface="Courier" charset="0"/>
              </a:rPr>
              <a:t>    &lt;</a:t>
            </a:r>
            <a:r>
              <a:rPr lang="en-US" altLang="zh-TW" sz="1600" dirty="0" smtClean="0">
                <a:solidFill>
                  <a:srgbClr val="3A772C"/>
                </a:solidFill>
                <a:latin typeface="Courier" charset="0"/>
              </a:rPr>
              <a:t>/info</a:t>
            </a:r>
            <a:r>
              <a:rPr lang="en-US" altLang="zh-TW" sz="1600" dirty="0" smtClean="0">
                <a:solidFill>
                  <a:srgbClr val="9194C7"/>
                </a:solidFill>
                <a:latin typeface="Courier" charset="0"/>
              </a:rPr>
              <a:t>&gt;</a:t>
            </a:r>
            <a:br>
              <a:rPr lang="en-US" altLang="zh-TW" sz="1600" dirty="0" smtClean="0">
                <a:solidFill>
                  <a:srgbClr val="9194C7"/>
                </a:solidFill>
                <a:latin typeface="Courier" charset="0"/>
              </a:rPr>
            </a:br>
            <a:r>
              <a:rPr lang="en-US" altLang="zh-TW" sz="1600" dirty="0" smtClean="0">
                <a:solidFill>
                  <a:srgbClr val="9194C7"/>
                </a:solidFill>
                <a:latin typeface="Courier" charset="0"/>
              </a:rPr>
              <a:t>  &lt;</a:t>
            </a:r>
            <a:r>
              <a:rPr lang="en-US" altLang="zh-TW" sz="1600" dirty="0" smtClean="0">
                <a:solidFill>
                  <a:srgbClr val="3A772C"/>
                </a:solidFill>
                <a:latin typeface="Courier" charset="0"/>
              </a:rPr>
              <a:t>/alert</a:t>
            </a:r>
            <a:r>
              <a:rPr lang="en-US" altLang="zh-TW" sz="1600" dirty="0" smtClean="0">
                <a:solidFill>
                  <a:srgbClr val="9194C7"/>
                </a:solidFill>
                <a:latin typeface="Courier" charset="0"/>
              </a:rPr>
              <a:t>&gt;</a:t>
            </a:r>
            <a:br>
              <a:rPr lang="en-US" altLang="zh-TW" sz="1600" dirty="0" smtClean="0">
                <a:solidFill>
                  <a:srgbClr val="9194C7"/>
                </a:solidFill>
                <a:latin typeface="Courier" charset="0"/>
              </a:rPr>
            </a:br>
            <a:r>
              <a:rPr lang="en-US" altLang="zh-TW" sz="1600" dirty="0" smtClean="0">
                <a:solidFill>
                  <a:srgbClr val="9194C7"/>
                </a:solidFill>
                <a:latin typeface="Courier" charset="0"/>
              </a:rPr>
              <a:t>&lt;</a:t>
            </a:r>
            <a:r>
              <a:rPr lang="en-US" altLang="zh-TW" sz="1600" dirty="0" smtClean="0">
                <a:solidFill>
                  <a:srgbClr val="FF0000"/>
                </a:solidFill>
                <a:latin typeface="Courier" charset="0"/>
              </a:rPr>
              <a:t>/message</a:t>
            </a:r>
            <a:r>
              <a:rPr lang="en-US" altLang="zh-TW" sz="1600" dirty="0" smtClean="0">
                <a:solidFill>
                  <a:srgbClr val="9194C7"/>
                </a:solidFill>
                <a:latin typeface="Courier" charset="0"/>
              </a:rPr>
              <a:t>&gt;</a:t>
            </a:r>
          </a:p>
        </p:txBody>
      </p:sp>
      <p:sp>
        <p:nvSpPr>
          <p:cNvPr id="2" name="矩形 1"/>
          <p:cNvSpPr/>
          <p:nvPr/>
        </p:nvSpPr>
        <p:spPr>
          <a:xfrm>
            <a:off x="5516216" y="2228671"/>
            <a:ext cx="3627784" cy="646331"/>
          </a:xfrm>
          <a:prstGeom prst="rect">
            <a:avLst/>
          </a:prstGeom>
        </p:spPr>
        <p:txBody>
          <a:bodyPr wrap="square">
            <a:spAutoFit/>
          </a:bodyPr>
          <a:lstStyle/>
          <a:p>
            <a:r>
              <a:rPr lang="en-US" altLang="zh-TW" sz="1800" b="1" dirty="0">
                <a:solidFill>
                  <a:srgbClr val="336699"/>
                </a:solidFill>
                <a:latin typeface="Verdana" panose="020B0604030504040204" pitchFamily="34" charset="0"/>
              </a:rPr>
              <a:t>Common Alerting Protocol (CAP) Over XMPP</a:t>
            </a:r>
            <a:endParaRPr lang="en-US" altLang="zh-TW" sz="1800" b="1" i="0" dirty="0">
              <a:solidFill>
                <a:srgbClr val="336699"/>
              </a:solidFill>
              <a:effectLst/>
              <a:latin typeface="Verdana" panose="020B0604030504040204" pitchFamily="34" charset="0"/>
            </a:endParaRPr>
          </a:p>
        </p:txBody>
      </p:sp>
    </p:spTree>
  </p:cSld>
  <p:clrMapOvr>
    <a:masterClrMapping/>
  </p:clrMapOvr>
  <p:transition>
    <p:wipe dir="r"/>
  </p:transition>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Rectangle 4"/>
          <p:cNvSpPr>
            <a:spLocks noGrp="1" noChangeArrowheads="1"/>
          </p:cNvSpPr>
          <p:nvPr>
            <p:ph type="title"/>
          </p:nvPr>
        </p:nvSpPr>
        <p:spPr/>
        <p:txBody>
          <a:bodyPr/>
          <a:lstStyle/>
          <a:p>
            <a:r>
              <a:rPr lang="en-US" altLang="zh-TW" smtClean="0"/>
              <a:t>Extensibility Example: Presence</a:t>
            </a:r>
          </a:p>
        </p:txBody>
      </p:sp>
      <p:sp>
        <p:nvSpPr>
          <p:cNvPr id="32771" name="Rectangle 5"/>
          <p:cNvSpPr>
            <a:spLocks noGrp="1" noChangeArrowheads="1"/>
          </p:cNvSpPr>
          <p:nvPr>
            <p:ph type="body" idx="1"/>
          </p:nvPr>
        </p:nvSpPr>
        <p:spPr/>
        <p:txBody>
          <a:bodyPr/>
          <a:lstStyle/>
          <a:p>
            <a:r>
              <a:rPr lang="en-US" altLang="zh-TW" dirty="0"/>
              <a:t>Keep presence stanzas small</a:t>
            </a:r>
          </a:p>
          <a:p>
            <a:r>
              <a:rPr lang="en-US" altLang="zh-TW" dirty="0" smtClean="0"/>
              <a:t>Example: Entity Capabilities, </a:t>
            </a:r>
            <a:r>
              <a:rPr lang="en-US" altLang="zh-TW" dirty="0" smtClean="0">
                <a:hlinkClick r:id="rId2"/>
              </a:rPr>
              <a:t>XEP-0115</a:t>
            </a:r>
            <a:r>
              <a:rPr lang="en-US" altLang="zh-TW" dirty="0" smtClean="0"/>
              <a:t>:</a:t>
            </a:r>
            <a:br>
              <a:rPr lang="en-US" altLang="zh-TW" dirty="0" smtClean="0"/>
            </a:br>
            <a:r>
              <a:rPr lang="en-US" altLang="zh-TW" sz="1800" dirty="0" smtClean="0">
                <a:solidFill>
                  <a:srgbClr val="9194C7"/>
                </a:solidFill>
                <a:latin typeface="Courier" charset="0"/>
              </a:rPr>
              <a:t>&lt;</a:t>
            </a:r>
            <a:r>
              <a:rPr lang="en-US" altLang="zh-TW" sz="1800" dirty="0" smtClean="0">
                <a:solidFill>
                  <a:srgbClr val="FF0000"/>
                </a:solidFill>
                <a:latin typeface="Courier" charset="0"/>
              </a:rPr>
              <a:t>presence </a:t>
            </a:r>
            <a:r>
              <a:rPr lang="en-US" altLang="zh-TW" sz="1800" dirty="0" smtClean="0">
                <a:solidFill>
                  <a:srgbClr val="3A772C"/>
                </a:solidFill>
                <a:latin typeface="Courier" charset="0"/>
              </a:rPr>
              <a:t>from</a:t>
            </a:r>
            <a:r>
              <a:rPr lang="en-US" altLang="zh-TW" sz="1800" dirty="0" smtClean="0">
                <a:solidFill>
                  <a:srgbClr val="393D79"/>
                </a:solidFill>
                <a:latin typeface="Courier" charset="0"/>
              </a:rPr>
              <a:t>=</a:t>
            </a:r>
            <a:r>
              <a:rPr lang="en-US" altLang="zh-TW" sz="1800" dirty="0" smtClean="0">
                <a:solidFill>
                  <a:srgbClr val="9194C7"/>
                </a:solidFill>
                <a:latin typeface="Courier" charset="0"/>
              </a:rPr>
              <a:t>'</a:t>
            </a:r>
            <a:r>
              <a:rPr lang="en-US" altLang="zh-TW" sz="1800" dirty="0" err="1" smtClean="0">
                <a:solidFill>
                  <a:srgbClr val="9194C7"/>
                </a:solidFill>
                <a:latin typeface="Courier" charset="0"/>
              </a:rPr>
              <a:t>bard@shakespeare.lit</a:t>
            </a:r>
            <a:r>
              <a:rPr lang="en-US" altLang="zh-TW" sz="1800" dirty="0" smtClean="0">
                <a:solidFill>
                  <a:srgbClr val="9194C7"/>
                </a:solidFill>
                <a:latin typeface="Courier" charset="0"/>
              </a:rPr>
              <a:t>/globe'&gt;</a:t>
            </a:r>
            <a:br>
              <a:rPr lang="en-US" altLang="zh-TW" sz="1800" dirty="0" smtClean="0">
                <a:solidFill>
                  <a:srgbClr val="9194C7"/>
                </a:solidFill>
                <a:latin typeface="Courier" charset="0"/>
              </a:rPr>
            </a:br>
            <a:r>
              <a:rPr lang="en-US" altLang="zh-TW" sz="1800" dirty="0" smtClean="0">
                <a:solidFill>
                  <a:srgbClr val="9194C7"/>
                </a:solidFill>
                <a:latin typeface="Courier" charset="0"/>
              </a:rPr>
              <a:t>  &lt;</a:t>
            </a:r>
            <a:r>
              <a:rPr lang="en-US" altLang="zh-TW" sz="1800" dirty="0" smtClean="0">
                <a:solidFill>
                  <a:srgbClr val="3A772C"/>
                </a:solidFill>
                <a:latin typeface="Courier" charset="0"/>
              </a:rPr>
              <a:t>c </a:t>
            </a:r>
            <a:r>
              <a:rPr lang="en-US" altLang="zh-TW" sz="1800" dirty="0" err="1" smtClean="0">
                <a:solidFill>
                  <a:srgbClr val="8A2BE2"/>
                </a:solidFill>
                <a:latin typeface="Courier" charset="0"/>
              </a:rPr>
              <a:t>xmlns</a:t>
            </a:r>
            <a:r>
              <a:rPr lang="en-US" altLang="zh-TW" sz="1800" dirty="0" smtClean="0">
                <a:solidFill>
                  <a:srgbClr val="393D79"/>
                </a:solidFill>
                <a:latin typeface="Courier" charset="0"/>
              </a:rPr>
              <a:t>=</a:t>
            </a:r>
            <a:r>
              <a:rPr lang="en-US" altLang="zh-TW" sz="1800" dirty="0" smtClean="0">
                <a:solidFill>
                  <a:srgbClr val="9194C7"/>
                </a:solidFill>
                <a:latin typeface="Courier" charset="0"/>
              </a:rPr>
              <a:t>'http://jabber.org/protocol/caps'</a:t>
            </a:r>
            <a:br>
              <a:rPr lang="en-US" altLang="zh-TW" sz="1800" dirty="0" smtClean="0">
                <a:solidFill>
                  <a:srgbClr val="9194C7"/>
                </a:solidFill>
                <a:latin typeface="Courier" charset="0"/>
              </a:rPr>
            </a:br>
            <a:r>
              <a:rPr lang="en-US" altLang="zh-TW" sz="1800" dirty="0" smtClean="0">
                <a:solidFill>
                  <a:srgbClr val="9194C7"/>
                </a:solidFill>
                <a:latin typeface="Courier" charset="0"/>
              </a:rPr>
              <a:t>     </a:t>
            </a:r>
            <a:r>
              <a:rPr lang="en-US" altLang="zh-TW" sz="1800" dirty="0" smtClean="0">
                <a:solidFill>
                  <a:srgbClr val="3A772C"/>
                </a:solidFill>
                <a:latin typeface="Courier" charset="0"/>
              </a:rPr>
              <a:t>hash</a:t>
            </a:r>
            <a:r>
              <a:rPr lang="en-US" altLang="zh-TW" sz="1800" dirty="0" smtClean="0">
                <a:solidFill>
                  <a:srgbClr val="393D79"/>
                </a:solidFill>
                <a:latin typeface="Courier" charset="0"/>
              </a:rPr>
              <a:t>=</a:t>
            </a:r>
            <a:r>
              <a:rPr lang="en-US" altLang="zh-TW" sz="1800" dirty="0" smtClean="0">
                <a:solidFill>
                  <a:srgbClr val="9194C7"/>
                </a:solidFill>
                <a:latin typeface="Courier" charset="0"/>
              </a:rPr>
              <a:t>'sha-1'</a:t>
            </a:r>
            <a:br>
              <a:rPr lang="en-US" altLang="zh-TW" sz="1800" dirty="0" smtClean="0">
                <a:solidFill>
                  <a:srgbClr val="9194C7"/>
                </a:solidFill>
                <a:latin typeface="Courier" charset="0"/>
              </a:rPr>
            </a:br>
            <a:r>
              <a:rPr lang="en-US" altLang="zh-TW" sz="1800" dirty="0" smtClean="0">
                <a:solidFill>
                  <a:srgbClr val="9194C7"/>
                </a:solidFill>
                <a:latin typeface="Courier" charset="0"/>
              </a:rPr>
              <a:t>     </a:t>
            </a:r>
            <a:r>
              <a:rPr lang="en-US" altLang="zh-TW" sz="1800" dirty="0" smtClean="0">
                <a:solidFill>
                  <a:srgbClr val="3A772C"/>
                </a:solidFill>
                <a:latin typeface="Courier" charset="0"/>
              </a:rPr>
              <a:t>node</a:t>
            </a:r>
            <a:r>
              <a:rPr lang="en-US" altLang="zh-TW" sz="1800" dirty="0" smtClean="0">
                <a:solidFill>
                  <a:srgbClr val="393D79"/>
                </a:solidFill>
                <a:latin typeface="Courier" charset="0"/>
              </a:rPr>
              <a:t>=</a:t>
            </a:r>
            <a:r>
              <a:rPr lang="en-US" altLang="zh-TW" sz="1800" dirty="0" smtClean="0">
                <a:solidFill>
                  <a:srgbClr val="9194C7"/>
                </a:solidFill>
                <a:latin typeface="Courier" charset="0"/>
              </a:rPr>
              <a:t>'http://www.chatopus.com'</a:t>
            </a:r>
            <a:br>
              <a:rPr lang="en-US" altLang="zh-TW" sz="1800" dirty="0" smtClean="0">
                <a:solidFill>
                  <a:srgbClr val="9194C7"/>
                </a:solidFill>
                <a:latin typeface="Courier" charset="0"/>
              </a:rPr>
            </a:br>
            <a:r>
              <a:rPr lang="en-US" altLang="zh-TW" sz="1800" dirty="0" smtClean="0">
                <a:solidFill>
                  <a:srgbClr val="9194C7"/>
                </a:solidFill>
                <a:latin typeface="Courier" charset="0"/>
              </a:rPr>
              <a:t>     </a:t>
            </a:r>
            <a:r>
              <a:rPr lang="en-US" altLang="zh-TW" sz="1800" dirty="0" err="1" smtClean="0">
                <a:solidFill>
                  <a:srgbClr val="3A772C"/>
                </a:solidFill>
                <a:latin typeface="Courier" charset="0"/>
              </a:rPr>
              <a:t>ver</a:t>
            </a:r>
            <a:r>
              <a:rPr lang="en-US" altLang="zh-TW" sz="1800" dirty="0" smtClean="0">
                <a:solidFill>
                  <a:srgbClr val="393D79"/>
                </a:solidFill>
                <a:latin typeface="Courier" charset="0"/>
              </a:rPr>
              <a:t>=</a:t>
            </a:r>
            <a:r>
              <a:rPr lang="en-US" altLang="zh-TW" sz="1800" dirty="0" smtClean="0">
                <a:solidFill>
                  <a:srgbClr val="9194C7"/>
                </a:solidFill>
                <a:latin typeface="Courier" charset="0"/>
              </a:rPr>
              <a:t>'zHyEOgxTrkpSdGcQKH8EFPLsriY='</a:t>
            </a:r>
            <a:r>
              <a:rPr lang="en-US" altLang="zh-TW" sz="1800" dirty="0" smtClean="0">
                <a:solidFill>
                  <a:srgbClr val="3A772C"/>
                </a:solidFill>
                <a:latin typeface="Courier" charset="0"/>
              </a:rPr>
              <a:t>/</a:t>
            </a:r>
            <a:r>
              <a:rPr lang="en-US" altLang="zh-TW" sz="1800" dirty="0" smtClean="0">
                <a:solidFill>
                  <a:srgbClr val="9194C7"/>
                </a:solidFill>
                <a:latin typeface="Courier" charset="0"/>
              </a:rPr>
              <a:t>&gt;</a:t>
            </a:r>
            <a:br>
              <a:rPr lang="en-US" altLang="zh-TW" sz="1800" dirty="0" smtClean="0">
                <a:solidFill>
                  <a:srgbClr val="9194C7"/>
                </a:solidFill>
                <a:latin typeface="Courier" charset="0"/>
              </a:rPr>
            </a:br>
            <a:r>
              <a:rPr lang="en-US" altLang="zh-TW" sz="1800" dirty="0" smtClean="0">
                <a:solidFill>
                  <a:srgbClr val="9194C7"/>
                </a:solidFill>
                <a:latin typeface="Courier" charset="0"/>
              </a:rPr>
              <a:t>&lt;</a:t>
            </a:r>
            <a:r>
              <a:rPr lang="en-US" altLang="zh-TW" sz="1800" dirty="0" smtClean="0">
                <a:solidFill>
                  <a:srgbClr val="FF0000"/>
                </a:solidFill>
                <a:latin typeface="Courier" charset="0"/>
              </a:rPr>
              <a:t>/presence</a:t>
            </a:r>
            <a:r>
              <a:rPr lang="en-US" altLang="zh-TW" sz="1800" dirty="0" smtClean="0">
                <a:solidFill>
                  <a:srgbClr val="9194C7"/>
                </a:solidFill>
                <a:latin typeface="Courier" charset="0"/>
              </a:rPr>
              <a:t>&gt;</a:t>
            </a:r>
            <a:endParaRPr lang="en-US" altLang="zh-TW" dirty="0" smtClean="0"/>
          </a:p>
          <a:p>
            <a:r>
              <a:rPr lang="en-US" altLang="zh-TW" dirty="0" err="1" smtClean="0"/>
              <a:t>Ver</a:t>
            </a:r>
            <a:r>
              <a:rPr lang="en-US" altLang="zh-TW" dirty="0" smtClean="0"/>
              <a:t> attribute is hash of all features of this client</a:t>
            </a:r>
          </a:p>
          <a:p>
            <a:r>
              <a:rPr lang="en-US" altLang="zh-TW" dirty="0" smtClean="0"/>
              <a:t>Hash -&gt; Feature list is cached</a:t>
            </a:r>
          </a:p>
        </p:txBody>
      </p:sp>
      <p:graphicFrame>
        <p:nvGraphicFramePr>
          <p:cNvPr id="2" name="表格 1"/>
          <p:cNvGraphicFramePr>
            <a:graphicFrameLocks noGrp="1"/>
          </p:cNvGraphicFramePr>
          <p:nvPr>
            <p:extLst>
              <p:ext uri="{D42A27DB-BD31-4B8C-83A1-F6EECF244321}">
                <p14:modId xmlns:p14="http://schemas.microsoft.com/office/powerpoint/2010/main" xmlns="" val="2672829131"/>
              </p:ext>
            </p:extLst>
          </p:nvPr>
        </p:nvGraphicFramePr>
        <p:xfrm>
          <a:off x="655638" y="5314294"/>
          <a:ext cx="8031162" cy="914400"/>
        </p:xfrm>
        <a:graphic>
          <a:graphicData uri="http://schemas.openxmlformats.org/drawingml/2006/table">
            <a:tbl>
              <a:tblPr/>
              <a:tblGrid>
                <a:gridCol w="8031162"/>
              </a:tblGrid>
              <a:tr h="0">
                <a:tc>
                  <a:txBody>
                    <a:bodyPr/>
                    <a:lstStyle/>
                    <a:p>
                      <a:r>
                        <a:rPr lang="en-US" dirty="0"/>
                        <a:t/>
                      </a:r>
                      <a:br>
                        <a:rPr lang="en-US" dirty="0"/>
                      </a:br>
                      <a:r>
                        <a:rPr lang="en-US" dirty="0" smtClean="0"/>
                        <a:t>It defines </a:t>
                      </a:r>
                      <a:r>
                        <a:rPr lang="en-US" dirty="0"/>
                        <a:t>an XMPP protocol extension for broadcasting and dynamically discovering client, device, or generic entity capabilities.</a:t>
                      </a:r>
                    </a:p>
                  </a:txBody>
                  <a:tcPr>
                    <a:lnL>
                      <a:noFill/>
                    </a:lnL>
                    <a:lnR>
                      <a:noFill/>
                    </a:lnR>
                    <a:lnT>
                      <a:noFill/>
                    </a:lnT>
                    <a:lnB>
                      <a:noFill/>
                    </a:lnB>
                  </a:tcPr>
                </a:tc>
              </a:tr>
            </a:tbl>
          </a:graphicData>
        </a:graphic>
      </p:graphicFrame>
    </p:spTree>
  </p:cSld>
  <p:clrMapOvr>
    <a:masterClrMapping/>
  </p:clrMapOvr>
  <p:transition>
    <p:wipe dir="r"/>
  </p:transition>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Rectangle 2"/>
          <p:cNvSpPr>
            <a:spLocks noGrp="1" noChangeArrowheads="1"/>
          </p:cNvSpPr>
          <p:nvPr>
            <p:ph type="title"/>
          </p:nvPr>
        </p:nvSpPr>
        <p:spPr/>
        <p:txBody>
          <a:bodyPr/>
          <a:lstStyle/>
          <a:p>
            <a:r>
              <a:rPr lang="en-US" altLang="zh-TW" smtClean="0"/>
              <a:t>Bandwidth minimization</a:t>
            </a:r>
          </a:p>
        </p:txBody>
      </p:sp>
      <p:sp>
        <p:nvSpPr>
          <p:cNvPr id="36867" name="Rectangle 3"/>
          <p:cNvSpPr>
            <a:spLocks noGrp="1" noChangeArrowheads="1"/>
          </p:cNvSpPr>
          <p:nvPr>
            <p:ph type="body" idx="1"/>
          </p:nvPr>
        </p:nvSpPr>
        <p:spPr>
          <a:xfrm>
            <a:off x="655638" y="1384300"/>
            <a:ext cx="8031162" cy="4525963"/>
          </a:xfrm>
        </p:spPr>
        <p:txBody>
          <a:bodyPr/>
          <a:lstStyle/>
          <a:p>
            <a:r>
              <a:rPr lang="en-US" altLang="zh-TW" sz="2000" smtClean="0"/>
              <a:t>TLS compression</a:t>
            </a:r>
          </a:p>
          <a:p>
            <a:pPr lvl="1"/>
            <a:r>
              <a:rPr lang="en-US" altLang="zh-TW" sz="1800" smtClean="0"/>
              <a:t>Not implemented in all SSL/TLS stacks</a:t>
            </a:r>
          </a:p>
          <a:p>
            <a:pPr lvl="1"/>
            <a:r>
              <a:rPr lang="en-US" altLang="zh-TW" sz="1800" smtClean="0"/>
              <a:t>Some want compression w/o encryption</a:t>
            </a:r>
          </a:p>
          <a:p>
            <a:r>
              <a:rPr lang="en-US" altLang="zh-TW" sz="2000" smtClean="0">
                <a:hlinkClick r:id="rId2"/>
              </a:rPr>
              <a:t>XEP-0138</a:t>
            </a:r>
            <a:r>
              <a:rPr lang="en-US" altLang="zh-TW" sz="2000" smtClean="0"/>
              <a:t>: Stream Compression</a:t>
            </a:r>
          </a:p>
          <a:p>
            <a:pPr lvl="1"/>
            <a:r>
              <a:rPr lang="en-US" altLang="zh-TW" sz="1800" smtClean="0"/>
              <a:t>Defines zlib mechanism (2-3x or more compression)</a:t>
            </a:r>
          </a:p>
          <a:p>
            <a:pPr lvl="1"/>
            <a:r>
              <a:rPr lang="en-US" altLang="zh-TW" sz="1800" smtClean="0"/>
              <a:t>Others can be added</a:t>
            </a:r>
          </a:p>
          <a:p>
            <a:pPr lvl="1"/>
            <a:r>
              <a:rPr lang="en-US" altLang="zh-TW" sz="1800" smtClean="0"/>
              <a:t>Concern: battery drain vs. radio transmission</a:t>
            </a:r>
          </a:p>
          <a:p>
            <a:r>
              <a:rPr lang="en-US" altLang="zh-TW" sz="2000" smtClean="0">
                <a:hlinkClick r:id="rId3"/>
              </a:rPr>
              <a:t>XEP-0198</a:t>
            </a:r>
            <a:r>
              <a:rPr lang="en-US" altLang="zh-TW" sz="2000" smtClean="0"/>
              <a:t>: Stanza Acknowledgements</a:t>
            </a:r>
          </a:p>
          <a:p>
            <a:pPr lvl="1"/>
            <a:r>
              <a:rPr lang="en-US" altLang="zh-TW" sz="1800" smtClean="0"/>
              <a:t>Quick reconnects</a:t>
            </a:r>
          </a:p>
          <a:p>
            <a:pPr lvl="1"/>
            <a:r>
              <a:rPr lang="en-US" altLang="zh-TW" sz="1800" smtClean="0"/>
              <a:t>Avoid re-synchronizing state on startup</a:t>
            </a:r>
          </a:p>
          <a:p>
            <a:r>
              <a:rPr lang="en-US" altLang="zh-TW" sz="2000" smtClean="0"/>
              <a:t>Partial rosters</a:t>
            </a:r>
          </a:p>
          <a:p>
            <a:r>
              <a:rPr lang="en-US" altLang="zh-TW" sz="2000" smtClean="0"/>
              <a:t>Privacy lists</a:t>
            </a:r>
          </a:p>
          <a:p>
            <a:r>
              <a:rPr lang="en-US" altLang="zh-TW" sz="2000" smtClean="0"/>
              <a:t>Others being pursued</a:t>
            </a:r>
          </a:p>
        </p:txBody>
      </p:sp>
    </p:spTree>
  </p:cSld>
  <p:clrMapOvr>
    <a:masterClrMapping/>
  </p:clrMapOvr>
  <p:transition>
    <p:wipe dir="r"/>
  </p:transition>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Rectangle 2"/>
          <p:cNvSpPr>
            <a:spLocks noGrp="1" noChangeArrowheads="1"/>
          </p:cNvSpPr>
          <p:nvPr>
            <p:ph type="title"/>
          </p:nvPr>
        </p:nvSpPr>
        <p:spPr/>
        <p:txBody>
          <a:bodyPr/>
          <a:lstStyle/>
          <a:p>
            <a:r>
              <a:rPr lang="en-US" altLang="zh-TW" smtClean="0"/>
              <a:t>Latency</a:t>
            </a:r>
          </a:p>
        </p:txBody>
      </p:sp>
      <p:sp>
        <p:nvSpPr>
          <p:cNvPr id="37891" name="Rectangle 3"/>
          <p:cNvSpPr>
            <a:spLocks noGrp="1" noChangeArrowheads="1"/>
          </p:cNvSpPr>
          <p:nvPr>
            <p:ph type="body" idx="1"/>
          </p:nvPr>
        </p:nvSpPr>
        <p:spPr/>
        <p:txBody>
          <a:bodyPr/>
          <a:lstStyle/>
          <a:p>
            <a:r>
              <a:rPr lang="en-US" altLang="zh-TW" dirty="0" smtClean="0"/>
              <a:t>Most critical on startup</a:t>
            </a:r>
          </a:p>
          <a:p>
            <a:pPr lvl="1"/>
            <a:r>
              <a:rPr lang="en-US" altLang="zh-TW" dirty="0" smtClean="0"/>
              <a:t>Several handshakes and stream restarts</a:t>
            </a:r>
          </a:p>
          <a:p>
            <a:pPr lvl="1"/>
            <a:r>
              <a:rPr lang="en-US" altLang="zh-TW" dirty="0" smtClean="0"/>
              <a:t>Can be minimized by client assuming server configuration</a:t>
            </a:r>
          </a:p>
          <a:p>
            <a:pPr lvl="1"/>
            <a:r>
              <a:rPr lang="en-US" altLang="zh-TW" dirty="0" smtClean="0"/>
              <a:t>Example: don't wait for </a:t>
            </a:r>
            <a:r>
              <a:rPr lang="en-US" altLang="zh-TW" sz="1600" b="1" dirty="0" smtClean="0">
                <a:solidFill>
                  <a:srgbClr val="9194C7"/>
                </a:solidFill>
                <a:latin typeface="Courier" charset="0"/>
              </a:rPr>
              <a:t>&lt;</a:t>
            </a:r>
            <a:r>
              <a:rPr lang="en-US" altLang="zh-TW" sz="1600" b="1" dirty="0" err="1" smtClean="0">
                <a:solidFill>
                  <a:srgbClr val="3A772C"/>
                </a:solidFill>
                <a:latin typeface="Courier" charset="0"/>
              </a:rPr>
              <a:t>stream:features</a:t>
            </a:r>
            <a:r>
              <a:rPr lang="en-US" altLang="zh-TW" sz="1600" b="1" dirty="0" smtClean="0">
                <a:solidFill>
                  <a:srgbClr val="9194C7"/>
                </a:solidFill>
                <a:latin typeface="Courier" charset="0"/>
              </a:rPr>
              <a:t>&gt;</a:t>
            </a:r>
          </a:p>
          <a:p>
            <a:r>
              <a:rPr lang="en-US" altLang="zh-TW" dirty="0" smtClean="0"/>
              <a:t>Once running</a:t>
            </a:r>
          </a:p>
          <a:p>
            <a:pPr lvl="1"/>
            <a:r>
              <a:rPr lang="en-US" altLang="zh-TW" dirty="0" smtClean="0"/>
              <a:t>Stanza size matters: try to stay under 8kB, </a:t>
            </a:r>
            <a:br>
              <a:rPr lang="en-US" altLang="zh-TW" dirty="0" smtClean="0"/>
            </a:br>
            <a:r>
              <a:rPr lang="en-US" altLang="zh-TW" dirty="0" smtClean="0"/>
              <a:t>take larger blocks out of band if possible</a:t>
            </a:r>
          </a:p>
          <a:p>
            <a:pPr lvl="1"/>
            <a:r>
              <a:rPr lang="en-US" altLang="zh-TW" dirty="0" smtClean="0"/>
              <a:t>Configure federation to keep links open, </a:t>
            </a:r>
            <a:br>
              <a:rPr lang="en-US" altLang="zh-TW" dirty="0" smtClean="0"/>
            </a:br>
            <a:r>
              <a:rPr lang="en-US" altLang="zh-TW" dirty="0" smtClean="0"/>
              <a:t>first stanza will be slow</a:t>
            </a:r>
          </a:p>
          <a:p>
            <a:pPr lvl="1"/>
            <a:r>
              <a:rPr lang="en-US" altLang="zh-TW" dirty="0" smtClean="0"/>
              <a:t>Beware of </a:t>
            </a:r>
            <a:r>
              <a:rPr lang="en-US" altLang="zh-TW" dirty="0" err="1" smtClean="0"/>
              <a:t>DoS</a:t>
            </a:r>
            <a:r>
              <a:rPr lang="en-US" altLang="zh-TW" dirty="0" smtClean="0"/>
              <a:t> protection, "karma"</a:t>
            </a:r>
          </a:p>
        </p:txBody>
      </p:sp>
    </p:spTree>
  </p:cSld>
  <p:clrMapOvr>
    <a:masterClrMapping/>
  </p:clrMapOvr>
  <p:transition>
    <p:wipe dir="r"/>
  </p:transition>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smtClean="0"/>
              <a:t>Advantages of </a:t>
            </a:r>
            <a:r>
              <a:rPr lang="en-US" altLang="zh-TW" dirty="0"/>
              <a:t>XMPP</a:t>
            </a:r>
            <a:endParaRPr lang="zh-TW" altLang="en-US" dirty="0"/>
          </a:p>
        </p:txBody>
      </p:sp>
      <p:sp>
        <p:nvSpPr>
          <p:cNvPr id="3" name="內容版面配置區 2"/>
          <p:cNvSpPr>
            <a:spLocks noGrp="1"/>
          </p:cNvSpPr>
          <p:nvPr>
            <p:ph sz="quarter" idx="1"/>
          </p:nvPr>
        </p:nvSpPr>
        <p:spPr/>
        <p:txBody>
          <a:bodyPr/>
          <a:lstStyle/>
          <a:p>
            <a:r>
              <a:rPr lang="en-US" altLang="zh-TW" dirty="0"/>
              <a:t>The primary advantage is XMPP's </a:t>
            </a:r>
            <a:r>
              <a:rPr lang="en-US" altLang="zh-TW" dirty="0">
                <a:solidFill>
                  <a:srgbClr val="FF0000"/>
                </a:solidFill>
              </a:rPr>
              <a:t>decentralized</a:t>
            </a:r>
            <a:r>
              <a:rPr lang="en-US" altLang="zh-TW" dirty="0"/>
              <a:t> nature. </a:t>
            </a:r>
            <a:endParaRPr lang="en-US" altLang="zh-TW" dirty="0" smtClean="0"/>
          </a:p>
          <a:p>
            <a:r>
              <a:rPr lang="en-US" altLang="zh-TW" dirty="0" smtClean="0"/>
              <a:t>XMPP </a:t>
            </a:r>
            <a:r>
              <a:rPr lang="en-US" altLang="zh-TW" dirty="0"/>
              <a:t>works similar to email, operating across a </a:t>
            </a:r>
            <a:r>
              <a:rPr lang="en-US" altLang="zh-TW" dirty="0">
                <a:solidFill>
                  <a:srgbClr val="FF0000"/>
                </a:solidFill>
              </a:rPr>
              <a:t>distributed network </a:t>
            </a:r>
            <a:r>
              <a:rPr lang="en-US" altLang="zh-TW" dirty="0"/>
              <a:t>of transfer agents</a:t>
            </a:r>
            <a:r>
              <a:rPr lang="en-US" altLang="zh-TW" dirty="0">
                <a:solidFill>
                  <a:srgbClr val="FF0000"/>
                </a:solidFill>
              </a:rPr>
              <a:t> rather than relying on a single, central server or broker</a:t>
            </a:r>
            <a:r>
              <a:rPr lang="en-US" altLang="zh-TW" dirty="0"/>
              <a:t> (as </a:t>
            </a:r>
            <a:r>
              <a:rPr lang="en-US" altLang="zh-TW" dirty="0" err="1"/>
              <a:t>CoAP</a:t>
            </a:r>
            <a:r>
              <a:rPr lang="en-US" altLang="zh-TW" dirty="0"/>
              <a:t> and MQTT do). </a:t>
            </a:r>
            <a:endParaRPr lang="en-US" altLang="zh-TW" dirty="0" smtClean="0"/>
          </a:p>
          <a:p>
            <a:r>
              <a:rPr lang="en-US" altLang="zh-TW" dirty="0" smtClean="0"/>
              <a:t>As </a:t>
            </a:r>
            <a:r>
              <a:rPr lang="en-US" altLang="zh-TW" dirty="0"/>
              <a:t>with email, it’s easy for anyone to run their own XMPP server, allowing device manufacturers and API operators to create and manage their own network of devices. </a:t>
            </a:r>
            <a:endParaRPr lang="en-US" altLang="zh-TW" dirty="0" smtClean="0"/>
          </a:p>
          <a:p>
            <a:r>
              <a:rPr lang="en-US" altLang="zh-TW" dirty="0" smtClean="0"/>
              <a:t>And </a:t>
            </a:r>
            <a:r>
              <a:rPr lang="en-US" altLang="zh-TW" dirty="0"/>
              <a:t>because anyone can run their own server, if security is required, that server could be isolated on a company intranet behind secure authentication protocols using built-in TLS encryption.</a:t>
            </a:r>
            <a:endParaRPr lang="zh-TW" altLang="en-US" dirty="0"/>
          </a:p>
        </p:txBody>
      </p:sp>
    </p:spTree>
    <p:extLst>
      <p:ext uri="{BB962C8B-B14F-4D97-AF65-F5344CB8AC3E}">
        <p14:creationId xmlns:p14="http://schemas.microsoft.com/office/powerpoint/2010/main" xmlns="" val="2468688398"/>
      </p:ext>
    </p:extLst>
  </p:cSld>
  <p:clrMapOvr>
    <a:masterClrMapping/>
  </p:clrMapOvr>
  <p:transition>
    <p:wipe dir="r"/>
  </p:transition>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smtClean="0"/>
              <a:t>Disadvantages </a:t>
            </a:r>
            <a:r>
              <a:rPr lang="en-US" altLang="zh-TW" dirty="0"/>
              <a:t>of XMPP</a:t>
            </a:r>
            <a:endParaRPr lang="zh-TW" altLang="en-US" dirty="0"/>
          </a:p>
        </p:txBody>
      </p:sp>
      <p:sp>
        <p:nvSpPr>
          <p:cNvPr id="3" name="內容版面配置區 2"/>
          <p:cNvSpPr>
            <a:spLocks noGrp="1"/>
          </p:cNvSpPr>
          <p:nvPr>
            <p:ph sz="quarter" idx="1"/>
          </p:nvPr>
        </p:nvSpPr>
        <p:spPr/>
        <p:txBody>
          <a:bodyPr/>
          <a:lstStyle/>
          <a:p>
            <a:r>
              <a:rPr lang="en-US" altLang="zh-TW" dirty="0"/>
              <a:t>One of the largest flaws is the </a:t>
            </a:r>
            <a:r>
              <a:rPr lang="en-US" altLang="zh-TW" dirty="0">
                <a:solidFill>
                  <a:srgbClr val="FF0000"/>
                </a:solidFill>
              </a:rPr>
              <a:t>lack of end-to-end encryption</a:t>
            </a:r>
            <a:r>
              <a:rPr lang="en-US" altLang="zh-TW" dirty="0"/>
              <a:t>. While there are many use cases in which encryption may not yet be necessary, most </a:t>
            </a:r>
            <a:r>
              <a:rPr lang="en-US" altLang="zh-TW" dirty="0" err="1"/>
              <a:t>IoT</a:t>
            </a:r>
            <a:r>
              <a:rPr lang="en-US" altLang="zh-TW" dirty="0"/>
              <a:t> devices will ultimately need it. The lack of end-to-end encryption is a major downside for </a:t>
            </a:r>
            <a:r>
              <a:rPr lang="en-US" altLang="zh-TW" dirty="0" err="1"/>
              <a:t>IoT</a:t>
            </a:r>
            <a:r>
              <a:rPr lang="en-US" altLang="zh-TW" dirty="0"/>
              <a:t> manufacturers</a:t>
            </a:r>
            <a:r>
              <a:rPr lang="en-US" altLang="zh-TW" dirty="0" smtClean="0"/>
              <a:t>.</a:t>
            </a:r>
          </a:p>
          <a:p>
            <a:pPr marL="228600" lvl="1">
              <a:buNone/>
            </a:pPr>
            <a:r>
              <a:rPr lang="en-US" altLang="zh-TW" dirty="0"/>
              <a:t>https://wiki.xmpp.org/web/XMPP_E2E_Security</a:t>
            </a:r>
          </a:p>
          <a:p>
            <a:r>
              <a:rPr lang="en-US" altLang="zh-TW" dirty="0"/>
              <a:t>Another downside is the </a:t>
            </a:r>
            <a:r>
              <a:rPr lang="en-US" altLang="zh-TW" dirty="0">
                <a:solidFill>
                  <a:srgbClr val="FF0000"/>
                </a:solidFill>
              </a:rPr>
              <a:t>lack of Quality of Service (</a:t>
            </a:r>
            <a:r>
              <a:rPr lang="en-US" altLang="zh-TW" dirty="0" err="1">
                <a:solidFill>
                  <a:srgbClr val="FF0000"/>
                </a:solidFill>
              </a:rPr>
              <a:t>QoS</a:t>
            </a:r>
            <a:r>
              <a:rPr lang="en-US" altLang="zh-TW" dirty="0">
                <a:solidFill>
                  <a:srgbClr val="FF0000"/>
                </a:solidFill>
              </a:rPr>
              <a:t>)</a:t>
            </a:r>
            <a:r>
              <a:rPr lang="en-US" altLang="zh-TW" dirty="0"/>
              <a:t>. Making sure that messages are delivered is even more important in the </a:t>
            </a:r>
            <a:r>
              <a:rPr lang="en-US" altLang="zh-TW" dirty="0" err="1"/>
              <a:t>IoT</a:t>
            </a:r>
            <a:r>
              <a:rPr lang="en-US" altLang="zh-TW" dirty="0"/>
              <a:t> world than it was in the instant messaging world. If your alarm system doesn’t receive the message to turn itself on, then that vacation you’ve been planning could easily be ruined.</a:t>
            </a:r>
          </a:p>
          <a:p>
            <a:endParaRPr lang="zh-TW" altLang="en-US" dirty="0"/>
          </a:p>
        </p:txBody>
      </p:sp>
    </p:spTree>
    <p:extLst>
      <p:ext uri="{BB962C8B-B14F-4D97-AF65-F5344CB8AC3E}">
        <p14:creationId xmlns:p14="http://schemas.microsoft.com/office/powerpoint/2010/main" xmlns="" val="1508834986"/>
      </p:ext>
    </p:extLst>
  </p:cSld>
  <p:clrMapOvr>
    <a:masterClrMapping/>
  </p:clrMapOvr>
  <p:transition>
    <p:wipe dir="r"/>
  </p:transition>
</p:sld>
</file>

<file path=ppt/theme/theme1.xml><?xml version="1.0" encoding="utf-8"?>
<a:theme xmlns:a="http://schemas.openxmlformats.org/drawingml/2006/main" name="WebEx_template-primary">
  <a:themeElements>
    <a:clrScheme name="Custom Design 15">
      <a:dk1>
        <a:srgbClr val="000000"/>
      </a:dk1>
      <a:lt1>
        <a:srgbClr val="FFFFFF"/>
      </a:lt1>
      <a:dk2>
        <a:srgbClr val="787762"/>
      </a:dk2>
      <a:lt2>
        <a:srgbClr val="ADAC9B"/>
      </a:lt2>
      <a:accent1>
        <a:srgbClr val="0081C6"/>
      </a:accent1>
      <a:accent2>
        <a:srgbClr val="7FC31C"/>
      </a:accent2>
      <a:accent3>
        <a:srgbClr val="FFFFFF"/>
      </a:accent3>
      <a:accent4>
        <a:srgbClr val="000000"/>
      </a:accent4>
      <a:accent5>
        <a:srgbClr val="AAC1DF"/>
      </a:accent5>
      <a:accent6>
        <a:srgbClr val="72B018"/>
      </a:accent6>
      <a:hlink>
        <a:srgbClr val="DC8E2E"/>
      </a:hlink>
      <a:folHlink>
        <a:srgbClr val="787762"/>
      </a:folHlink>
    </a:clrScheme>
    <a:fontScheme name="Custom Design">
      <a:majorFont>
        <a:latin typeface="Arial"/>
        <a:ea typeface="ＭＳ Ｐゴシック"/>
        <a:cs typeface="ＭＳ Ｐゴシック"/>
      </a:majorFont>
      <a:minorFont>
        <a:latin typeface="Arial"/>
        <a:ea typeface="ＭＳ Ｐゴシック"/>
        <a:cs typeface="ＭＳ Ｐゴシック"/>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extraClrScheme>
      <a:clrScheme name="Custom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Custom Design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Custom Design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Custom Design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Custom Design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Custom Design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Custom Design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Custom Design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Custom Design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Custom Design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Custom Design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Custom Design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
      <a:clrScheme name="Custom Design 13">
        <a:dk1>
          <a:srgbClr val="000000"/>
        </a:dk1>
        <a:lt1>
          <a:srgbClr val="FFFFFF"/>
        </a:lt1>
        <a:dk2>
          <a:srgbClr val="787762"/>
        </a:dk2>
        <a:lt2>
          <a:srgbClr val="ADAC9B"/>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Custom Design 14">
        <a:dk1>
          <a:srgbClr val="000000"/>
        </a:dk1>
        <a:lt1>
          <a:srgbClr val="FFFFFF"/>
        </a:lt1>
        <a:dk2>
          <a:srgbClr val="787762"/>
        </a:dk2>
        <a:lt2>
          <a:srgbClr val="ADAC9B"/>
        </a:lt2>
        <a:accent1>
          <a:srgbClr val="0081C6"/>
        </a:accent1>
        <a:accent2>
          <a:srgbClr val="7FC31C"/>
        </a:accent2>
        <a:accent3>
          <a:srgbClr val="FFFFFF"/>
        </a:accent3>
        <a:accent4>
          <a:srgbClr val="000000"/>
        </a:accent4>
        <a:accent5>
          <a:srgbClr val="AAC1DF"/>
        </a:accent5>
        <a:accent6>
          <a:srgbClr val="72B018"/>
        </a:accent6>
        <a:hlink>
          <a:srgbClr val="787762"/>
        </a:hlink>
        <a:folHlink>
          <a:srgbClr val="787762"/>
        </a:folHlink>
      </a:clrScheme>
      <a:clrMap bg1="lt1" tx1="dk1" bg2="lt2" tx2="dk2" accent1="accent1" accent2="accent2" accent3="accent3" accent4="accent4" accent5="accent5" accent6="accent6" hlink="hlink" folHlink="folHlink"/>
    </a:extraClrScheme>
    <a:extraClrScheme>
      <a:clrScheme name="Custom Design 15">
        <a:dk1>
          <a:srgbClr val="000000"/>
        </a:dk1>
        <a:lt1>
          <a:srgbClr val="FFFFFF"/>
        </a:lt1>
        <a:dk2>
          <a:srgbClr val="787762"/>
        </a:dk2>
        <a:lt2>
          <a:srgbClr val="ADAC9B"/>
        </a:lt2>
        <a:accent1>
          <a:srgbClr val="0081C6"/>
        </a:accent1>
        <a:accent2>
          <a:srgbClr val="7FC31C"/>
        </a:accent2>
        <a:accent3>
          <a:srgbClr val="FFFFFF"/>
        </a:accent3>
        <a:accent4>
          <a:srgbClr val="000000"/>
        </a:accent4>
        <a:accent5>
          <a:srgbClr val="AAC1DF"/>
        </a:accent5>
        <a:accent6>
          <a:srgbClr val="72B018"/>
        </a:accent6>
        <a:hlink>
          <a:srgbClr val="DC8E2E"/>
        </a:hlink>
        <a:folHlink>
          <a:srgbClr val="787762"/>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4.xml><?xml version="1.0" encoding="utf-8"?>
<a:theme xmlns:a="http://schemas.openxmlformats.org/drawingml/2006/main" name="Office Theme">
  <a:themeElements>
    <a:clrScheme name="">
      <a:dk1>
        <a:srgbClr val="000000"/>
      </a:dk1>
      <a:lt1>
        <a:srgbClr val="FFFFFF"/>
      </a:lt1>
      <a:dk2>
        <a:srgbClr val="000000"/>
      </a:dk2>
      <a:lt2>
        <a:srgbClr val="919191"/>
      </a:lt2>
      <a:accent1>
        <a:srgbClr val="618FFD"/>
      </a:accent1>
      <a:accent2>
        <a:srgbClr val="00AE00"/>
      </a:accent2>
      <a:accent3>
        <a:srgbClr val="FFFFFF"/>
      </a:accent3>
      <a:accent4>
        <a:srgbClr val="000000"/>
      </a:accent4>
      <a:accent5>
        <a:srgbClr val="B7C6FE"/>
      </a:accent5>
      <a:accent6>
        <a:srgbClr val="009D00"/>
      </a:accent6>
      <a:hlink>
        <a:srgbClr val="FC0128"/>
      </a:hlink>
      <a:folHlink>
        <a:srgbClr val="CECECE"/>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emplate>WebEx_template-primary.ppt</Template>
  <TotalTime>1278</TotalTime>
  <Pages>28</Pages>
  <Words>1326</Words>
  <Application>Microsoft Office PowerPoint</Application>
  <PresentationFormat>On-screen Show (4:3)</PresentationFormat>
  <Paragraphs>226</Paragraphs>
  <Slides>30</Slides>
  <Notes>10</Notes>
  <HiddenSlides>0</HiddenSlides>
  <MMClips>0</MMClips>
  <ScaleCrop>false</ScaleCrop>
  <HeadingPairs>
    <vt:vector size="4" baseType="variant">
      <vt:variant>
        <vt:lpstr>Theme</vt:lpstr>
      </vt:variant>
      <vt:variant>
        <vt:i4>2</vt:i4>
      </vt:variant>
      <vt:variant>
        <vt:lpstr>Slide Titles</vt:lpstr>
      </vt:variant>
      <vt:variant>
        <vt:i4>30</vt:i4>
      </vt:variant>
    </vt:vector>
  </HeadingPairs>
  <TitlesOfParts>
    <vt:vector size="32" baseType="lpstr">
      <vt:lpstr>WebEx_template-primary</vt:lpstr>
      <vt:lpstr>Office Theme</vt:lpstr>
      <vt:lpstr>What is XMPP?</vt:lpstr>
      <vt:lpstr>What is XMPP ?</vt:lpstr>
      <vt:lpstr>Basic requirements of any Instant Messenger which are fulfilled by XMPP</vt:lpstr>
      <vt:lpstr>What is XMPP ?</vt:lpstr>
      <vt:lpstr>XMPP Core Architecture</vt:lpstr>
      <vt:lpstr>XMPP Architecture</vt:lpstr>
      <vt:lpstr>XMPP Architecture</vt:lpstr>
      <vt:lpstr>XMPP Architecture</vt:lpstr>
      <vt:lpstr>XMPP Architecture</vt:lpstr>
      <vt:lpstr>What is XML</vt:lpstr>
      <vt:lpstr>How to work on XML </vt:lpstr>
      <vt:lpstr>Example of an XML message</vt:lpstr>
      <vt:lpstr>XMPP Streams</vt:lpstr>
      <vt:lpstr>XMPP Streams</vt:lpstr>
      <vt:lpstr>Stream features</vt:lpstr>
      <vt:lpstr>Stream features</vt:lpstr>
      <vt:lpstr>XML Stream Features</vt:lpstr>
      <vt:lpstr>Presence Stanzas Example</vt:lpstr>
      <vt:lpstr>Security Stuff</vt:lpstr>
      <vt:lpstr>Stanzas</vt:lpstr>
      <vt:lpstr>Presence</vt:lpstr>
      <vt:lpstr>IQ Request</vt:lpstr>
      <vt:lpstr>IQ Response (Roster)</vt:lpstr>
      <vt:lpstr>Subscribing to Presence</vt:lpstr>
      <vt:lpstr>Extensibility Example: Message</vt:lpstr>
      <vt:lpstr>Extensibility Example: Presence</vt:lpstr>
      <vt:lpstr>Bandwidth minimization</vt:lpstr>
      <vt:lpstr>Latency</vt:lpstr>
      <vt:lpstr>Advantages of XMPP</vt:lpstr>
      <vt:lpstr>Disadvantages of XMPP</vt:lpstr>
    </vt:vector>
  </TitlesOfParts>
  <Company>Jabber, Inc.</Company>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Introduction to XMPP</dc:title>
  <dc:subject>Guide for Creating Powerpoint Presentations</dc:subject>
  <dc:creator>Joe Hildebrand</dc:creator>
  <cp:keywords/>
  <dc:description/>
  <cp:lastModifiedBy>Kader Shaikh</cp:lastModifiedBy>
  <cp:revision>42</cp:revision>
  <cp:lastPrinted>1999-01-27T00:54:54Z</cp:lastPrinted>
  <dcterms:created xsi:type="dcterms:W3CDTF">2010-01-16T21:05:47Z</dcterms:created>
  <dcterms:modified xsi:type="dcterms:W3CDTF">2025-09-24T03:42:06Z</dcterms:modified>
</cp:coreProperties>
</file>